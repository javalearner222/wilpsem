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heme/theme2.xml" ContentType="application/vnd.openxmlformats-officedocument.theme+xml"/>
  <Override PartName="/ppt/ink/ink5.xml" ContentType="application/inkml+xml"/>
  <Override PartName="/ppt/theme/theme1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4.xml" ContentType="application/vnd.openxmlformats-officedocument.presentationml.tags+xml"/>
  <Override PartName="/ppt/tags/tag18.xml" ContentType="application/vnd.openxmlformats-officedocument.presentationml.tags+xml"/>
  <Override PartName="/ppt/tags/tag3.xml" ContentType="application/vnd.openxmlformats-officedocument.presentationml.tags+xml"/>
  <Override PartName="/ppt/tags/tag5.xml" ContentType="application/vnd.openxmlformats-officedocument.presentationml.tag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ppt/tags/tag7.xml" ContentType="application/vnd.openxmlformats-officedocument.presentationml.tags+xml"/>
  <Override PartName="/ppt/tags/tag31.xml" ContentType="application/vnd.openxmlformats-officedocument.presentationml.tags+xml"/>
  <Override PartName="/ppt/tags/tag30.xml" ContentType="application/vnd.openxmlformats-officedocument.presentationml.tags+xml"/>
  <Override PartName="/ppt/tags/tag29.xml" ContentType="application/vnd.openxmlformats-officedocument.presentationml.tags+xml"/>
  <Override PartName="/ppt/tags/tag28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13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16.xml" ContentType="application/vnd.openxmlformats-officedocument.presentationml.tags+xml"/>
  <Override PartName="/ppt/tags/tag15.xml" ContentType="application/vnd.openxmlformats-officedocument.presentationml.tags+xml"/>
  <Override PartName="/ppt/tags/tag14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17.xml" ContentType="application/vnd.openxmlformats-officedocument.presentationml.tags+xml"/>
  <Override PartName="/ppt/tags/tag6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ppt/tags/tag48.xml" ContentType="application/vnd.openxmlformats-officedocument.presentationml.tags+xml"/>
  <Override PartName="/docProps/app.xml" ContentType="application/vnd.openxmlformats-officedocument.extended-properties+xml"/>
  <Override PartName="/ppt/tags/tag46.xml" ContentType="application/vnd.openxmlformats-officedocument.presentationml.tags+xml"/>
  <Override PartName="/ppt/tags/tag43.xml" ContentType="application/vnd.openxmlformats-officedocument.presentationml.tags+xml"/>
  <Override PartName="/ppt/tags/tag42.xml" ContentType="application/vnd.openxmlformats-officedocument.presentationml.tags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44.xml" ContentType="application/vnd.openxmlformats-officedocument.presentationml.tags+xml"/>
  <Override PartName="/ppt/tags/tag47.xml" ContentType="application/vnd.openxmlformats-officedocument.presentationml.tags+xml"/>
  <Override PartName="/ppt/tags/tag45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1" r:id="rId3"/>
    <p:sldMasterId id="2147483713" r:id="rId4"/>
    <p:sldMasterId id="2147483729" r:id="rId5"/>
  </p:sldMasterIdLst>
  <p:notesMasterIdLst>
    <p:notesMasterId r:id="rId25"/>
  </p:notesMasterIdLst>
  <p:sldIdLst>
    <p:sldId id="524" r:id="rId6"/>
    <p:sldId id="647" r:id="rId7"/>
    <p:sldId id="639" r:id="rId8"/>
    <p:sldId id="641" r:id="rId9"/>
    <p:sldId id="658" r:id="rId10"/>
    <p:sldId id="659" r:id="rId11"/>
    <p:sldId id="646" r:id="rId12"/>
    <p:sldId id="645" r:id="rId13"/>
    <p:sldId id="655" r:id="rId14"/>
    <p:sldId id="644" r:id="rId15"/>
    <p:sldId id="643" r:id="rId16"/>
    <p:sldId id="653" r:id="rId17"/>
    <p:sldId id="650" r:id="rId18"/>
    <p:sldId id="654" r:id="rId19"/>
    <p:sldId id="651" r:id="rId20"/>
    <p:sldId id="642" r:id="rId21"/>
    <p:sldId id="648" r:id="rId22"/>
    <p:sldId id="656" r:id="rId23"/>
    <p:sldId id="657" r:id="rId24"/>
  </p:sldIdLst>
  <p:sldSz cx="9144000" cy="6858000" type="screen4x3"/>
  <p:notesSz cx="7053263" cy="9309100"/>
  <p:defaultTextStyle>
    <a:defPPr>
      <a:defRPr lang="en-US"/>
    </a:defPPr>
    <a:lvl1pPr marL="0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08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12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20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25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32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037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044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050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900"/>
    <a:srgbClr val="FF8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Objects="1">
      <p:cViewPr varScale="1">
        <p:scale>
          <a:sx n="74" d="100"/>
          <a:sy n="74" d="100"/>
        </p:scale>
        <p:origin x="1290" y="78"/>
      </p:cViewPr>
      <p:guideLst>
        <p:guide orient="horz" pos="2160"/>
        <p:guide pos="2881"/>
      </p:guideLst>
    </p:cSldViewPr>
  </p:slideViewPr>
  <p:outlineViewPr>
    <p:cViewPr>
      <p:scale>
        <a:sx n="33" d="100"/>
        <a:sy n="33" d="100"/>
      </p:scale>
      <p:origin x="0" y="-121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ustomXml" Target="../customXml/item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19-02-23T11:12:49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19571 4242 0,'25'0'94,"0"-25"-79,124-25 1,24-49-16,1 25 16,0-26-1,-26 26-15,-73 24 16,-1 50-1,-74-24-15,25-1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19-02-23T11:13:04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19819 5035 0,'25'0'31,"0"0"-16,25 0-15,-1-24 16,26-26 0,-26 50-16,-24 0 31,-25-25-31,25 25 47</inkml:trace>
  <inkml:trace contextRef="#ctx0" brushRef="#br0" timeOffset="5299.8698">10369 4068 0,'-25'25'140,"25"0"-124,-25-25-16,0 24 16,25 1-1,-49 25-15,49-25 16,-25-1-1,0 26-15,25-25 16,0 0 15,0 24 1,0-24-1,0 0-16,0 24 1,0-24 0,25-25-1,0 0 1,-25 25 0,24-25 15,1 0-16,0 0 1,-25 25 15,25-25-15,-25 25 0,0-1 30,-25 26-30,-25 24-16,50-49 16,-49 25-1,24 0-15,25-1 16,-25-49 0,25 50-16,-25-25 46,50-25 204,0 0-218,0 24-17,0-24-15,-1 0 235,-24 25-220,0 0 1,25-25 0,0 0 249</inkml:trace>
  <inkml:trace contextRef="#ctx0" brushRef="#br0" timeOffset="19839.228">3969 5879 0,'25'0'109,"49"-25"-93,26-25-16,24-24 16,-25 24-16,25-24 15,-50 49 1,-24-25-16,-1 26 15,-24 24 1,-25-25 0</inkml:trace>
  <inkml:trace contextRef="#ctx0" brushRef="#br0" timeOffset="21058.0641">4168 6524 0,'24'0'172,"26"-25"-156,0 0-1,49-25-15,50 1 16,-25-1-16,-25 25 16,-25 1-1,-24-1-15,-25 25 16,-1 0-1</inkml:trace>
  <inkml:trace contextRef="#ctx0" brushRef="#br0" timeOffset="29983.642">12105 5705 0,'25'0'31,"0"25"-15,-1-25 0,-24 25-1,25-1-15,-25 1 16,25-25-16,-25 50 16,0-25-1,0 24 1,0-24-1,0 25-15,-25-1 16,-24 1-16,49-25 16,0 24-1,0 1-15,-25-25 16,25 0 0,0-1-16,0 1 15,0 0 1,0 0 15,25-25-15,-1 0-1,1 0 1,0 0-16,25 0 16,-26 0-16,1 0 15,0 25 1,-25-1 62,0 1-31,-25-25-16,0 25-15,1-25 171</inkml:trace>
  <inkml:trace contextRef="#ctx0" brushRef="#br0" timeOffset="39228.7982">4440 7218 0,'50'-25'110,"99"-24"-110,-50-50 15,50-1 1,-25 1-1,-25 25-15,-49 24 16,-25 50 0,-25-25-16,24 0 15</inkml:trace>
  <inkml:trace contextRef="#ctx0" brushRef="#br0" timeOffset="111578.1904">12800 5507 0,'0'24'125,"0"1"-110,24 0-15,-24 0 16,50 24 0,-50-24-16,25 25 15,-25-1-15,25 1 16,-25 0 0,0-25 15,0-1 0,-25 1-15,25 0-1,0 0 63,0 0-31,0-1 0,-25 1-47,25 50 16,-25 73-1,0 1-15,25-50 16,0-24 0,0-26-16,0-24 15,0 0 32,-24-25 156,24-25-140,0 0 140,0 1-125</inkml:trace>
  <inkml:trace contextRef="#ctx0" brushRef="#br0" timeOffset="131455.1711">19943 13097 0,'25'0'110,"0"0"-95,0-25 1,49 0-16,25-24 15,-24 24 1,-26 25-16,-24-25 16,25 25-16</inkml:trace>
  <inkml:trace contextRef="#ctx0" brushRef="#br0" timeOffset="133280.8837">12824 7218 0,'25'0'140,"0"0"-140,25 0 16,-1-49-16,26 24 15,-26 0 1,1 0-16,-1 0 16,1 25-16,-50-24 15,25 24 1</inkml:trace>
  <inkml:trace contextRef="#ctx0" brushRef="#br0" timeOffset="156293.1425">19125 7689 0,'25'0'203,"-1"0"-187,1 0 0,0 0-16,49 0 15,26 0 1,-26 0-16,0-24 15,1-1-15,-26 25 16,-24-25 0,0 25-16,0 0 15,0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19-02-23T11:21:31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15461 12201 0,'0'30'109,"0"30"-109,55 147 16,-1 0 0,28 119-16,-29-60 15,29 60-15,26-30 16,1 1 0,-55-60-16,27-30 15,-26 0 1,-2-59-16,2-29 15,-55-90-15,0 30 16,0-118 187</inkml:trace>
  <inkml:trace contextRef="#ctx0" brushRef="#br0" timeOffset="2299.8945">15516 12201 0,'27'0'31,"27"0"-15,54-28-16,28-2 16,54-30-1,-27 2-15,-1 28 16,-81-30 0,-26 30-16,-1 30 15,-27 0 1,0 30 78,0 0-79,0 30-15,55 88 16,-28-30-1,0 60-15,54 28 16,-26-28-16,-28 0 16,28-30-1,-2 30-15,-25-60 16,-1-29-16,-54 0 16,27 0-16,28-30 15,-55-29 1,0-1-16,0 1 15,27-1 1,-27 1 31,0 0-16,26 29-31,1-30 16,-27 1-1,0 59-15,28-59 16,-28-1 15,0 1 32,0 0-16,0-1-16,-28 30-31,1-29 16,-54 59-16,0-30 15,-1 30 1,-26-60-16,0 31 15,26-31 1,1 1-16,27-30 16,0 30-1,-1-1-15,1 1 16,0-30-16,27 0 16,0 29-1,-1-29-15,2 0 16,26 30 15,-27-30-31,-1 0 31,28 30-31,-27-30 16,0 0 0,0 29-16,0-29 31,0 30 16,0-1-47,-1 1 31,2-30-31,26 30 16,-55-1-16,28-29 78,27-29 31</inkml:trace>
  <inkml:trace contextRef="#ctx0" brushRef="#br0" timeOffset="4775.1569">14947 12587 0,'0'30'109,"0"-1"-93,27 0 0,-1-29-1,-26 30 1,28 0-16,-1-30 94,0 0-79,1 0 17,-2 0-32,1 0 46,0 0-30,1 0 62,-28-30-47,27 0 1,-27 1-17,0 0 1,0-1 0,0 0 30,-27 0-14,-1 30 30,1 0-31,0 0 16,1 0-15,-2 0-1,1 0 0,27 30-15,-27-30-1,27 30 1,-28-30-16,28 30 16,-26-30-1,26 29 95</inkml:trace>
  <inkml:trace contextRef="#ctx0" brushRef="#br0" timeOffset="6728.4489">15732 14956 0,'28'0'109,"-1"0"-109,0 0 16,-27-30-1,27 30 1,0 0 62,0 0-62,-27 30-1,28 0 1,-28-1 0,0 1-16,27-1 15,-27 1 1,0 0-1</inkml:trace>
  <inkml:trace contextRef="#ctx0" brushRef="#br0" timeOffset="7707.6395">16139 14660 0,'27'-30'94,"54"1"-79,28-1 1,53-29-16,28-30 16,-27 0-1,27 0-15,-54-29 16,-28 29-1,-27 59-15,-54 1 16,1-1 0,-1 30-1,-1 0 17,-26-30-32,27 30 15,1 0 1,-1 0 46</inkml:trace>
  <inkml:trace contextRef="#ctx0" brushRef="#br0" timeOffset="9262.9077">15652 12823 0,'0'-29'125,"27"29"-110,26-29-15,83-61 16,27 2-1,0-1-15,26-30 16,-26 61-16,-55 28 16,1-30-1,-55 60-15,0-30 16,-27 30 0,1-28-1</inkml:trace>
  <inkml:trace contextRef="#ctx0" brushRef="#br0" timeOffset="9836.694">16356 12735 0</inkml:trace>
  <inkml:trace contextRef="#ctx0" brushRef="#br0" timeOffset="10183.7949">16383 13120 0,'0'0'0,"0"29"16,0 1-16</inkml:trace>
  <inkml:trace contextRef="#ctx0" brushRef="#br0" timeOffset="10418.0016">16437 13239 0,'28'29'16,"-28"0"-1,27-29 17</inkml:trace>
  <inkml:trace contextRef="#ctx0" brushRef="#br0" timeOffset="10644.7447">16518 13416 0,'0'0'15,"28"29"-15,-1 1 16,-27 30-16,27-31 31,0 30-31,-27-29 32,0 0-17</inkml:trace>
  <inkml:trace contextRef="#ctx0" brushRef="#br0" timeOffset="10901.5118">16627 13712 0</inkml:trace>
  <inkml:trace contextRef="#ctx0" brushRef="#br0" timeOffset="12884.4495">15868 12350 0,'0'59'141,"0"-29"-126,27 0 1,-27-1 0</inkml:trace>
  <inkml:trace contextRef="#ctx0" brushRef="#br0" timeOffset="14591.4093">16085 12261 0,'0'60'47,"0"-31"-31,0 0-1,0 1 1,0 0 15,0-60 94,27 30-109,0-30 15,0 30-31,1 0 16,-1-29-1,-1 29 1,2 0-1,-1 0 32,-27 29 31,0 1-31,-27-30 16,27 30-63,-54-30 15,27 0 17</inkml:trace>
  <inkml:trace contextRef="#ctx0" brushRef="#br0" timeOffset="19861.27">17494 8145 0,'27'0'156,"1"0"-140,26 0 0,27 0-16,82-30 15,53 1-15,29-1 16,52-29 0,2 59-16,26-30 15,1 0 1,-55 30-16,-55 0 15,-25 0 1,-56 0-16,-54 0 16,-54 0-16,1 0 15,-1 0 1</inkml:trace>
  <inkml:trace contextRef="#ctx0" brushRef="#br0" timeOffset="25916.9507">4267 8234 0,'27'0'78,"0"0"-63,27 0 1,27 0-16,28 0 16,53 0-16,-53 0 15,53 0 1,-25 0-16,52 0 15,-54 0-15,-27 0 16,2 0 0,-29 0-16,-1 0 15,2 0 1,-1 0-16,1 0 16,54 0-16,-1 0 15,-27 0 1,28-30-16,-55 30 15,-27 0 1,1 0-16,-29-29 16,2 29-1,26 0-15,-26 0 16,-2 0-16,28 0 16,1 0-1,-1 0-15,28 0 16,-2-30-1,-25 30-15,-1 0 16,0-30-16,27 1 16,-54 29-1,28 0-15,-1 0 16,0-30 0,1 30-16,53 0 15,-54-29 1,0 29-16,1-30 15,-29 30-15,29 0 16,-28 0 0,0-30-16,0 30 15,0 0 1,28 0-16,-2-30 16,2 30-16,-28 0 15,0 0 1,0 0-16,0 0 15,0 0 1,1 0-16,26 0 31,-28 0 16</inkml:trace>
  <inkml:trace contextRef="#ctx0" brushRef="#br0" timeOffset="29560.8046">16600 11877 0,'0'-30'0,"27"0"78,0 30-62,27-30-1,82-58-15,-1 28 16,1 0-1,27-28-15,0 28 16,-28 2-16,-27-2 16,-53 60-1,-29 0-15,1 0 16,1 0 0,-1 0 62,0 0-78,1 0 31,-2 0 16,-26 30-32,0 0 17,0 0-17,0-2 1,0 2 0,0 0-1,0 0-15,0 28 31,0-28-31,0 0 16,0 0 0,0 0 15,0-1 16,0 0 0,-54 1-47,0 0 31,-1 0-31,-26-30 16,0 30-16,-28 28 15,1-28 1,54 0-16,-28-30 15,55 30 1,-26-2 0,25-28-16,-26 30 15,27 0-15,0-30 16,0 0 0,27 30-16,-28-30 15,1 0 157,27 30-156,-26-2-1,-2 2 1,1-30 31,0 0 15</inkml:trace>
  <inkml:trace contextRef="#ctx0" brushRef="#br0" timeOffset="31385.6304">17847 11255 0,'27'0'63,"1"0"-48,25-30-15,83 0 16,54-30 0,-1-28-16,28 0 15,-28 28 1,-52 0-16,-29 32 16,-80 28-1,-2 0 1,1 0-1,-27 28 110,0 2-109,0 30 0,27-2-1,28 32-15,-55-2 16,54-28 0,-27 28-16,-27-58 15,27 0 1,1 0-16,-28-2 15,0 2 17,-28-30 46,-26 30-63,26-30 1,-53 0 0,1 30-16,25-30 15,-26 0-15,-28 30 16,-27-2-16,28-28 16,-27 30-1,-1 0-15,28 30 16,-55-60-1,55 29-15,26-29 16,56 0-16,-29 29 16,28-29-1,-1 0-15,1 0 47,27 30-31,-26-30 78,26 30-79,26-30 110,1-30-125</inkml:trace>
  <inkml:trace contextRef="#ctx0" brushRef="#br0" timeOffset="33576.2515">19202 10839 0,'27'0'110,"1"0"-95,-1 0-15,27-58 16,28 28 0,-2 30-16,-25-30 15,-29 0 1,29 2-16,-28 28 16,1-30-1,-2 30 1,1-30 62,0 30-78,1 0 16,25-30-1,-25 30-15,26 0 16,-26 0-1,25 0-15,-26 0 16,-27 30 109,0 0-125,28 0 31,-28-2-31,27 2 16,-27 30-16,26-30 31,2 58-31,-1-88 16,-27 60-16,27-32 15,1 2 1,-28 0-16,27 0 31,-27 0-31,0-2 110,-55 2-63,1 0-47,0 0 15,-28 0 1,29-2-16,-29 2 15,54-30-15,-25 30 16,25-30 0,1 0-16,0 0 15,-27 30 1,27-30 0,-28 0-1,29 30-15,-1-30 16,-1 28-1,1-28 1,0 0 31</inkml:trace>
  <inkml:trace contextRef="#ctx0" brushRef="#br0" timeOffset="36092.8139">17468 11551 0,'26'0'93,"-26"28"-77,0 2 31,0 0-16,0 0-31,0 0 16,-26-1-16,-29 0 15,28 31 1,0-60-16,0 60 16,-27-32-1,26-28 1,28 30-16,-27-30 31,27-30 78,27 2-62,1 28-47,-1 0 16,27 0 0,-27 0-16,0 0 15,1 0 1,-1 0-1,-1 0 17,1 0-17</inkml:trace>
  <inkml:trace contextRef="#ctx0" brushRef="#br0" timeOffset="37487.8524">18416 11255 0,'28'0'31,"25"0"0,-53-30-31,28 30 16,-1 0-16,0-30 15,-1 30 32,-26 30 31,0 0-78,0 28 16,-26-58 0,26 30-16,-27 0 15,27 0 17,-27-2-17,27 2 1,0 0-1,0 0 1,0 0 156,0-2-110,-28-28-46,1 0 15</inkml:trace>
  <inkml:trace contextRef="#ctx0" brushRef="#br0" timeOffset="38402.4036">19880 10869 0,'0'30'94,"27"30"-63,0 28-31,1-28 16,-28-2 0,26-58-16,-26 30 15,0 0 1,0 0 31,0-60 47,0 0-79,0 0 1,-26 0-16</inkml:trace>
  <inkml:trace contextRef="#ctx0" brushRef="#br0" timeOffset="39440.702">19852 10929 0,'0'-30'156,"0"0"-140,-26 30 124,26 30-140,0 0 16,0 28 0,-27-28-1,-1 30 1,28-30 15,28-30 172,-1 0-203,-1-30 31,2 30-15,-1-30 0,28 30-16,-29 0 15,1 0-15,0 0 16,1 0 31,-28-30 0</inkml:trace>
  <inkml:trace contextRef="#ctx0" brushRef="#br0" timeOffset="46454.6928">6490 12765 0,'-28'0'32,"1"29"-17,-26 0 1,-29 90-16,-27-60 16,-26 60-1,-1 29-15,82-59 16,-54 59-16,53-59 15,29 0 1,-2-30-16,28-30 16,0 1-1,0 29 1,0-29-16,54-1 16,1 1-1,-28-30 1,0 30-1,-1-30-15,29 29 16,0 1 0,26-30-16,-1 0 15,2 0 1,27 0-16,-27-59 16,53 29-1,-54-29-15,-26 29 16,-2-29-16,-26 29 31,-27-29 0,0 30 1,-27 29-17,-26 0-15,25 0 16,-54 0-1,-26 0-15,-55 0 16,55 59 0,-55 0-16,55 30 15,0-30-15,53-59 16,28 30 0,-27-1-16</inkml:trace>
  <inkml:trace contextRef="#ctx0" brushRef="#br0" timeOffset="47243.6898">7384 12823 0,'0'60'31,"0"-30"-31,0 29 16,0-30 0,0 31-16,0-30 31,0 28-31,0-28 16,0 0-1,0 0 1,27-30-16,-27 29 47,0-58 125</inkml:trace>
  <inkml:trace contextRef="#ctx0" brushRef="#br0" timeOffset="48171.2941">7275 12942 0,'0'30'16,"-54"59"-16,0-59 15,0 58 1,26 1-16,-25-30 16,53 1-16,-55 28 15,28-28 1,27-31-16,54-88 109,1 29-93,53-29 0,28-30-16,27 1 15,26 28-15,1 1 16,0 0-1,-1-1-15,-26 31 16,-28-1 0,-80 1-16,-28 29 15,-1-30-15</inkml:trace>
  <inkml:trace contextRef="#ctx0" brushRef="#br0" timeOffset="52177.6552">7356 11847 0,'-26'0'15,"-1"0"17</inkml:trace>
  <inkml:trace contextRef="#ctx0" brushRef="#br0" timeOffset="54388.467">8658 12350 0,'-28'0'47,"28"59"-32,-26-59 1,-1 60 0,27-31-16,0 30 15,0-29 1,0 29-16,0 0 15,0 1 1,0-31-16,0 0 16,0 61-16,27-31 15,-1 0 1,-26-29-16,55 29 16,-28-30-1,-27 1 1,28 0-16,-2-30 31,1 0-31,1 0 31,-1 0-31,0 0 16,-1 0 0,2 0-1,-1-30-15,0 30 16,-27-30-1,28 30 17,-28-29-32,0 0 15,0-1 1,0 0 0,0 0 15,-28 30-16,28-29-15,-54 29 16,26 0 0,2 0-1,-1 0 1,-28 0-16,28 0 31,1 0-15,26 29 31,0 1 0,-28-30-32,1 0 32,54 0 16</inkml:trace>
  <inkml:trace contextRef="#ctx0" brushRef="#br0" timeOffset="55819.4674">8577 12350 0,'0'29'32,"0"1"-32,0 0 15,0 0 1,0 28-16,0 32 15,53-2-15,-25 60 16,-1-59 0,-27 0-16,55-29 15,-29-2 1,-26-28-16,27 30 16,1-60-1,-28 29 16,27-29 16,-27-29-15,53-31-32,-53 1 15,28 0-15,-1-1 16,-27 31-1,0-1 32,27 1 141,1-1-188,-28 0 15,0 0 1,0 60 93,0 0-93,-28 0 0,28-1-16,0 1 15,0-1 1,0 1 15,28-30 79,25 30-95,56 0-15,0-1 16,26 30-16,-54-29 15,0 0 1,-26-1-16,-28-29 16,0 0 31</inkml:trace>
  <inkml:trace contextRef="#ctx0" brushRef="#br0" timeOffset="56757.1046">9851 12409 0,'0'30'15,"26"29"16,2 0-31,-28 1 0,54 28 16,-26-28 0,-2 58-16,-26-59 15,27-29-15,-27-1 16,27-29 0,1-59 109,-28 30-110,27-1-15,-1 0 16,-26 0-16,28 30 15,-28-29 1,27 29-16,-27-29 16,27 29-1,1 0 17,-2 0-17,-26 58-15,27-28 31,-27 30-31,0-31 32,-27-29 15,1 30-47,-29-30 15,0 29 1,2-29-16,-2 0 15,2 0-15,25-29 32,1 29-17</inkml:trace>
  <inkml:trace contextRef="#ctx0" brushRef="#br0" timeOffset="69421.4359">5677 14956 0,'53'0'31,"55"-30"-31,55-58 15,27-31-15,27-29 16,81 30 0,-54 29-16,-27-30 15,-54 30-15,0 30 16,-110 0-16,2 29 16,-28 30-1,0 0-15</inkml:trace>
  <inkml:trace contextRef="#ctx0" brushRef="#br0" timeOffset="70158.9014">7384 14453 0,'0'29'31,"0"30"0,27 30-31,28 30 16,-2 29-16,-26 0 16,1-30-1,26 1-15,-27-1 16,0-29-1,-27-60-15,0 1 16,0 0 0</inkml:trace>
  <inkml:trace contextRef="#ctx0" brushRef="#br0" timeOffset="71600.8702">7330 14571 0,'0'30'47,"0"-1"-47,-27 1 16,27-1-1,-55 31-15,2 58 16,-2 1-16,0-1 15,2-29 1,25-60-16,1 60 16,27-59-1,0-1 48,55-29 77,26-59-124,1-30 0,79 1-16,-24 28 15,-29 31 1,-27-1-16,-26 1 16,25 29-1,-52-30 1,-28 0-1,27 30 1</inkml:trace>
  <inkml:trace contextRef="#ctx0" brushRef="#br0" timeOffset="72829.4292">8956 14275 0,'27'0'47,"-27"-30"-32,28 30 1,25 0-1,2-29-15,80-60 16,1 59 0,-55-29-16,-54 29 15,28 30 1,-55-29-16,26 29 16,1 0 30</inkml:trace>
  <inkml:trace contextRef="#ctx0" brushRef="#br0" timeOffset="73357.2218">9553 14482 0,'26'0'78,"29"-59"-62,-1 29 0,27 1-16,-26-30 15,-2 59 1,-25-30-16,-1 30 31,0-30-31</inkml:trace>
  <inkml:trace contextRef="#ctx0" brushRef="#br0" timeOffset="75616.7558">10555 13239 0,'0'29'78,"27"30"-47,-27-29-31,28 29 16,-28-30-16,0 31 16,27-30-1,-27-1-15,0 1 16,27-30-1,-27 29-15,0 1 16</inkml:trace>
  <inkml:trace contextRef="#ctx0" brushRef="#br0" timeOffset="76949.0271">11071 13120 0,'-28'0'15,"1"0"-15,0 0 32,27 29-17,-27 1-15,0 0 16,0 29 0,0 0-16,-1 1 15,1-31 1,27 30-16,0-29 15,0 0 1,0-1-16,0 1 31,0-1 16,0 1-16,27-30-15,-27 30-16,28-30 31,-1 0-15,0 0 0,0 0-1,0 0-15,0 0 31,0 0 1,-27-30 93,0 0-94,28 1 0,-28-1-15,0 1-16,0-1 47,-28 30-32,28-30 1,-27 30 0,0 0-1,0 0 1,0 0 31,0 0 0,27 30 15</inkml:trace>
  <inkml:trace contextRef="#ctx0" brushRef="#br0" timeOffset="79031.8167">11395 12972 0,'28'59'125,"-28"1"-109,54 28-1,-26-28-15,-2-31 16,1 30 0,0 1-16,1-60 15,-28 58-15,27-58 31,-27 30-31,0-60 141,26 1-125,29-90-1,26-58-15,1 29 16,-29-1-16,2 61 16,-28 28-1,-27 31-15,0 0 16,0 58 93,0 0-78,0 1-31,-54 30 16,0 28 0,-28 31-16,55-60 15,-27-29-15,54 29 16,-27-30 0,0 1-16,54-30 250,28 0-250,-2 0 15,2 60-15,-2-31 16,2-29-1,-55 29-15,27-29 16,-27 30 0,28-30-1,-28 30 1,27-30 78,-1 0-94,1 0 15,28 30 1,-28-30-16,27 29 16,-27-29-1,1 0 16</inkml:trace>
  <inkml:trace contextRef="#ctx0" brushRef="#br0" timeOffset="81369.8225">12480 13209 0,'27'-30'31,"-27"-29"-15,0-60-1,0 1-15,0-60 16,0 30 0,0 0-16,-27 60 15,0 88-15,27-30 16,0 60 62,27 28-78,-27 2 16,54-1-16,-27 0 15,1-29 1,-1 58-16,-1-58 15,1 0 1,-27 29-16,28-30 16,26 31-16,-27-30 31,0-1-15,0-29 15,1 0-16,-1 0 32,-27-29-15,0-31-17,0 1 1,0 30-1,0-31-15,0 30 16,0 1 0,0 0-1,26 29 48,1 0-48,1 29 1,-1-29-16,0 59 16,0-59-16,-27 30 15,27 0 1,0-1-16,-27 0 31,28-29-31,-28-29 188,27 29-188,-1-29 31,1 29-31,1 0 16,26 0-1,-26 0 1,-2 0-1,1 0 1,1 0 0,-1 0-1,0 0 1,-1-30 0,2-30-16,-1 2 15,0 28-15,1-59 16,-28 60-1,26 29 157,1 0-172,1 0 16,26 0 0,-28-30-16,29 0 15,-55-29 1,27 30-16,1-1 15,-28-30 1,0 30 0,26 30 140,-26 30-140,27 0-1,1-30 1,-28 30 15,-28-30-15</inkml:trace>
  <inkml:trace contextRef="#ctx0" brushRef="#br0" timeOffset="81768.4664">13916 12291 0</inkml:trace>
  <inkml:trace contextRef="#ctx0" brushRef="#br0" timeOffset="84458.9761">8008 14660 0,'0'29'46,"0"1"-46,0 29 16,27-29 0,-27 0-16,26 58 15,1-28 1,1-1-16,-1-30 16,0 31-16,0-1 31,-27-30 16,0-88 46,27 30-77,28-1-16,-2-88 16,29-1-1,-1 1-15,1-1 16,-1 60 0,1 0-16,-29 59 15,2 0 1,-28 0-1,-1 59 17,-26-29-32,0 58 15,0-58-15,0 59 16,0-30 0,0 0-16,-26-29 15,-1 29 1,-28-29-1,55-1 1,-27 1-16,1-30 16,-29 30-1,28-30 1,-1 0 15,2 0 16,-1 0 16,0 0-48,-1 0 16,1 0-31,0 0 32,27-30 46,27 0-78,28 1 15,-1-1 1,0 1-16,-27-1 16,28 30-16</inkml:trace>
  <inkml:trace contextRef="#ctx0" brushRef="#br0" timeOffset="87311.679">9011 14808 0,'26'0'31,"1"0"-15,1 30 0,-1-30-16,0 0 15,0 0 1,0 0 31,-27 59 109,0-30-156,0 60 16,27 30-1,28 29-15,-55-30 16,26 60-1,1-60-15,-27-58 16,0-1-16,0-30 16,0 1-1,-27-60 63,27 1-78,-26-1 16,-2 1 0,1-1-16,27 0 15,0 1 1,-27-1-16,27 1 16,0-1-16,0 0 15,27-58 1,54-31-16,1 0 15,-1 60 1,-27-30-16,-26 60 16,-28-1-1,26 1-15,-26-1 32,27 0-17,-27 1-15,28-30 31,-28 29-15,0 0 0,0 1 15,0-1-15,-28 30-1,1 0 1,1 0-1,-2 0 17,82 59 155,1 30-187,-1 30 16,-27-90-1,0 30-15,-27-29 16,0 0 0,27-30-16,-27 29 15,0-58 157,-27 29-156,-27-30-16,27 0 15,0 30 1,-1-29-16,1 29 16,1 0 15,79-30 78,-25 1-93,53 29 0,-54 0-16,27-30 15,-26 30 1,-28-30-16,27 30 15,-27-29 110,-27 29 0,27 59-125,0-29 16,0-1 15,0 30-31,27-59 16,-27 30 0,26-30-1,-26 30 1,28-30 31,-1 0-32,0-30 1,54-59-16,-26 30 16,26-30-1,-54 0-15,0 60 16,-27-1-1,0 0-15,28 1 16,-2 29 125,1 29-141,1-29 15,26 60-15,0-31 16,-27 1 0,0 0-16,1-1 15</inkml:trace>
  <inkml:trace contextRef="#ctx0" brushRef="#br0" timeOffset="160581.7466">15624 11639 0,'0'30'62,"0"0"-46,0-1-1,0 0 1,0 1 0,28 0-1,-1-30 48,-1 0-1,1 0-30,-27-30-17,28 30-15,-28-30 63,27 30-48,-27-29 17,0 0-17,0-1 1,0 0 15,-27 30 0,27-30-15,-28 30 0,1 0 15,1 0-16,-1 0 48,27 30-47,0 0-1,0 0 1,0-1 15</inkml:trace>
  <inkml:trace contextRef="#ctx0" brushRef="#br0" timeOffset="161358.4113">15923 11609 0,'0'30'16,"0"0"0,0 0-1,0-1-15,0 0 16,0 1 0,0 0-16,27 0 15,-1 0 1,2-30 15,-1 0 0,0 0 32,-27-30-63,0 0 15,0 0 1,0 0 15,0 1-15,-27 0-16,0 29 31,27-30-31,-28 30 47,2 0 0</inkml:trace>
  <inkml:trace contextRef="#ctx0" brushRef="#br0" timeOffset="162661.9342">16926 11195 0,'0'30'16,"0"0"31,0-2-32,0 2 1,26 0 0,-26 0 15,0 0-16,27-30 1,1 0 0,-1 28 15,0-28-15,0 0 15,0 0-31,0 0 31,-27-28 32,0-2-48,0 0 16,0 0-15,0 0-16,0 2 16,-27 28-1,0-30-15,0 30 32,0 0-17,0 0 1,-1 0-16,-25 0 15,25 0 17,28 30 46</inkml:trace>
  <inkml:trace contextRef="#ctx0" brushRef="#br0" timeOffset="163430.4389">17197 11107 0,'26'0'47,"1"0"-32,-27 28 1,28-28-16,-28 30 15,0 0-15,27-30 16,-27 30 0,27-30-16,-27 30 31,27-30 0</inkml:trace>
  <inkml:trace contextRef="#ctx0" brushRef="#br0" timeOffset="164073.3309">18173 10751 0,'0'30'62,"26"0"-46,-26-2-1,27-28-15,-27 30 16,28-30 0,-28 30-1,0 0 16</inkml:trace>
  <inkml:trace contextRef="#ctx0" brushRef="#br0" timeOffset="165649.9809">18389 10721 0,'0'30'47,"0"0"-16,0 0-15,27-30-1,1 28 1,-28 2-16,26-30 16,-26 30 30</inkml:trace>
  <inkml:trace contextRef="#ctx0" brushRef="#br0" timeOffset="167970.6586">18389 10751 0,'27'0'47,"-27"30"-32,28 0-15,-2-30 16,-26 28-16,27-28 16,1 0 46,-28-28 141,0-2-187,0 0-1,0 0 17,-28 30-32,28-30 15,-27 30 17,1 0 14</inkml:trace>
  <inkml:trace contextRef="#ctx0" brushRef="#br0" timeOffset="169145.4709">19365 10395 0,'0'30'125,"0"0"-109,0 30-16,27-32 15,1 2-15,-28 0 16,26 0-16,-26 0 47,27-30 31</inkml:trace>
  <inkml:trace contextRef="#ctx0" brushRef="#br0" timeOffset="169748.0482">19555 10365 0,'0'30'78,"26"-30"-78,-26 30 16,0 0 0,0 0-16,28 0 15,-28-2 1,27-28-1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19-02-23T11:40:46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14809 14585 0,'49'0'78,"-24"0"-78,0 0 15,49 0 1,26 25-16,48-25 16,1 0-1,0 25-15,25-25 16,-50 0-16,49 25 16,26-1-1,-50-24-15,24 25 16,-74-25-1,26 0-15,-26 0 16,-25 0 0,1 25-16,-26-25 15,1 0 1,-25 0-16,-1 0 16,1 0 30</inkml:trace>
  <inkml:trace contextRef="#ctx0" brushRef="#br0" timeOffset="32720.5244">21655 13791 0,'0'25'187,"25"0"-171</inkml:trace>
  <inkml:trace contextRef="#ctx0" brushRef="#br0" timeOffset="32724.5389">21680 13841 0</inkml:trace>
  <inkml:trace contextRef="#ctx0" brushRef="#br0" timeOffset="33133.3843">21704 13866 0</inkml:trace>
  <inkml:trace contextRef="#ctx0" brushRef="#br0" timeOffset="33598.1101">21680 13891 0,'-25'0'110,"0"0"-95,-49-25 1,-50-50-16,-50-24 16,0 0-1,26 0-15,-51 24 16,1 1-1</inkml:trace>
  <inkml:trace contextRef="#ctx0" brushRef="#br0" timeOffset="33603.6249">20539 13345 0</inkml:trace>
  <inkml:trace contextRef="#ctx0" brushRef="#br0" timeOffset="41483.4159">11807 14932 0,'50'0'47,"0"0"-32,49 0 1,50 0-16,49 0 16,1-24-16,24 24 15,0 0 1,25-25-16,-50 25 15,1-25 1,-50 25-16,-25 0 16,-50 0-1,-49 0-15,0 0 16,0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19-02-23T11:42:28.5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8732 4738 0,'49'0'109,"-24"0"-109,49 0 16,26 0-16,48-25 15,1 25-15,0-25 16,-25 25 0,25 0-16,-50-25 15,0 25-15,-24 0 16,-26 0-1,1 0-15,-25 0 32,0 0 46</inkml:trace>
  <inkml:trace contextRef="#ctx0" brushRef="#br0" timeOffset="2533.4447">18430 4738 0,'25'0'110,"0"0"-95,0 0-15,24 0 16,26 0 0,-1 0-16,50 0 15,25 0 1,-25-25-16,25 0 15,24 0 1,1 25-16,-50 0 16,50 0-16,-75 0 15,0-25 1,-49 25-16,24 0 16,-49 0-1,0 0 16</inkml:trace>
  <inkml:trace contextRef="#ctx0" brushRef="#br0" timeOffset="7054.3731">10369 2877 0,'25'0'109,"-1"0"-93,1 0-16,25 0 16,-25 0-1,-1-24-15,26 24 16,-25 0-1,0 0 1,-1 0-16,-24 24 78,0 1-62,0 25-1,0-25 1,-24-1 0,24 1-16,-25 0 31,25 0-31,-25-25 16,0 0-16,-24 25 15,-1-25 1,25 24-16,0-24 15,-49 0 1,49 0 0,0 0-1,0 0 1,25-24 15,25 24 110,0 0-126,0 0-15,0 0 16,0 0 0,24 0-1,-24 0 1,0 24 0,0-24-16,-1 0 31,1 0 0,0 0-15,0 0-1,-25 25 235</inkml:trace>
  <inkml:trace contextRef="#ctx0" brushRef="#br0" timeOffset="8274.7853">10914 2853 0,'0'24'78,"0"1"-47,0 0 1,0 0-32,-24-25 31,24 25-16,24-25 95,1 0-110,0 0 15,25 0 1,-26 0 0,1 0-1,0 0 32,-25 24-31,0 1-16,0 0 15,0 0 1,0 24 15,0-24-15,-25 0 0,25 0-16,-25-25 15,1 0 48,24-25-1,0 0-46,0 0 15</inkml:trace>
  <inkml:trace contextRef="#ctx0" brushRef="#br0" timeOffset="9067.2383">11038 2877 0,'25'0'156,"0"0"-140,49-24 0,26 24-16,24-25 15,0 0-15,0-25 16,-75 50-1,1 0-15,-25-24 16,0 24 0</inkml:trace>
  <inkml:trace contextRef="#ctx0" brushRef="#br0" timeOffset="10984.8738">11882 2729 0,'-25'0'78,"25"24"-47,-25-24-31,0 25 78,-24 0-62,24-25-16,0 25 16,0 0-1,1-25 1,24 24-1,-25 1 17,0-25-17,25 25 17,-25 0-32,25 0 31,0-1 0,0 1 47,0 0-62,25-25 15,0 25-15,-25 0-1,25-25 1,-25 24 0,24 1-1,1-25 32,0 25-31,0-25 15,0 0-15,24 0-1,-24 0 1,0-25 46,-25 0 1,0 1 15,-25 24 16,0 0-63,25-25-15,-25 25-16,1 0 15,-1-25 1,0 0-1,0 25 1,0 0 15,1 0 16,24 25 16,0 0 30</inkml:trace>
  <inkml:trace contextRef="#ctx0" brushRef="#br0" timeOffset="16000.3102">12353 5829 0,'25'0'16,"0"0"62,24 0-62,1 25-16,24-25 15,75 0-15,-25 0 16,50-25 0,-50 25-16,25-25 15,24 25-15,-24 0 16,0 0-1,-25 0-15,-25 0 16,-49 0 0,24 0-16,-49 0 31</inkml:trace>
  <inkml:trace contextRef="#ctx0" brushRef="#br0" timeOffset="31050.8646">6202 15825 0,'24'0'109,"26"0"-62,-25 0-31,24 0-1,26 0-15,74 0 16,-50 0-16,25-24 15,25 24 1,-50-25-16,50 0 16,-25 25-1,-25-25-15,25 25 16,-25 0 0,-24 0-16,-26 0 15,-24 0 1,0 0-16,0 0 15,-1 0 1,1 0 0,0 0 31,0 0-32,0 0 1,-1 0-1,26 0-15,-25 0 16,0 0 0,-1 0-16,1 0 15,0 0 1,0 0-16,0 0 31,0 0-31,-1 0 16,-24-25-1,25 25 1,0 0 62,0 0-78,0 0 16,-1 0 171</inkml:trace>
  <inkml:trace contextRef="#ctx0" brushRef="#br0" timeOffset="58092.2187">15181 16594 0,'25'0'78,"-1"0"-63,1 0 1,0 0-16,49 0 16,50-49-1,0-1-15,25 1 16,-49-26-16,48 25 16,-48 26-1,-1-26-15,-74 25 16,24 25-1,-24 0-15,-25-25 16</inkml:trace>
  <inkml:trace contextRef="#ctx0" brushRef="#br0" timeOffset="67760.2782">19298 6648 0,'0'24'78,"0"1"-78,25 25 16,0 49 0,25 50-16,-26 25 15,1-26 1,-25 1-16,25 0 15,-25-25-15,25 50 16,-25-75 0,0 25-16,25 0 15,-25-50 1,24-24-16,-24-25 16,0 24-1,0-24 48,0-74 30</inkml:trace>
  <inkml:trace contextRef="#ctx0" brushRef="#br0" timeOffset="69490.8813">19398 6697 0,'24'0'78,"26"0"-62,49-49-1,75 24-15,24-25 16,50 1-16,0-1 16,-49 25-1,-100 0-15,-25 1 16,-24-1 0,-25 25-16,0 0 31,0 0 31,-25 25 1,0-1-63,0 26 15,0 24 1,0 50-16,0 0 16,24 1-1,1-1-15,-25-25 16,0 0-16,25-25 16,-25-24-1,25 24 1,-25-24-16,0 0 15,0 24-15,0-24 16,0-26 0,0 1-16,25 0 15,-25 25 1,24-50 0,-24 24-16,25 26 15,0-25-15,-25 0 16,0 49-1,25-24-15,0-25 16,-25-1 0,24 1-16,-24 0 15,25-25 17,-25 25-32,0 0 31,0-1-31,25 1 15,-25 25 1,25 24 0,0-24-16,-1 24 15,-24 1 1,0-26-16,25 1 16,-25-1-1,0-24-15,25-25 16,-25 25-1,0 0 1,0 0 62</inkml:trace>
  <inkml:trace contextRef="#ctx0" brushRef="#br0" timeOffset="71301.8704">19522 8384 0,'0'25'47,"24"24"-47,26 51 16,-25 48-1,74 26-15,-49 49 16,24-49-16,-24 0 16,-1-26-1,-24-73-15,0-26 16,0-24 0,-25 0 15,25-25 47,-1-25-31,76-24-47,-51-1 15,26 0 1,24 26-16,-25-26 16,25 0-1,1 26-15,-51-26 16,26 25-16,-1-24 16,25-1-1,-24 0-15,-1 1 16,-24 24-1,-1-25-15,-24 26 16,25 24-16,-50-25 16,25 25-1,-1 0 32,-24-25-16,0 0 32,0 0-1,0 0-46,0 1 0,0-1 31,0 0 62,0 0-93,0-24-1,0 24 16</inkml:trace>
  <inkml:trace contextRef="#ctx0" brushRef="#br0" timeOffset="74291.2243">19447 7144 0,'0'-25'78,"25"25"-47,0 0-15,0 0 0,-1-50-16,76 50 15,-26-49-15,0 24 16,26 0-1,-26 0-15,1 25 16,-26-24 0,1 24-16,-1-25 15,1 25 1,0 0-16,-26 0 16,1-25-16,25 25 15,24-25 1,-49 25-16,25-25 15,-26 0 1,26 25-16,-25 0 16,-25-24 46,25 24-31,-1-25-15,1 25 15,0 0-31,0 0 16,0 0 0,24 0-16,-24 0 15,0 0-15,0 0 31,0 0 173,-25-25-189,24 25-15,1 0 16,0 0-1,-50 0 142,-49 0-157</inkml:trace>
  <inkml:trace contextRef="#ctx0" brushRef="#br0" timeOffset="75852.7341">18579 6995 0,'-25'0'47,"25"25"31,-25-25-62,25 25 0,0-1 31,0 1-16,0 0-16,0 0 1,25 0-16,0-1 31,0-24 1,-25 25-17,25-25-15,-1 0 16,1 25 15,0-25 0,0 0 1,-25-25 46,0 0-16,0 1-15,0-1-47,0 0 16,0 0 15,-25 25-31,0 0 31,25-25-15,-49 1-1,24 24 48,0 0 15</inkml:trace>
  <inkml:trace contextRef="#ctx0" brushRef="#br0" timeOffset="77576.2896">19894 9500 0,'25'-25'47,"-1"25"-32,1 0 1,50 0-16,-26-24 16,1-1-1,-25 0-15,49 0 16,0 0-16,-24 1 15,0-1 1,49-50-16,0 26 16,0-1-1,0-24-15,1 49 16,-1-50 0,0 26-16,25-1 15,-49 50-15,-1-49 16,0-1-1,-24 50-15,-25 0 16,0-25 0,-1 0 62,1 1-47,0 24-15,0 0-16,-50 24 140,25 1-124,-25-25-16</inkml:trace>
  <inkml:trace contextRef="#ctx0" brushRef="#br0" timeOffset="79716.8401">19100 9798 0,'25'0'62,"0"-25"-46,24 0 0,26 25-16,-1-25 15,-49 1 1,0 24-16,-1 0 15,1 0 1,-25 24 140,-25 1-140,25 0-16,-24-25 16,24 25-1,-25-25-15,0 0 16,25 25-1,0-1 32,25 1 94,0-25-141,-1 0 16,1 0-16,-25 25 15,25-25 1,-25 25-16,25-25 62,-25 25-62,0-1 16,0 1 15,0 0-15,-25 0 15,0-25-15,0 0-1,1 0-15,-26 25 16,25-25 0,0 0 30</inkml:trace>
  <inkml:trace contextRef="#ctx0" brushRef="#br0" timeOffset="80634.1639">19695 9748 0,'0'-25'32,"0"50"46,25-25-63,-25 25 1,0 0 0,0 0-16,25-1 15,-25 1 1,25 0-16,-25 0 31,0 0 0</inkml:trace>
  <inkml:trace contextRef="#ctx0" brushRef="#br0" timeOffset="82223.3375">20067 7169 0</inkml:trace>
  <inkml:trace contextRef="#ctx0" brushRef="#br0" timeOffset="82617.6124">20142 7441 0</inkml:trace>
  <inkml:trace contextRef="#ctx0" brushRef="#br0" timeOffset="84705.4027">19522 7888 0,'0'-25'47,"0"0"0,49 25-31,-24 0-1,49-49-15,1 24 16,49 0-16,-74 25 15,-1-25 1,-24 0-16,25 1 16,-1 24-1,1 0-15,-1-50 16,1 25-16,24 25 16,1-25-1,-26 1-15,-24 24 16,0 0-1,25 0-15,-26-25 32,1 25-17,0-25 1,0 25 0,0 0 15,-1 0 78,1 0-93,-25-25-16,25 25 31,25 0 0,-26 0-15,-24-25 0,25 25 30,0 0-14,0-24-17,-25-1 1,25 25-16,0 0 16,-25-25-1,24 25-15</inkml:trace>
  <inkml:trace contextRef="#ctx0" brushRef="#br0" timeOffset="86661.0536">19522 8235 0,'24'0'78,"1"-25"-78,25 25 15,24-49 1,-24 24-16,24 0 16,26 0-1,-1 1-15,-50-1 16,1 25 0,-25 0-16,24-50 15,1 25-15,-25 25 16,24-25-1,51 1-15,-76-1 16,1 25 0,25 0-16,-25-25 15,-1 0-15,1 25 16,0-25 0,0 25-16,0 0 31,-25-24 47,24 24-78,1 0 31,0 0-15,0 0 15,0 0-15,-1 0-1,1-25-15,25 0 16,-25 25 0,0 0-1,-25-25-15,24 25 16,1 0 46,-25-25-15,25 25-31,0 0 78</inkml:trace>
  <inkml:trace contextRef="#ctx0" brushRef="#br0" timeOffset="87756.5205">18777 8136 0,'0'25'78,"0"0"-62,25-1-1,-25 1-15,0 0 16,0 0-1,25-25-15,-25 25 16,0-1 0,0 1 31,0 0 62</inkml:trace>
  <inkml:trace contextRef="#ctx0" brushRef="#br0" timeOffset="88979.5636">19001 8111 0,'0'25'109,"25"0"-93,-25 0-1,0 24 1,0-24-1,24-25 1,-24 25 0</inkml:trace>
  <inkml:trace contextRef="#ctx0" brushRef="#br0" timeOffset="93765.2454">19695 7838 0,'0'25'78,"0"0"-47,25-25-15,-25 25-1,0-1-15,0 1 16,25 0-16,-25 0 15,0 0 1,0 0 0,25-1-1,-25 1 1</inkml:trace>
  <inkml:trace contextRef="#ctx0" brushRef="#br0" timeOffset="94819.522">19919 7789 0,'0'24'15,"24"-24"1,-24 25 0,0 0-1,25-25 1,-25 25-1,25 0 17,-25 24-17,25-24 1,0-25 15,-25 25-15,0 0-1</inkml:trace>
  <inkml:trace contextRef="#ctx0" brushRef="#br0" timeOffset="96436.1951">20241 7714 0,'0'0'0,"0"25"125,25 0-109,0 24-1,-25 1 1,24-25 0,-24 0-16,0-1 31,0 1 0,25-25-15</inkml:trace>
  <inkml:trace contextRef="#ctx0" brushRef="#br0" timeOffset="97819.525">20588 7615 0,'0'25'109,"25"0"-93,-25-1-16,25 1 15,-25 0 1,25 25-16,-25-26 16,24 1-1,-24 0 1</inkml:trace>
  <inkml:trace contextRef="#ctx0" brushRef="#br0" timeOffset="99564.0459">20836 7516 0,'25'0'93,"-25"25"-93,25-25 32,-25 24-32,0 1 31,0 0-16,25-25-15,-25 25 16,0 0 15</inkml:trace>
  <inkml:trace contextRef="#ctx0" brushRef="#br0" timeOffset="101499.5021">20985 7417 0,'0'-25'0,"25"25"31,0-25-16,0 25 1,24 0 0,-24-50-16,25 50 15,-1-24-15,1-1 16,-25 25 0,-1 0-16,-24 25 171,25-1-155,-25 1-16,0 0 16,25 0-1,0 0 1,-25-1-16,0 1 16,0 0 77,0 0-46,-25-25 94,25 25-141,-25-1 15,0-24 1,-24 25 0,24 0-1,0-25-15,0 0 32,-24 0-17,24 25 16,-25-25-15,50 25 0,-24-25-16,-1 0 15,25 24 1,-25-24 46</inkml:trace>
  <inkml:trace contextRef="#ctx0" brushRef="#br0" timeOffset="106727.0588">21382 7342 0,'25'0'47,"0"0"-32,-1-25-15,1 25 16,0-24-16,0 24 31,0 24 141,-25 1-125,0 0-16,0 0 16,0 0-31,0-1 155,-50-24-155,50 25 0,-25 0-1,-24-25-15,49 25 16,-25-25 0,0 0-1,0 25-15,25-1 31,-25-24-31,1 25 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E4D2D20F-53A5-490A-837A-4430713C8CF5}" type="datetimeFigureOut">
              <a:rPr lang="en-US" smtClean="0"/>
              <a:pPr/>
              <a:t>1/28/2021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E2663B-E387-443C-B665-17502BB33C5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25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08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12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20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25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032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037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044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050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10.xml"/><Relationship Id="rId7" Type="http://schemas.openxmlformats.org/officeDocument/2006/relationships/oleObject" Target="../embeddings/oleObject2.bin"/><Relationship Id="rId2" Type="http://schemas.openxmlformats.org/officeDocument/2006/relationships/tags" Target="../tags/tag9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2.png"/><Relationship Id="rId5" Type="http://schemas.openxmlformats.org/officeDocument/2006/relationships/tags" Target="../tags/tag12.xml"/><Relationship Id="rId10" Type="http://schemas.openxmlformats.org/officeDocument/2006/relationships/image" Target="../media/image10.emf"/><Relationship Id="rId4" Type="http://schemas.openxmlformats.org/officeDocument/2006/relationships/tags" Target="../tags/tag11.xml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2.xml"/><Relationship Id="rId7" Type="http://schemas.openxmlformats.org/officeDocument/2006/relationships/oleObject" Target="../embeddings/oleObject4.bin"/><Relationship Id="rId2" Type="http://schemas.openxmlformats.org/officeDocument/2006/relationships/tags" Target="../tags/tag21.xml"/><Relationship Id="rId1" Type="http://schemas.openxmlformats.org/officeDocument/2006/relationships/vmlDrawing" Target="../drawings/vmlDrawing4.vml"/><Relationship Id="rId6" Type="http://schemas.openxmlformats.org/officeDocument/2006/relationships/slideMaster" Target="../slideMasters/slideMaster3.xml"/><Relationship Id="rId11" Type="http://schemas.openxmlformats.org/officeDocument/2006/relationships/image" Target="../media/image2.png"/><Relationship Id="rId5" Type="http://schemas.openxmlformats.org/officeDocument/2006/relationships/tags" Target="../tags/tag24.xml"/><Relationship Id="rId10" Type="http://schemas.openxmlformats.org/officeDocument/2006/relationships/image" Target="../media/image10.emf"/><Relationship Id="rId4" Type="http://schemas.openxmlformats.org/officeDocument/2006/relationships/tags" Target="../tags/tag23.xml"/><Relationship Id="rId9" Type="http://schemas.openxmlformats.org/officeDocument/2006/relationships/image" Target="../media/image9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34.xml"/><Relationship Id="rId7" Type="http://schemas.openxmlformats.org/officeDocument/2006/relationships/oleObject" Target="../embeddings/oleObject6.bin"/><Relationship Id="rId2" Type="http://schemas.openxmlformats.org/officeDocument/2006/relationships/tags" Target="../tags/tag33.xml"/><Relationship Id="rId1" Type="http://schemas.openxmlformats.org/officeDocument/2006/relationships/vmlDrawing" Target="../drawings/vmlDrawing6.vml"/><Relationship Id="rId6" Type="http://schemas.openxmlformats.org/officeDocument/2006/relationships/slideMaster" Target="../slideMasters/slideMaster4.xml"/><Relationship Id="rId11" Type="http://schemas.openxmlformats.org/officeDocument/2006/relationships/image" Target="../media/image2.png"/><Relationship Id="rId5" Type="http://schemas.openxmlformats.org/officeDocument/2006/relationships/tags" Target="../tags/tag36.xml"/><Relationship Id="rId10" Type="http://schemas.openxmlformats.org/officeDocument/2006/relationships/image" Target="../media/image10.emf"/><Relationship Id="rId4" Type="http://schemas.openxmlformats.org/officeDocument/2006/relationships/tags" Target="../tags/tag35.xml"/><Relationship Id="rId9" Type="http://schemas.openxmlformats.org/officeDocument/2006/relationships/image" Target="../media/image9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46.xml"/><Relationship Id="rId7" Type="http://schemas.openxmlformats.org/officeDocument/2006/relationships/oleObject" Target="../embeddings/oleObject8.bin"/><Relationship Id="rId2" Type="http://schemas.openxmlformats.org/officeDocument/2006/relationships/tags" Target="../tags/tag45.xml"/><Relationship Id="rId1" Type="http://schemas.openxmlformats.org/officeDocument/2006/relationships/vmlDrawing" Target="../drawings/vmlDrawing8.vml"/><Relationship Id="rId6" Type="http://schemas.openxmlformats.org/officeDocument/2006/relationships/slideMaster" Target="../slideMasters/slideMaster5.xml"/><Relationship Id="rId11" Type="http://schemas.openxmlformats.org/officeDocument/2006/relationships/image" Target="../media/image2.png"/><Relationship Id="rId5" Type="http://schemas.openxmlformats.org/officeDocument/2006/relationships/tags" Target="../tags/tag48.xml"/><Relationship Id="rId10" Type="http://schemas.openxmlformats.org/officeDocument/2006/relationships/image" Target="../media/image10.emf"/><Relationship Id="rId4" Type="http://schemas.openxmlformats.org/officeDocument/2006/relationships/tags" Target="../tags/tag47.xml"/><Relationship Id="rId9" Type="http://schemas.openxmlformats.org/officeDocument/2006/relationships/image" Target="../media/image9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3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4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4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3"/>
            <a:ext cx="2209800" cy="547657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4" y="3810004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3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4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4" y="3810004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4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3"/>
            <a:ext cx="2209800" cy="547657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5"/>
            <a:ext cx="1905000" cy="280742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4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3"/>
            <a:ext cx="2209800" cy="547657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342754" marR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636" marR="0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3, UGC Act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92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381000" y="6492875"/>
            <a:ext cx="2133600" cy="365125"/>
          </a:xfrm>
        </p:spPr>
        <p:txBody>
          <a:bodyPr/>
          <a:lstStyle>
            <a:lvl1pPr>
              <a:defRPr sz="1600"/>
            </a:lvl1pPr>
          </a:lstStyle>
          <a:p>
            <a:fld id="{BD0827E9-CFC9-46E1-A7D1-8887B5DA61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5C652-FC7F-4E15-B2B8-09AF2DB910E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02" tIns="45701" rIns="91402" bIns="4570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1" y="6356350"/>
            <a:ext cx="2895600" cy="365125"/>
          </a:xfrm>
          <a:prstGeom prst="rect">
            <a:avLst/>
          </a:prstGeom>
        </p:spPr>
        <p:txBody>
          <a:bodyPr lIns="91402" tIns="45701" rIns="91402" bIns="4570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 marL="342754" marR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636" marR="0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5"/>
            <a:ext cx="4038600" cy="4525963"/>
          </a:xfrm>
        </p:spPr>
        <p:txBody>
          <a:bodyPr/>
          <a:lstStyle>
            <a:lvl1pPr marL="342754" marR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636" marR="0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4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08" indent="0">
              <a:buNone/>
              <a:defRPr sz="2000" b="1"/>
            </a:lvl2pPr>
            <a:lvl3pPr marL="914012" indent="0">
              <a:buNone/>
              <a:defRPr sz="1800" b="1"/>
            </a:lvl3pPr>
            <a:lvl4pPr marL="1371020" indent="0">
              <a:buNone/>
              <a:defRPr sz="1600" b="1"/>
            </a:lvl4pPr>
            <a:lvl5pPr marL="1828025" indent="0">
              <a:buNone/>
              <a:defRPr sz="1600" b="1"/>
            </a:lvl5pPr>
            <a:lvl6pPr marL="2285032" indent="0">
              <a:buNone/>
              <a:defRPr sz="1600" b="1"/>
            </a:lvl6pPr>
            <a:lvl7pPr marL="2742037" indent="0">
              <a:buNone/>
              <a:defRPr sz="1600" b="1"/>
            </a:lvl7pPr>
            <a:lvl8pPr marL="3199044" indent="0">
              <a:buNone/>
              <a:defRPr sz="1600" b="1"/>
            </a:lvl8pPr>
            <a:lvl9pPr marL="365605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4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08" indent="0">
              <a:buNone/>
              <a:defRPr sz="2000" b="1"/>
            </a:lvl2pPr>
            <a:lvl3pPr marL="914012" indent="0">
              <a:buNone/>
              <a:defRPr sz="1800" b="1"/>
            </a:lvl3pPr>
            <a:lvl4pPr marL="1371020" indent="0">
              <a:buNone/>
              <a:defRPr sz="1600" b="1"/>
            </a:lvl4pPr>
            <a:lvl5pPr marL="1828025" indent="0">
              <a:buNone/>
              <a:defRPr sz="1600" b="1"/>
            </a:lvl5pPr>
            <a:lvl6pPr marL="2285032" indent="0">
              <a:buNone/>
              <a:defRPr sz="1600" b="1"/>
            </a:lvl6pPr>
            <a:lvl7pPr marL="2742037" indent="0">
              <a:buNone/>
              <a:defRPr sz="1600" b="1"/>
            </a:lvl7pPr>
            <a:lvl8pPr marL="3199044" indent="0">
              <a:buNone/>
              <a:defRPr sz="1600" b="1"/>
            </a:lvl8pPr>
            <a:lvl9pPr marL="365605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5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600205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008" indent="0">
              <a:buNone/>
              <a:defRPr sz="1200"/>
            </a:lvl2pPr>
            <a:lvl3pPr marL="914012" indent="0">
              <a:buNone/>
              <a:defRPr sz="1000"/>
            </a:lvl3pPr>
            <a:lvl4pPr marL="1371020" indent="0">
              <a:buNone/>
              <a:defRPr sz="900"/>
            </a:lvl4pPr>
            <a:lvl5pPr marL="1828025" indent="0">
              <a:buNone/>
              <a:defRPr sz="900"/>
            </a:lvl5pPr>
            <a:lvl6pPr marL="2285032" indent="0">
              <a:buNone/>
              <a:defRPr sz="900"/>
            </a:lvl6pPr>
            <a:lvl7pPr marL="2742037" indent="0">
              <a:buNone/>
              <a:defRPr sz="900"/>
            </a:lvl7pPr>
            <a:lvl8pPr marL="3199044" indent="0">
              <a:buNone/>
              <a:defRPr sz="900"/>
            </a:lvl8pPr>
            <a:lvl9pPr marL="365605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799"/>
            <a:ext cx="5486400" cy="3429001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008" indent="0">
              <a:buNone/>
              <a:defRPr sz="2800"/>
            </a:lvl2pPr>
            <a:lvl3pPr marL="914012" indent="0">
              <a:buNone/>
              <a:defRPr sz="2400"/>
            </a:lvl3pPr>
            <a:lvl4pPr marL="1371020" indent="0">
              <a:buNone/>
              <a:defRPr sz="2000"/>
            </a:lvl4pPr>
            <a:lvl5pPr marL="1828025" indent="0">
              <a:buNone/>
              <a:defRPr sz="2000"/>
            </a:lvl5pPr>
            <a:lvl6pPr marL="2285032" indent="0">
              <a:buNone/>
              <a:defRPr sz="2000"/>
            </a:lvl6pPr>
            <a:lvl7pPr marL="2742037" indent="0">
              <a:buNone/>
              <a:defRPr sz="2000"/>
            </a:lvl7pPr>
            <a:lvl8pPr marL="3199044" indent="0">
              <a:buNone/>
              <a:defRPr sz="2000"/>
            </a:lvl8pPr>
            <a:lvl9pPr marL="365605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08" indent="0">
              <a:buNone/>
              <a:defRPr sz="1200"/>
            </a:lvl2pPr>
            <a:lvl3pPr marL="914012" indent="0">
              <a:buNone/>
              <a:defRPr sz="1000"/>
            </a:lvl3pPr>
            <a:lvl4pPr marL="1371020" indent="0">
              <a:buNone/>
              <a:defRPr sz="900"/>
            </a:lvl4pPr>
            <a:lvl5pPr marL="1828025" indent="0">
              <a:buNone/>
              <a:defRPr sz="900"/>
            </a:lvl5pPr>
            <a:lvl6pPr marL="2285032" indent="0">
              <a:buNone/>
              <a:defRPr sz="900"/>
            </a:lvl6pPr>
            <a:lvl7pPr marL="2742037" indent="0">
              <a:buNone/>
              <a:defRPr sz="900"/>
            </a:lvl7pPr>
            <a:lvl8pPr marL="3199044" indent="0">
              <a:buNone/>
              <a:defRPr sz="900"/>
            </a:lvl8pPr>
            <a:lvl9pPr marL="365605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4" y="381004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4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4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52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4" y="3807478"/>
            <a:ext cx="5867400" cy="233652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srgbClr val="FFFFFF"/>
                </a:solidFill>
                <a:latin typeface="+mn-lt"/>
                <a:cs typeface="Arial"/>
              </a:rPr>
              <a:t>BITS</a:t>
            </a:r>
            <a:r>
              <a:rPr lang="en-US" sz="2900" spc="-150" dirty="0">
                <a:solidFill>
                  <a:srgbClr val="FFFFFF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C6C658E-76A0-49DC-842D-6BAA93253E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8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B08C3BD-7C5D-4FDC-B1A6-06A69244E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052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F007E-9FA6-4B7E-A5CD-8A22DEFAC4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7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C9E3B4-6F32-4F8A-BEC1-34217B1F27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536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50427507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" y="5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4" y="6574550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 smtClean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 smtClean="0">
                  <a:solidFill>
                    <a:srgbClr val="FFFFFF"/>
                  </a:solidFill>
                  <a:cs typeface="Arial"/>
                </a:rPr>
                <a:t> Pilani</a:t>
              </a:r>
              <a:endParaRPr lang="en-US" sz="3000" spc="-153" dirty="0">
                <a:solidFill>
                  <a:srgbClr val="FFFFFF"/>
                </a:solidFill>
                <a:cs typeface="Arial"/>
              </a:endParaRP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 smtClean="0">
                  <a:solidFill>
                    <a:srgbClr val="FFFFFF"/>
                  </a:solidFill>
                  <a:cs typeface="Arial"/>
                </a:rPr>
                <a:t>Pilani | Dubai | Goa | Hyderabad</a:t>
              </a:r>
              <a:endParaRPr lang="en-US" sz="900" spc="-153" dirty="0">
                <a:solidFill>
                  <a:srgbClr val="FFFFFF"/>
                </a:solidFill>
                <a:cs typeface="Arial"/>
              </a:endParaRP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80319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" y="5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 smtClean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 smtClean="0">
                  <a:solidFill>
                    <a:srgbClr val="FFFFFF"/>
                  </a:solidFill>
                  <a:cs typeface="Arial"/>
                </a:rPr>
                <a:t> Pilani</a:t>
              </a:r>
              <a:endParaRPr lang="en-US" sz="3000" spc="-153" dirty="0">
                <a:solidFill>
                  <a:srgbClr val="FFFFFF"/>
                </a:solidFill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 smtClean="0">
                  <a:solidFill>
                    <a:srgbClr val="FFFFFF"/>
                  </a:solidFill>
                  <a:cs typeface="Arial"/>
                </a:rPr>
                <a:t>Pilani | Dubai | Goa | Hyderabad</a:t>
              </a:r>
              <a:endParaRPr lang="en-US" sz="900" dirty="0">
                <a:solidFill>
                  <a:srgbClr val="FFFFFF"/>
                </a:solidFill>
                <a:cs typeface="Arial"/>
              </a:endParaRP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2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50427507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31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" y="5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4" y="6574550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cs typeface="Arial"/>
                </a:rPr>
                <a:t> Pilani</a:t>
              </a: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>
                  <a:solidFill>
                    <a:srgbClr val="FFFFFF"/>
                  </a:solidFill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80319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" y="5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rgbClr val="FFFFFF"/>
                  </a:solidFill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2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5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" y="5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4" y="6574550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623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" y="5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387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3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3758595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7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7" y="17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76" y="6574562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52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70825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" y="17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70" y="16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575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4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tags" Target="../tags/tag8.xml"/><Relationship Id="rId3" Type="http://schemas.openxmlformats.org/officeDocument/2006/relationships/slideLayout" Target="../slideLayouts/slideLayout21.xml"/><Relationship Id="rId7" Type="http://schemas.openxmlformats.org/officeDocument/2006/relationships/tags" Target="../tags/tag2.xml"/><Relationship Id="rId12" Type="http://schemas.openxmlformats.org/officeDocument/2006/relationships/tags" Target="../tags/tag7.xml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6" Type="http://schemas.openxmlformats.org/officeDocument/2006/relationships/tags" Target="../tags/tag1.xml"/><Relationship Id="rId11" Type="http://schemas.openxmlformats.org/officeDocument/2006/relationships/tags" Target="../tags/tag6.xml"/><Relationship Id="rId5" Type="http://schemas.openxmlformats.org/officeDocument/2006/relationships/vmlDrawing" Target="../drawings/vmlDrawing1.vml"/><Relationship Id="rId15" Type="http://schemas.openxmlformats.org/officeDocument/2006/relationships/image" Target="../media/image7.emf"/><Relationship Id="rId10" Type="http://schemas.openxmlformats.org/officeDocument/2006/relationships/tags" Target="../tags/tag5.xml"/><Relationship Id="rId4" Type="http://schemas.openxmlformats.org/officeDocument/2006/relationships/theme" Target="../theme/theme2.xml"/><Relationship Id="rId9" Type="http://schemas.openxmlformats.org/officeDocument/2006/relationships/tags" Target="../tags/tag4.xml"/><Relationship Id="rId1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slideLayout" Target="../slideLayouts/slideLayout24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2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vmlDrawing" Target="../drawings/vmlDrawing3.vml"/><Relationship Id="rId15" Type="http://schemas.openxmlformats.org/officeDocument/2006/relationships/image" Target="../media/image7.emf"/><Relationship Id="rId10" Type="http://schemas.openxmlformats.org/officeDocument/2006/relationships/tags" Target="../tags/tag17.xml"/><Relationship Id="rId4" Type="http://schemas.openxmlformats.org/officeDocument/2006/relationships/theme" Target="../theme/theme3.xml"/><Relationship Id="rId9" Type="http://schemas.openxmlformats.org/officeDocument/2006/relationships/tags" Target="../tags/tag16.xml"/><Relationship Id="rId14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slideLayout" Target="../slideLayouts/slideLayout27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vmlDrawing" Target="../drawings/vmlDrawing5.vml"/><Relationship Id="rId15" Type="http://schemas.openxmlformats.org/officeDocument/2006/relationships/image" Target="../media/image7.emf"/><Relationship Id="rId10" Type="http://schemas.openxmlformats.org/officeDocument/2006/relationships/tags" Target="../tags/tag29.xml"/><Relationship Id="rId4" Type="http://schemas.openxmlformats.org/officeDocument/2006/relationships/theme" Target="../theme/theme4.xml"/><Relationship Id="rId9" Type="http://schemas.openxmlformats.org/officeDocument/2006/relationships/tags" Target="../tags/tag28.xml"/><Relationship Id="rId14" Type="http://schemas.openxmlformats.org/officeDocument/2006/relationships/oleObject" Target="../embeddings/oleObject5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slideLayout" Target="../slideLayouts/slideLayout30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vmlDrawing" Target="../drawings/vmlDrawing7.vml"/><Relationship Id="rId15" Type="http://schemas.openxmlformats.org/officeDocument/2006/relationships/image" Target="../media/image7.emf"/><Relationship Id="rId10" Type="http://schemas.openxmlformats.org/officeDocument/2006/relationships/tags" Target="../tags/tag41.xml"/><Relationship Id="rId4" Type="http://schemas.openxmlformats.org/officeDocument/2006/relationships/theme" Target="../theme/theme5.xml"/><Relationship Id="rId9" Type="http://schemas.openxmlformats.org/officeDocument/2006/relationships/tags" Target="../tags/tag40.xml"/><Relationship Id="rId14" Type="http://schemas.openxmlformats.org/officeDocument/2006/relationships/oleObject" Target="../embeddings/oleObject7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02" tIns="45701" rIns="91402" bIns="45701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5"/>
            <a:ext cx="8229600" cy="4525963"/>
          </a:xfrm>
          <a:prstGeom prst="rect">
            <a:avLst/>
          </a:prstGeom>
        </p:spPr>
        <p:txBody>
          <a:bodyPr vert="horz" lIns="91402" tIns="45701" rIns="91402" bIns="45701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" y="6324600"/>
            <a:ext cx="2133600" cy="365125"/>
          </a:xfrm>
          <a:prstGeom prst="rect">
            <a:avLst/>
          </a:prstGeom>
        </p:spPr>
        <p:txBody>
          <a:bodyPr vert="horz" lIns="91402" tIns="45701" rIns="91402" bIns="4570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C55C652-FC7F-4E15-B2B8-09AF2DB910E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733" r:id="rId14"/>
    <p:sldLayoutId id="2147483737" r:id="rId15"/>
    <p:sldLayoutId id="2147483738" r:id="rId16"/>
    <p:sldLayoutId id="2147483739" r:id="rId17"/>
    <p:sldLayoutId id="2147483740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012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754" indent="-342754" algn="l" defTabSz="91401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36" indent="-285630" algn="l" defTabSz="91401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15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521" indent="-228502" algn="l" defTabSz="91401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528" indent="-228502" algn="l" defTabSz="91401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534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40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547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552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08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12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20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25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32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37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44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050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3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13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59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493" y="260785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492" y="542620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20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1712" indent="-621712" defTabSz="913138" fontAlgn="base">
                <a:spcBef>
                  <a:spcPct val="0"/>
                </a:spcBef>
                <a:spcAft>
                  <a:spcPct val="0"/>
                </a:spcAft>
                <a:tabLst>
                  <a:tab pos="624949" algn="l"/>
                </a:tabLst>
              </a:pPr>
              <a:r>
                <a:rPr lang="en-US" sz="1000" dirty="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59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256" tIns="46628" rIns="93256" bIns="46628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 smtClean="0">
                <a:solidFill>
                  <a:srgbClr val="101141"/>
                </a:solidFill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cs typeface="Arial"/>
              </a:rPr>
              <a:t>Pilani, Deemed to be University under Section 3 of UGC Act, 1956</a:t>
            </a:r>
            <a:endParaRPr lang="en-US" sz="1100" dirty="0">
              <a:solidFill>
                <a:srgbClr val="101141"/>
              </a:solidFill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408539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16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03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3138" rtl="0" eaLnBrk="1" fontAlgn="base" hangingPunct="1">
        <a:spcBef>
          <a:spcPct val="0"/>
        </a:spcBef>
        <a:spcAft>
          <a:spcPct val="0"/>
        </a:spcAft>
        <a:tabLst>
          <a:tab pos="27523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23" indent="-195905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281" indent="-267142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569" indent="-158666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07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3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13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59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493" y="260785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492" y="542620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20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1712" indent="-621712" defTabSz="913138" fontAlgn="base">
                <a:spcBef>
                  <a:spcPct val="0"/>
                </a:spcBef>
                <a:spcAft>
                  <a:spcPct val="0"/>
                </a:spcAft>
                <a:tabLst>
                  <a:tab pos="624949" algn="l"/>
                </a:tabLst>
              </a:pPr>
              <a:r>
                <a:rPr lang="en-US" sz="1000" dirty="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59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256" tIns="46628" rIns="93256" bIns="46628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101141"/>
                </a:solidFill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539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16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03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3138" rtl="0" eaLnBrk="1" fontAlgn="base" hangingPunct="1">
        <a:spcBef>
          <a:spcPct val="0"/>
        </a:spcBef>
        <a:spcAft>
          <a:spcPct val="0"/>
        </a:spcAft>
        <a:tabLst>
          <a:tab pos="27523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23" indent="-195905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281" indent="-267142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569" indent="-158666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/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91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3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13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59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493" y="260785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  <a:latin typeface="Arial"/>
                <a:ea typeface="ＭＳ Ｐゴシック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492" y="542620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  <a:ea typeface="ＭＳ Ｐゴシック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20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  <a:ea typeface="ＭＳ Ｐゴシック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1712" indent="-621712" defTabSz="913138" fontAlgn="base">
                <a:spcBef>
                  <a:spcPct val="0"/>
                </a:spcBef>
                <a:spcAft>
                  <a:spcPct val="0"/>
                </a:spcAft>
                <a:tabLst>
                  <a:tab pos="624949" algn="l"/>
                </a:tabLst>
              </a:pPr>
              <a:r>
                <a:rPr lang="en-US" sz="1000" dirty="0">
                  <a:solidFill>
                    <a:srgbClr val="000000"/>
                  </a:solidFill>
                  <a:latin typeface="Arial"/>
                  <a:ea typeface="ＭＳ Ｐゴシック"/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59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Arial"/>
                  <a:ea typeface="ＭＳ Ｐゴシック"/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  <a:latin typeface="Arial"/>
                  <a:ea typeface="ＭＳ Ｐゴシック"/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256" tIns="46628" rIns="93256" bIns="46628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539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16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03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46912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3138" rtl="0" eaLnBrk="1" fontAlgn="base" hangingPunct="1">
        <a:spcBef>
          <a:spcPct val="0"/>
        </a:spcBef>
        <a:spcAft>
          <a:spcPct val="0"/>
        </a:spcAft>
        <a:tabLst>
          <a:tab pos="27523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23" indent="-195905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281" indent="-267142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569" indent="-158666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589449439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3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6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197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60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505" y="260797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913238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  <a:latin typeface="Arial"/>
                <a:ea typeface="ＭＳ Ｐゴシック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505" y="542632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  <a:ea typeface="ＭＳ Ｐゴシック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33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  <a:ea typeface="ＭＳ Ｐゴシック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0921" indent="-620921" defTabSz="911978" fontAlgn="base">
                <a:spcBef>
                  <a:spcPct val="0"/>
                </a:spcBef>
                <a:spcAft>
                  <a:spcPct val="0"/>
                </a:spcAft>
                <a:tabLst>
                  <a:tab pos="624154" algn="l"/>
                </a:tabLst>
              </a:pPr>
              <a:r>
                <a:rPr lang="en-US" sz="1000" dirty="0">
                  <a:solidFill>
                    <a:srgbClr val="000000"/>
                  </a:solidFill>
                  <a:latin typeface="Arial"/>
                  <a:ea typeface="ＭＳ Ｐゴシック"/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65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Arial"/>
                  <a:ea typeface="ＭＳ Ｐゴシック"/>
                </a:rPr>
                <a:t>Title</a:t>
              </a:r>
            </a:p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  <a:latin typeface="Arial"/>
                  <a:ea typeface="ＭＳ Ｐゴシック"/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70" y="16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136" tIns="46570" rIns="93136" bIns="46570" rtlCol="0">
            <a:spAutoFit/>
          </a:bodyPr>
          <a:lstStyle/>
          <a:p>
            <a:pPr algn="r" defTabSz="913238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551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28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15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9170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1978" rtl="0" eaLnBrk="1" fontAlgn="base" hangingPunct="1">
        <a:spcBef>
          <a:spcPct val="0"/>
        </a:spcBef>
        <a:spcAft>
          <a:spcPct val="0"/>
        </a:spcAft>
        <a:tabLst>
          <a:tab pos="27488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5681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1383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7075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2761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272" indent="-195656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5681" indent="-26680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5773" indent="-158466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5681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1383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7075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2761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8453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4142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59834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25525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emf"/><Relationship Id="rId5" Type="http://schemas.openxmlformats.org/officeDocument/2006/relationships/customXml" Target="../ink/ink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emf"/><Relationship Id="rId5" Type="http://schemas.openxmlformats.org/officeDocument/2006/relationships/customXml" Target="../ink/ink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                           </a:t>
            </a:r>
            <a:r>
              <a:rPr lang="en-US" dirty="0" err="1" smtClean="0"/>
              <a:t>RKTiwary</a:t>
            </a:r>
            <a:endParaRPr lang="en-US" dirty="0" smtClean="0"/>
          </a:p>
          <a:p>
            <a:r>
              <a:rPr lang="en-US" dirty="0" smtClean="0"/>
              <a:t>                       COA -</a:t>
            </a:r>
            <a:r>
              <a:rPr lang="en-US" dirty="0"/>
              <a:t>IS ZC353</a:t>
            </a:r>
          </a:p>
        </p:txBody>
      </p:sp>
    </p:spTree>
    <p:extLst>
      <p:ext uri="{BB962C8B-B14F-4D97-AF65-F5344CB8AC3E}">
        <p14:creationId xmlns:p14="http://schemas.microsoft.com/office/powerpoint/2010/main" val="208713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843087"/>
            <a:ext cx="6500770" cy="37195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" y="22860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The basic structure of a memory hierarchy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05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28600"/>
            <a:ext cx="3680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FranklinGothic-Heavy"/>
              </a:rPr>
              <a:t>The Basics of Caches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" y="1524000"/>
            <a:ext cx="8534400" cy="220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20" y="2395537"/>
            <a:ext cx="5595027" cy="3852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400" y="1524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Example: Library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207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5486400" cy="685800"/>
          </a:xfrm>
        </p:spPr>
        <p:txBody>
          <a:bodyPr>
            <a:normAutofit/>
          </a:bodyPr>
          <a:lstStyle/>
          <a:p>
            <a:r>
              <a:rPr lang="en-US" sz="2800" b="0" dirty="0" smtClean="0"/>
              <a:t>Important Terms</a:t>
            </a:r>
            <a:endParaRPr lang="en-US" sz="28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1524000"/>
            <a:ext cx="845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smtClean="0"/>
              <a:t> </a:t>
            </a:r>
            <a:r>
              <a:rPr lang="en-US" sz="2400" b="1" dirty="0"/>
              <a:t>Hit </a:t>
            </a:r>
            <a:r>
              <a:rPr lang="en-US" sz="2400" b="1" dirty="0" smtClean="0"/>
              <a:t>time &amp; </a:t>
            </a:r>
            <a:r>
              <a:rPr lang="en-US" sz="2400" dirty="0"/>
              <a:t>hit rate</a:t>
            </a:r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 smtClean="0"/>
              <a:t>Miss </a:t>
            </a:r>
            <a:r>
              <a:rPr lang="en-US" sz="2400" b="1" dirty="0" err="1" smtClean="0"/>
              <a:t>Penality</a:t>
            </a:r>
            <a:r>
              <a:rPr lang="en-US" sz="2400" b="1" dirty="0" smtClean="0"/>
              <a:t>  &amp; </a:t>
            </a:r>
            <a:r>
              <a:rPr lang="en-US" sz="2400" dirty="0" smtClean="0"/>
              <a:t>miss </a:t>
            </a:r>
            <a:r>
              <a:rPr lang="en-US" sz="2400" dirty="0"/>
              <a:t>rate</a:t>
            </a:r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 </a:t>
            </a:r>
            <a:r>
              <a:rPr lang="en-US" sz="2400" dirty="0"/>
              <a:t>block (or line</a:t>
            </a:r>
            <a:r>
              <a:rPr lang="en-US" sz="2400" dirty="0" smtClean="0"/>
              <a:t>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 temporal </a:t>
            </a:r>
            <a:r>
              <a:rPr lang="en-US" sz="2400" dirty="0" smtClean="0"/>
              <a:t>locality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 spatial locality</a:t>
            </a:r>
          </a:p>
        </p:txBody>
      </p:sp>
    </p:spTree>
    <p:extLst>
      <p:ext uri="{BB962C8B-B14F-4D97-AF65-F5344CB8AC3E}">
        <p14:creationId xmlns:p14="http://schemas.microsoft.com/office/powerpoint/2010/main" val="370787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2994" y="990600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request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data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cache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cannot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fulfilled because the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not present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1493" y="152400"/>
            <a:ext cx="6526337" cy="596653"/>
          </a:xfrm>
        </p:spPr>
        <p:txBody>
          <a:bodyPr/>
          <a:lstStyle/>
          <a:p>
            <a:r>
              <a:rPr lang="en-US" b="0" dirty="0"/>
              <a:t>Measuring and Improving Cache</a:t>
            </a:r>
            <a:br>
              <a:rPr lang="en-US" b="0" dirty="0"/>
            </a:br>
            <a:r>
              <a:rPr lang="en-US" b="0" dirty="0"/>
              <a:t>Performance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493" y="1923871"/>
            <a:ext cx="90225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time =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execution clock cycles + Memory-stall clock cycles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×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cycle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614" y="3353812"/>
            <a:ext cx="899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Assume the miss rate of an instruction cache is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3%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and the miss rate of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the data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cache is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5%.  If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a processor has a CPI of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3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without any memory stalls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and the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miss penalty is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120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cycles for all misses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 Determine</a:t>
            </a:r>
          </a:p>
          <a:p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how much faster a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processor would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run with a perfect cache that never missed. Assume the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frequency of </a:t>
            </a:r>
            <a:r>
              <a:rPr lang="en-US" sz="24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all loads and stores is </a:t>
            </a:r>
            <a:r>
              <a:rPr lang="en-US" sz="2400" dirty="0" smtClean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40%.</a:t>
            </a:r>
            <a:endParaRPr lang="en-US" sz="2400" dirty="0"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03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838200"/>
            <a:ext cx="8991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Minion-Regular"/>
              </a:rPr>
              <a:t>Assume the miss rate of an instruction cache is </a:t>
            </a:r>
            <a:r>
              <a:rPr lang="en-US" sz="2400" dirty="0" smtClean="0">
                <a:latin typeface="Minion-Regular"/>
              </a:rPr>
              <a:t>3% </a:t>
            </a:r>
            <a:r>
              <a:rPr lang="en-US" sz="2400" dirty="0">
                <a:latin typeface="Minion-Regular"/>
              </a:rPr>
              <a:t>and the miss rate of </a:t>
            </a:r>
            <a:r>
              <a:rPr lang="en-US" sz="2400" dirty="0" smtClean="0">
                <a:latin typeface="Minion-Regular"/>
              </a:rPr>
              <a:t>the data </a:t>
            </a:r>
            <a:r>
              <a:rPr lang="en-US" sz="2400" dirty="0">
                <a:latin typeface="Minion-Regular"/>
              </a:rPr>
              <a:t>cache is </a:t>
            </a:r>
            <a:r>
              <a:rPr lang="en-US" sz="2400" dirty="0" smtClean="0">
                <a:latin typeface="Minion-Regular"/>
              </a:rPr>
              <a:t>5%.  If </a:t>
            </a:r>
            <a:r>
              <a:rPr lang="en-US" sz="2400" dirty="0">
                <a:latin typeface="Minion-Regular"/>
              </a:rPr>
              <a:t>a processor has a CPI of </a:t>
            </a:r>
            <a:r>
              <a:rPr lang="en-US" sz="2400" dirty="0" smtClean="0">
                <a:latin typeface="Minion-Regular"/>
              </a:rPr>
              <a:t>3 </a:t>
            </a:r>
            <a:r>
              <a:rPr lang="en-US" sz="2400" dirty="0">
                <a:latin typeface="Minion-Regular"/>
              </a:rPr>
              <a:t>without any memory stalls </a:t>
            </a:r>
            <a:r>
              <a:rPr lang="en-US" sz="2400" dirty="0" smtClean="0">
                <a:latin typeface="Minion-Regular"/>
              </a:rPr>
              <a:t>and the </a:t>
            </a:r>
            <a:r>
              <a:rPr lang="en-US" sz="2400" dirty="0">
                <a:latin typeface="Minion-Regular"/>
              </a:rPr>
              <a:t>miss penalty is </a:t>
            </a:r>
            <a:r>
              <a:rPr lang="en-US" sz="2400" dirty="0" smtClean="0">
                <a:latin typeface="Minion-Regular"/>
              </a:rPr>
              <a:t>120 </a:t>
            </a:r>
            <a:r>
              <a:rPr lang="en-US" sz="2400" dirty="0">
                <a:latin typeface="Minion-Regular"/>
              </a:rPr>
              <a:t>cycles for all misses</a:t>
            </a:r>
            <a:r>
              <a:rPr lang="en-US" sz="2400" dirty="0" smtClean="0">
                <a:latin typeface="Minion-Regular"/>
              </a:rPr>
              <a:t>,</a:t>
            </a:r>
          </a:p>
          <a:p>
            <a:r>
              <a:rPr lang="en-US" sz="2400" dirty="0" smtClean="0">
                <a:latin typeface="Minion-Regular"/>
              </a:rPr>
              <a:t> Determine</a:t>
            </a:r>
          </a:p>
          <a:p>
            <a:r>
              <a:rPr lang="en-US" sz="2400" dirty="0" smtClean="0">
                <a:latin typeface="Minion-Regular"/>
              </a:rPr>
              <a:t> </a:t>
            </a:r>
            <a:r>
              <a:rPr lang="en-US" sz="2400" dirty="0">
                <a:latin typeface="Minion-Regular"/>
              </a:rPr>
              <a:t>how much faster a </a:t>
            </a:r>
            <a:r>
              <a:rPr lang="en-US" sz="2400" dirty="0" smtClean="0">
                <a:latin typeface="Minion-Regular"/>
              </a:rPr>
              <a:t>processor would </a:t>
            </a:r>
            <a:r>
              <a:rPr lang="en-US" sz="2400" dirty="0">
                <a:latin typeface="Minion-Regular"/>
              </a:rPr>
              <a:t>run with a perfect cache that never missed. Assume the </a:t>
            </a:r>
            <a:r>
              <a:rPr lang="en-US" sz="2400" dirty="0" smtClean="0">
                <a:latin typeface="Minion-Regular"/>
              </a:rPr>
              <a:t>frequency of </a:t>
            </a:r>
            <a:r>
              <a:rPr lang="en-US" sz="2400" dirty="0">
                <a:latin typeface="Minion-Regular"/>
              </a:rPr>
              <a:t>all loads and stores is </a:t>
            </a:r>
            <a:r>
              <a:rPr lang="en-US" sz="2400" dirty="0" smtClean="0">
                <a:latin typeface="Minion-Regular"/>
              </a:rPr>
              <a:t>40%.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21493" y="3733800"/>
            <a:ext cx="86415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Miss penalty =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X(0.03X0.6X120+0.05 X 0.4 X 120) X 100=  (2.16+2.4)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=4.56Ic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Perfect cache  execution time= 3 X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 3Ic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with imperfect=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0.92I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+ 4.56I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 2.76Ic + 4.56I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7.32I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Speed up = 7.32/3= 2.44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24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5791200" cy="685800"/>
          </a:xfrm>
        </p:spPr>
        <p:txBody>
          <a:bodyPr>
            <a:normAutofit/>
          </a:bodyPr>
          <a:lstStyle/>
          <a:p>
            <a:r>
              <a:rPr lang="en-US" sz="2400" b="0" dirty="0" smtClean="0"/>
              <a:t>Direct Mapped cache</a:t>
            </a:r>
            <a:endParaRPr lang="en-US" sz="2400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99" y="2381250"/>
            <a:ext cx="5772895" cy="3638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" y="1447800"/>
            <a:ext cx="769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Cache always smaller </a:t>
            </a:r>
          </a:p>
          <a:p>
            <a:r>
              <a:rPr lang="en-US" sz="2400" dirty="0" smtClean="0"/>
              <a:t>(</a:t>
            </a:r>
            <a:r>
              <a:rPr lang="en-US" sz="2400" dirty="0"/>
              <a:t>Block address) modulo (Number of blocks in the cache)</a:t>
            </a:r>
          </a:p>
        </p:txBody>
      </p:sp>
    </p:spTree>
    <p:extLst>
      <p:ext uri="{BB962C8B-B14F-4D97-AF65-F5344CB8AC3E}">
        <p14:creationId xmlns:p14="http://schemas.microsoft.com/office/powerpoint/2010/main" val="289620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85859" y="10732"/>
            <a:ext cx="5638800" cy="609600"/>
          </a:xfrm>
        </p:spPr>
        <p:txBody>
          <a:bodyPr>
            <a:normAutofit/>
          </a:bodyPr>
          <a:lstStyle/>
          <a:p>
            <a:r>
              <a:rPr lang="en-US" sz="2400" b="0" dirty="0" smtClean="0"/>
              <a:t>Example:</a:t>
            </a:r>
            <a:endParaRPr lang="en-US" sz="2400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3990975"/>
            <a:ext cx="3869871" cy="2257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883" y="3981449"/>
            <a:ext cx="3904852" cy="22669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20" y="762000"/>
            <a:ext cx="6959280" cy="2971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7045560" y="1339560"/>
              <a:ext cx="375480" cy="1879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36200" y="1330200"/>
                <a:ext cx="394200" cy="20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387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114800"/>
            <a:ext cx="3864258" cy="2209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4267200"/>
            <a:ext cx="3708666" cy="2133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20" y="762000"/>
            <a:ext cx="6959280" cy="2971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428840" y="1464480"/>
              <a:ext cx="5911920" cy="3250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9480" y="1455120"/>
                <a:ext cx="5930640" cy="326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4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8" y="3930337"/>
            <a:ext cx="4268734" cy="2485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810000"/>
            <a:ext cx="4445845" cy="2571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20" y="304800"/>
            <a:ext cx="695928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3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52400" y="1447800"/>
            <a:ext cx="8763000" cy="1938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How many total bits are required for a directed mapped </a:t>
            </a:r>
          </a:p>
          <a:p>
            <a:r>
              <a:rPr lang="en-US" sz="2400" b="0" dirty="0" smtClean="0">
                <a:solidFill>
                  <a:srgbClr val="FF0000"/>
                </a:solidFill>
              </a:rPr>
              <a:t>cache with four byte blocks, if the cache contains 64 Kbytes of data and the  address length of the processor is 32 bits? Assume that byte addressing is used.</a:t>
            </a:r>
            <a:endParaRPr lang="en-US" sz="2400" b="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536120" y="2857320"/>
              <a:ext cx="5855280" cy="2857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6760" y="2847960"/>
                <a:ext cx="5874000" cy="28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02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52400" y="685800"/>
            <a:ext cx="8153400" cy="838200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rgbClr val="FF0000"/>
                </a:solidFill>
              </a:rPr>
              <a:t>How many total bits are required for a directed mapped </a:t>
            </a:r>
          </a:p>
          <a:p>
            <a:r>
              <a:rPr lang="en-US" sz="2000" b="0" dirty="0">
                <a:solidFill>
                  <a:srgbClr val="FF0000"/>
                </a:solidFill>
              </a:rPr>
              <a:t>cache with four byte blocks, if the cache contains 64 Kbytes of data and the  address length of the processor is 32 bits? Assume that byte addressing is used.</a:t>
            </a:r>
            <a:endParaRPr lang="en-US" sz="20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357158" y="1952685"/>
            <a:ext cx="83582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With four byte blocks, the 64 Kbyte cache contains a total of 64K/4 = 16K blocks. The cache has the following parameters</a:t>
            </a:r>
          </a:p>
          <a:p>
            <a:r>
              <a:rPr lang="en-US" sz="2400" dirty="0" smtClean="0"/>
              <a:t>(a) Byte select size: 2 bits (since 2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= 4 bytes/block)</a:t>
            </a:r>
          </a:p>
          <a:p>
            <a:r>
              <a:rPr lang="en-US" sz="2400" dirty="0" smtClean="0"/>
              <a:t>(b) Cache index size: 14 bits (since 2</a:t>
            </a:r>
            <a:r>
              <a:rPr lang="en-US" sz="2400" baseline="30000" dirty="0" smtClean="0"/>
              <a:t>14</a:t>
            </a:r>
            <a:r>
              <a:rPr lang="en-US" sz="2400" dirty="0" smtClean="0"/>
              <a:t> = 16K blocks)</a:t>
            </a:r>
          </a:p>
          <a:p>
            <a:r>
              <a:rPr lang="en-US" sz="2400" dirty="0" smtClean="0"/>
              <a:t>(c) Cache tag size: 16 bits (remaining bits from 32)</a:t>
            </a:r>
          </a:p>
          <a:p>
            <a:r>
              <a:rPr lang="en-US" sz="2400" dirty="0" smtClean="0"/>
              <a:t>(d) Block size: 32 bits (4 bytes)</a:t>
            </a:r>
          </a:p>
          <a:p>
            <a:r>
              <a:rPr lang="en-US" sz="2400" dirty="0" smtClean="0"/>
              <a:t>(e) Number of blocks: 16K blocks (cache size/block size)</a:t>
            </a:r>
          </a:p>
          <a:p>
            <a:r>
              <a:rPr lang="en-US" sz="2400" dirty="0" smtClean="0"/>
              <a:t>Assuming that the cache has a valid bit, a cache tag, and</a:t>
            </a:r>
          </a:p>
          <a:p>
            <a:r>
              <a:rPr lang="en-US" sz="2400" dirty="0" smtClean="0"/>
              <a:t>data for each block, the size of the cache is:</a:t>
            </a:r>
          </a:p>
          <a:p>
            <a:r>
              <a:rPr lang="en-US" sz="2400" dirty="0" smtClean="0"/>
              <a:t>cache bits = number of blocks x (block size + tag size + 1)</a:t>
            </a:r>
          </a:p>
          <a:p>
            <a:r>
              <a:rPr lang="en-US" sz="2400" dirty="0" smtClean="0"/>
              <a:t>= 2</a:t>
            </a:r>
            <a:r>
              <a:rPr lang="en-US" sz="2400" baseline="30000" dirty="0" smtClean="0"/>
              <a:t>14</a:t>
            </a:r>
            <a:r>
              <a:rPr lang="en-US" sz="2400" dirty="0" smtClean="0"/>
              <a:t> x (32 + 16 + 1)</a:t>
            </a:r>
          </a:p>
          <a:p>
            <a:r>
              <a:rPr lang="en-US" sz="2400" dirty="0" smtClean="0"/>
              <a:t>= 802,816 bits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038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 noGrp="1"/>
          </p:cNvSpPr>
          <p:nvPr>
            <p:ph sz="quarter" idx="10"/>
          </p:nvPr>
        </p:nvSpPr>
        <p:spPr>
          <a:xfrm>
            <a:off x="609600" y="1653609"/>
            <a:ext cx="7772400" cy="101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 smtClean="0">
                <a:solidFill>
                  <a:srgbClr val="FF0000"/>
                </a:solidFill>
              </a:rPr>
              <a:t>How many bits are required if the block size is 32 bytes?</a:t>
            </a:r>
            <a:endParaRPr lang="en-US" sz="28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33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 noGrp="1"/>
          </p:cNvSpPr>
          <p:nvPr>
            <p:ph sz="quarter" idx="10"/>
          </p:nvPr>
        </p:nvSpPr>
        <p:spPr>
          <a:xfrm>
            <a:off x="0" y="76200"/>
            <a:ext cx="6858000" cy="55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rgbClr val="FF0000"/>
                </a:solidFill>
              </a:rPr>
              <a:t>How many bits are required if the block size is 32 bytes?</a:t>
            </a:r>
            <a:endParaRPr lang="en-US" sz="2400" b="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838200"/>
            <a:ext cx="86106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With 32 byte blocks, the 64 Kbyte cache contains a total of 64K/32 = 2K blocks. </a:t>
            </a:r>
          </a:p>
          <a:p>
            <a:r>
              <a:rPr lang="en-US" sz="2800" dirty="0" smtClean="0"/>
              <a:t>The cache has the following parameters</a:t>
            </a:r>
          </a:p>
          <a:p>
            <a:r>
              <a:rPr lang="en-US" sz="2800" dirty="0" smtClean="0"/>
              <a:t>(a) Byte select size: 5 bits (since 2</a:t>
            </a:r>
            <a:r>
              <a:rPr lang="en-US" sz="2800" baseline="30000" dirty="0" smtClean="0"/>
              <a:t>5</a:t>
            </a:r>
            <a:r>
              <a:rPr lang="en-US" sz="2800" dirty="0" smtClean="0"/>
              <a:t> = 32 bytes/block)</a:t>
            </a:r>
          </a:p>
          <a:p>
            <a:r>
              <a:rPr lang="en-US" sz="2800" dirty="0" smtClean="0"/>
              <a:t>(b) Cache index size: 11 bits (since 2</a:t>
            </a:r>
            <a:r>
              <a:rPr lang="en-US" sz="2800" baseline="30000" dirty="0" smtClean="0"/>
              <a:t>11</a:t>
            </a:r>
            <a:r>
              <a:rPr lang="en-US" sz="2800" dirty="0" smtClean="0"/>
              <a:t> = 2K blocks)</a:t>
            </a:r>
          </a:p>
          <a:p>
            <a:r>
              <a:rPr lang="en-US" sz="2800" dirty="0" smtClean="0"/>
              <a:t>(c) Cache tag size: 16 bits (remaining bits from 32)</a:t>
            </a:r>
          </a:p>
          <a:p>
            <a:r>
              <a:rPr lang="en-US" sz="2800" dirty="0" smtClean="0"/>
              <a:t>(d) Block size: 256 bits (32 bytes)</a:t>
            </a:r>
          </a:p>
          <a:p>
            <a:r>
              <a:rPr lang="en-US" sz="2800" dirty="0" smtClean="0"/>
              <a:t>(e) Number of blocks: 2K blocks (cache size/block size)</a:t>
            </a:r>
          </a:p>
          <a:p>
            <a:r>
              <a:rPr lang="en-US" sz="2800" dirty="0" smtClean="0"/>
              <a:t>cache bits = number of blocks x (block size + tag size + 1)</a:t>
            </a:r>
          </a:p>
          <a:p>
            <a:r>
              <a:rPr lang="en-US" sz="2800" dirty="0" smtClean="0"/>
              <a:t>= 2</a:t>
            </a:r>
            <a:r>
              <a:rPr lang="en-US" sz="2800" baseline="30000" dirty="0" smtClean="0"/>
              <a:t>11</a:t>
            </a:r>
            <a:r>
              <a:rPr lang="en-US" sz="2800" dirty="0" smtClean="0"/>
              <a:t> x (256 + 16 + 1)</a:t>
            </a:r>
          </a:p>
          <a:p>
            <a:r>
              <a:rPr lang="en-US" sz="2800" dirty="0" smtClean="0"/>
              <a:t>= 559,104 bits</a:t>
            </a:r>
          </a:p>
          <a:p>
            <a:r>
              <a:rPr lang="en-US" sz="2800" dirty="0" smtClean="0"/>
              <a:t>Note: Increasing the block size tends to decrease the number of bits needed to implement the cache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107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/>
              <a:t>Miss rate versus block size</a:t>
            </a:r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23" y="1447800"/>
            <a:ext cx="7282140" cy="3886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4250520" y="4804200"/>
              <a:ext cx="3563280" cy="571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1160" y="4794840"/>
                <a:ext cx="3582000" cy="59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893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685800"/>
          </a:xfrm>
        </p:spPr>
        <p:txBody>
          <a:bodyPr>
            <a:normAutofit/>
          </a:bodyPr>
          <a:lstStyle/>
          <a:p>
            <a:r>
              <a:rPr lang="en-US" sz="2400" b="0"/>
              <a:t>Mapping an Address to a Multiword Cache Block</a:t>
            </a:r>
            <a:endParaRPr 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28600" y="1295400"/>
            <a:ext cx="891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a cache with </a:t>
            </a:r>
            <a:r>
              <a:rPr lang="en-US" sz="2400" dirty="0" smtClean="0"/>
              <a:t>32 </a:t>
            </a:r>
            <a:r>
              <a:rPr lang="en-US" sz="2400" dirty="0"/>
              <a:t>blocks and a block size of </a:t>
            </a:r>
            <a:r>
              <a:rPr lang="en-US" sz="2400" dirty="0" smtClean="0"/>
              <a:t>8 bytes</a:t>
            </a:r>
            <a:r>
              <a:rPr lang="en-US" sz="2400" dirty="0"/>
              <a:t>. To what </a:t>
            </a:r>
            <a:r>
              <a:rPr lang="en-US" sz="2400" dirty="0" smtClean="0"/>
              <a:t>block number </a:t>
            </a:r>
            <a:r>
              <a:rPr lang="en-US" sz="2400" dirty="0"/>
              <a:t>does byte address 6</a:t>
            </a:r>
            <a:r>
              <a:rPr lang="en-US" sz="2400" dirty="0" smtClean="0"/>
              <a:t>00 </a:t>
            </a:r>
            <a:r>
              <a:rPr lang="en-US" sz="2400" dirty="0"/>
              <a:t>map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r>
              <a:rPr lang="en-US" sz="2400" dirty="0" smtClean="0"/>
              <a:t>Explore?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43000" y="3048000"/>
                <a:ext cx="8001000" cy="3526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Address of the </a:t>
                </a:r>
                <a:r>
                  <a:rPr lang="en-US" sz="2400" dirty="0"/>
                  <a:t>b</a:t>
                </a:r>
                <a:r>
                  <a:rPr lang="en-US" sz="2400" dirty="0" smtClean="0"/>
                  <a:t>lock is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𝐵𝑦𝑡𝑒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𝐴𝑑𝑑𝑟𝑒𝑠𝑠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𝐵𝑦𝑡𝑒𝑠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𝑏𝑙𝑜𝑐𝑘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en-US" sz="2400" b="0" dirty="0" smtClean="0"/>
              </a:p>
              <a:p>
                <a:r>
                  <a:rPr lang="en-US" sz="2400" dirty="0" smtClean="0"/>
                  <a:t>   This block contains all addresses of 8 bytes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𝐵𝑦𝑡𝑒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𝐴𝑑𝑑𝑟𝑒𝑠𝑠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𝐵𝑦𝑡𝑒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𝑝𝑒𝑟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𝑏𝑙𝑜𝑐𝑘</m:t>
                              </m:r>
                            </m:den>
                          </m:f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𝐵𝑦𝑡𝑒𝑠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𝑏𝑙𝑜𝑐𝑘</m:t>
                      </m:r>
                    </m:oMath>
                  </m:oMathPara>
                </a14:m>
                <a:endParaRPr lang="en-US" sz="2400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600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r>
                  <a:rPr lang="en-US" sz="2400" dirty="0" smtClean="0"/>
                  <a:t>  is the block address</a:t>
                </a:r>
              </a:p>
              <a:p>
                <a:r>
                  <a:rPr lang="en-US" sz="2400" dirty="0" smtClean="0"/>
                  <a:t>This maps to (75 modulo 32) = 11</a:t>
                </a:r>
              </a:p>
              <a:p>
                <a:r>
                  <a:rPr lang="en-US" sz="2400" dirty="0" smtClean="0"/>
                  <a:t>In fact this contains  all address between 600 to 607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048000"/>
                <a:ext cx="8001000" cy="3526415"/>
              </a:xfrm>
              <a:prstGeom prst="rect">
                <a:avLst/>
              </a:prstGeom>
              <a:blipFill rotWithShape="0">
                <a:blip r:embed="rId2"/>
                <a:stretch>
                  <a:fillRect l="-1220" b="-2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2232720" y="982440"/>
              <a:ext cx="5563440" cy="49917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3360" y="973080"/>
                <a:ext cx="5582160" cy="50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961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304800"/>
            <a:ext cx="6781800" cy="685800"/>
          </a:xfrm>
        </p:spPr>
        <p:txBody>
          <a:bodyPr>
            <a:noAutofit/>
          </a:bodyPr>
          <a:lstStyle/>
          <a:p>
            <a:r>
              <a:rPr lang="en-US" sz="2000" b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Directly Mapped cache organization using different cache size and block size </a:t>
            </a:r>
            <a:r>
              <a:rPr lang="en-US" sz="20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Explain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cache hit and miss rates are 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1219200"/>
            <a:ext cx="8915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Write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a new program in the CPU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simulator  </a:t>
            </a:r>
            <a:r>
              <a:rPr lang="en-US" sz="2400" dirty="0" smtClean="0"/>
              <a:t> </a:t>
            </a:r>
            <a:r>
              <a:rPr lang="en-US" sz="2400" dirty="0"/>
              <a:t>and name it as call it </a:t>
            </a:r>
            <a:r>
              <a:rPr lang="en-US" sz="2400" b="1" dirty="0"/>
              <a:t>Cache understanding1 </a:t>
            </a:r>
            <a:endParaRPr lang="en-US" sz="2400" dirty="0"/>
          </a:p>
          <a:p>
            <a:r>
              <a:rPr lang="en-US" sz="2400" dirty="0"/>
              <a:t> MOV #0, R02 </a:t>
            </a:r>
          </a:p>
          <a:p>
            <a:r>
              <a:rPr lang="en-US" sz="2400" dirty="0"/>
              <a:t>STB R02, @R02 </a:t>
            </a:r>
          </a:p>
          <a:p>
            <a:r>
              <a:rPr lang="en-US" sz="2400" dirty="0"/>
              <a:t>CMP #63, R02 </a:t>
            </a:r>
          </a:p>
          <a:p>
            <a:r>
              <a:rPr lang="en-US" sz="2400" dirty="0"/>
              <a:t>JEQ 28 </a:t>
            </a:r>
          </a:p>
          <a:p>
            <a:r>
              <a:rPr lang="en-US" sz="2400" dirty="0"/>
              <a:t>INR R02 </a:t>
            </a:r>
          </a:p>
          <a:p>
            <a:r>
              <a:rPr lang="en-US" sz="2400" dirty="0"/>
              <a:t>JMP 6 </a:t>
            </a:r>
          </a:p>
          <a:p>
            <a:r>
              <a:rPr lang="en-US" sz="2400" dirty="0"/>
              <a:t>HLT </a:t>
            </a:r>
          </a:p>
          <a:p>
            <a:r>
              <a:rPr lang="en-US" sz="2400" dirty="0"/>
              <a:t> Question: Can you think of another instruction in place of INR </a:t>
            </a:r>
            <a:r>
              <a:rPr lang="en-US" sz="2400" dirty="0" smtClean="0"/>
              <a:t>R02? </a:t>
            </a:r>
          </a:p>
          <a:p>
            <a:endParaRPr lang="en-US" sz="2400" dirty="0"/>
          </a:p>
          <a:p>
            <a:r>
              <a:rPr lang="en-US" sz="2400" dirty="0"/>
              <a:t> It can be ADD #01, R02. </a:t>
            </a:r>
            <a:r>
              <a:rPr lang="en-US" sz="2400" dirty="0" smtClean="0"/>
              <a:t> </a:t>
            </a:r>
          </a:p>
          <a:p>
            <a:endParaRPr lang="en-US" sz="2400" dirty="0"/>
          </a:p>
          <a:p>
            <a:r>
              <a:rPr lang="en-US" sz="2400" dirty="0"/>
              <a:t> JEQ 28 instruction? </a:t>
            </a:r>
            <a:endParaRPr lang="en-US" sz="24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171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955" y="76200"/>
            <a:ext cx="4834890" cy="17907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8600" y="-76200"/>
            <a:ext cx="720471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Configure the cache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Block Size = 4 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Cache Type = Direct Mapped 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Cache Size = 16 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Write Policy = Write-Back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34" y="1866900"/>
            <a:ext cx="3928166" cy="4838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542763"/>
            <a:ext cx="4322445" cy="4314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91000" y="2019300"/>
            <a:ext cx="447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Change Block size =2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28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 noGrp="1"/>
          </p:cNvSpPr>
          <p:nvPr>
            <p:ph type="title"/>
          </p:nvPr>
        </p:nvSpPr>
        <p:spPr>
          <a:xfrm>
            <a:off x="121493" y="565050"/>
            <a:ext cx="65263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Change Block size =8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" y="996234"/>
            <a:ext cx="4421530" cy="54807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800" y="858511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Insert Instruction LDB 9, R08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07" y="1371600"/>
            <a:ext cx="4440706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7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EF6AE8-30FD-408C-82B2-67AEE8BB4E42}"/>
</file>

<file path=customXml/itemProps2.xml><?xml version="1.0" encoding="utf-8"?>
<ds:datastoreItem xmlns:ds="http://schemas.openxmlformats.org/officeDocument/2006/customXml" ds:itemID="{1A14BE84-26B5-4A94-B153-269DDA4BD232}"/>
</file>

<file path=customXml/itemProps3.xml><?xml version="1.0" encoding="utf-8"?>
<ds:datastoreItem xmlns:ds="http://schemas.openxmlformats.org/officeDocument/2006/customXml" ds:itemID="{7EFC8F59-A376-4244-B161-F28265A30061}"/>
</file>

<file path=docProps/app.xml><?xml version="1.0" encoding="utf-8"?>
<Properties xmlns="http://schemas.openxmlformats.org/officeDocument/2006/extended-properties" xmlns:vt="http://schemas.openxmlformats.org/officeDocument/2006/docPropsVTypes">
  <TotalTime>5074700</TotalTime>
  <Words>887</Words>
  <Application>Microsoft Office PowerPoint</Application>
  <PresentationFormat>On-screen Show (4:3)</PresentationFormat>
  <Paragraphs>93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5" baseType="lpstr">
      <vt:lpstr>Arial Unicode MS</vt:lpstr>
      <vt:lpstr>ＭＳ Ｐゴシック</vt:lpstr>
      <vt:lpstr>Arial</vt:lpstr>
      <vt:lpstr>Calibri</vt:lpstr>
      <vt:lpstr>Cambria Math</vt:lpstr>
      <vt:lpstr>FranklinGothic-Heavy</vt:lpstr>
      <vt:lpstr>Microsoft Himalaya</vt:lpstr>
      <vt:lpstr>Minion-Regular</vt:lpstr>
      <vt:lpstr>Times New Roman</vt:lpstr>
      <vt:lpstr>Wingdings</vt:lpstr>
      <vt:lpstr>1_Office Theme</vt:lpstr>
      <vt:lpstr>Blank</vt:lpstr>
      <vt:lpstr>1_Blank</vt:lpstr>
      <vt:lpstr>4_Blank</vt:lpstr>
      <vt:lpstr>2_Blank</vt:lpstr>
      <vt:lpstr>think-cell Slide</vt:lpstr>
      <vt:lpstr>PowerPoint Presentation</vt:lpstr>
      <vt:lpstr>PowerPoint Presentation</vt:lpstr>
      <vt:lpstr>PowerPoint Presentation</vt:lpstr>
      <vt:lpstr>PowerPoint Presentation</vt:lpstr>
      <vt:lpstr>Measuring and Improving Cache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Miss rate versus block size</vt:lpstr>
      <vt:lpstr>PowerPoint Presentation</vt:lpstr>
      <vt:lpstr>PowerPoint Presentation</vt:lpstr>
      <vt:lpstr>PowerPoint Presentation</vt:lpstr>
      <vt:lpstr>Change Block size =8</vt:lpstr>
    </vt:vector>
  </TitlesOfParts>
  <Company>ABC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Workspace at BITS Pilani</dc:title>
  <dc:creator>lenovo</dc:creator>
  <cp:lastModifiedBy>RK Tiwary</cp:lastModifiedBy>
  <cp:revision>926</cp:revision>
  <dcterms:created xsi:type="dcterms:W3CDTF">2013-11-14T17:12:02Z</dcterms:created>
  <dcterms:modified xsi:type="dcterms:W3CDTF">2021-01-28T12:51:26Z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