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34.xml" ContentType="application/vnd.openxmlformats-officedocument.presentationml.slideLayout+xml"/>
  <Override PartName="/ppt/slideLayouts/slideLayout49.xml" ContentType="application/vnd.openxmlformats-officedocument.presentationml.slideLayout+xml"/>
  <Override PartName="/ppt/slideLayouts/slideLayout48.xml" ContentType="application/vnd.openxmlformats-officedocument.presentationml.slideLayout+xml"/>
  <Override PartName="/ppt/slideLayouts/slideLayout3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7.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theme/theme5.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46.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45.xml" ContentType="application/vnd.openxmlformats-officedocument.presentationml.tags+xml"/>
  <Override PartName="/ppt/tags/tag56.xml" ContentType="application/vnd.openxmlformats-officedocument.presentationml.tags+xml"/>
  <Override PartName="/ppt/tags/tag55.xml" ContentType="application/vnd.openxmlformats-officedocument.presentationml.tags+xml"/>
  <Override PartName="/ppt/tags/tag5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49.xml" ContentType="application/vnd.openxmlformats-officedocument.presentationml.tags+xml"/>
  <Override PartName="/ppt/tags/tag44.xml" ContentType="application/vnd.openxmlformats-officedocument.presentationml.tags+xml"/>
  <Override PartName="/ppt/tags/tag48.xml" ContentType="application/vnd.openxmlformats-officedocument.presentationml.tags+xml"/>
  <Override PartName="/ppt/tags/tag47.xml" ContentType="application/vnd.openxmlformats-officedocument.presentationml.tags+xml"/>
  <Override PartName="/ppt/tags/tag57.xml" ContentType="application/vnd.openxmlformats-officedocument.presentationml.tags+xml"/>
  <Override PartName="/ppt/tags/tag43.xml" ContentType="application/vnd.openxmlformats-officedocument.presentationml.tags+xml"/>
  <Override PartName="/ppt/tags/tag42.xml" ContentType="application/vnd.openxmlformats-officedocument.presentationml.tags+xml"/>
  <Override PartName="/ppt/tags/tag41.xml" ContentType="application/vnd.openxmlformats-officedocument.presentationml.tags+xml"/>
  <Override PartName="/ppt/tags/tag40.xml" ContentType="application/vnd.openxmlformats-officedocument.presentationml.tags+xml"/>
  <Override PartName="/ppt/tags/tag39.xml" ContentType="application/vnd.openxmlformats-officedocument.presentationml.tags+xml"/>
  <Override PartName="/ppt/tags/tag38.xml" ContentType="application/vnd.openxmlformats-officedocument.presentationml.tags+xml"/>
  <Override PartName="/ppt/tags/tag53.xml" ContentType="application/vnd.openxmlformats-officedocument.presentationml.tags+xml"/>
  <Override PartName="/ppt/tags/tag37.xml" ContentType="application/vnd.openxmlformats-officedocument.presentationml.tags+xml"/>
  <Override PartName="/ppt/tags/tag36.xml" ContentType="application/vnd.openxmlformats-officedocument.presentationml.tags+xml"/>
  <Override PartName="/ppt/tags/tag35.xml" ContentType="application/vnd.openxmlformats-officedocument.presentationml.tags+xml"/>
  <Override PartName="/ppt/tags/tag34.xml" ContentType="application/vnd.openxmlformats-officedocument.presentationml.tags+xml"/>
  <Override PartName="/ppt/tags/tag33.xml" ContentType="application/vnd.openxmlformats-officedocument.presentationml.tags+xml"/>
  <Override PartName="/ppt/tags/tag32.xml" ContentType="application/vnd.openxmlformats-officedocument.presentationml.tags+xml"/>
  <Override PartName="/ppt/tags/tag31.xml" ContentType="application/vnd.openxmlformats-officedocument.presentationml.tags+xml"/>
  <Override PartName="/ppt/tags/tag30.xml" ContentType="application/vnd.openxmlformats-officedocument.presentationml.tags+xml"/>
  <Override PartName="/ppt/tags/tag29.xml" ContentType="application/vnd.openxmlformats-officedocument.presentationml.tags+xml"/>
  <Override PartName="/ppt/tags/tag28.xml" ContentType="application/vnd.openxmlformats-officedocument.presentationml.tags+xml"/>
  <Override PartName="/ppt/tags/tag27.xml" ContentType="application/vnd.openxmlformats-officedocument.presentationml.tags+xml"/>
  <Override PartName="/ppt/tags/tag26.xml" ContentType="application/vnd.openxmlformats-officedocument.presentationml.tags+xml"/>
  <Override PartName="/ppt/tags/tag25.xml" ContentType="application/vnd.openxmlformats-officedocument.presentationml.tags+xml"/>
  <Override PartName="/ppt/tags/tag24.xml" ContentType="application/vnd.openxmlformats-officedocument.presentationml.tags+xml"/>
  <Override PartName="/ppt/tags/tag23.xml" ContentType="application/vnd.openxmlformats-officedocument.presentationml.tags+xml"/>
  <Override PartName="/ppt/tags/tag22.xml" ContentType="application/vnd.openxmlformats-officedocument.presentationml.tags+xml"/>
  <Override PartName="/ppt/tags/tag21.xml" ContentType="application/vnd.openxmlformats-officedocument.presentationml.tags+xml"/>
  <Override PartName="/ppt/tags/tag20.xml" ContentType="application/vnd.openxmlformats-officedocument.presentationml.tags+xml"/>
  <Override PartName="/ppt/tags/tag52.xml" ContentType="application/vnd.openxmlformats-officedocument.presentationml.tags+xml"/>
  <Override PartName="/ppt/tags/tag19.xml" ContentType="application/vnd.openxmlformats-officedocument.presentationml.tags+xml"/>
  <Override PartName="/ppt/tags/tag18.xml" ContentType="application/vnd.openxmlformats-officedocument.presentationml.tags+xml"/>
  <Override PartName="/ppt/tags/tag17.xml" ContentType="application/vnd.openxmlformats-officedocument.presentationml.tags+xml"/>
  <Override PartName="/ppt/tags/tag16.xml" ContentType="application/vnd.openxmlformats-officedocument.presentationml.tags+xml"/>
  <Override PartName="/ppt/tags/tag15.xml" ContentType="application/vnd.openxmlformats-officedocument.presentationml.tags+xml"/>
  <Override PartName="/ppt/tags/tag14.xml" ContentType="application/vnd.openxmlformats-officedocument.presentationml.tags+xml"/>
  <Override PartName="/ppt/tags/tag13.xml" ContentType="application/vnd.openxmlformats-officedocument.presentationml.tags+xml"/>
  <Override PartName="/ppt/tags/tag12.xml" ContentType="application/vnd.openxmlformats-officedocument.presentationml.tags+xml"/>
  <Override PartName="/ppt/tags/tag11.xml" ContentType="application/vnd.openxmlformats-officedocument.presentationml.tags+xml"/>
  <Override PartName="/ppt/tags/tag10.xml" ContentType="application/vnd.openxmlformats-officedocument.presentationml.tags+xml"/>
  <Override PartName="/ppt/tags/tag9.xml" ContentType="application/vnd.openxmlformats-officedocument.presentationml.tags+xml"/>
  <Override PartName="/ppt/tags/tag7.xml" ContentType="application/vnd.openxmlformats-officedocument.presentationml.tags+xml"/>
  <Override PartName="/ppt/tags/tag6.xml" ContentType="application/vnd.openxmlformats-officedocument.presentationml.tags+xml"/>
  <Override PartName="/ppt/tags/tag5.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ppt/tags/tag1.xml" ContentType="application/vnd.openxmlformats-officedocument.presentationml.tags+xml"/>
  <Override PartName="/ppt/tags/tag8.xml" ContentType="application/vnd.openxmlformats-officedocument.presentationml.tags+xml"/>
  <Override PartName="/ppt/tags/tag51.xml" ContentType="application/vnd.openxmlformats-officedocument.presentationml.tags+xml"/>
  <Override PartName="/ppt/tags/tag50.xml" ContentType="application/vnd.openxmlformats-officedocument.presentationml.tags+xml"/>
  <Override PartName="/ppt/tags/tag60.xml" ContentType="application/vnd.openxmlformats-officedocument.presentationml.tags+xml"/>
  <Override PartName="/ppt/tags/tag59.xml" ContentType="application/vnd.openxmlformats-officedocument.presentationml.tags+xml"/>
  <Override PartName="/ppt/tags/tag58.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1" r:id="rId3"/>
    <p:sldMasterId id="2147483713" r:id="rId4"/>
    <p:sldMasterId id="2147483729" r:id="rId5"/>
    <p:sldMasterId id="2147483741" r:id="rId6"/>
    <p:sldMasterId id="2147483745" r:id="rId7"/>
    <p:sldMasterId id="2147483759" r:id="rId8"/>
  </p:sldMasterIdLst>
  <p:notesMasterIdLst>
    <p:notesMasterId r:id="rId85"/>
  </p:notesMasterIdLst>
  <p:sldIdLst>
    <p:sldId id="524" r:id="rId9"/>
    <p:sldId id="694" r:id="rId10"/>
    <p:sldId id="706" r:id="rId11"/>
    <p:sldId id="707" r:id="rId12"/>
    <p:sldId id="658" r:id="rId13"/>
    <p:sldId id="767" r:id="rId14"/>
    <p:sldId id="768" r:id="rId15"/>
    <p:sldId id="769" r:id="rId16"/>
    <p:sldId id="673" r:id="rId17"/>
    <p:sldId id="679" r:id="rId18"/>
    <p:sldId id="702" r:id="rId19"/>
    <p:sldId id="695" r:id="rId20"/>
    <p:sldId id="680" r:id="rId21"/>
    <p:sldId id="674" r:id="rId22"/>
    <p:sldId id="709" r:id="rId23"/>
    <p:sldId id="710" r:id="rId24"/>
    <p:sldId id="764" r:id="rId25"/>
    <p:sldId id="766" r:id="rId26"/>
    <p:sldId id="678" r:id="rId27"/>
    <p:sldId id="697" r:id="rId28"/>
    <p:sldId id="677" r:id="rId29"/>
    <p:sldId id="770" r:id="rId30"/>
    <p:sldId id="771" r:id="rId31"/>
    <p:sldId id="772" r:id="rId32"/>
    <p:sldId id="681" r:id="rId33"/>
    <p:sldId id="698" r:id="rId34"/>
    <p:sldId id="683" r:id="rId35"/>
    <p:sldId id="682" r:id="rId36"/>
    <p:sldId id="773" r:id="rId37"/>
    <p:sldId id="675" r:id="rId38"/>
    <p:sldId id="700" r:id="rId39"/>
    <p:sldId id="684" r:id="rId40"/>
    <p:sldId id="701" r:id="rId41"/>
    <p:sldId id="685" r:id="rId42"/>
    <p:sldId id="703" r:id="rId43"/>
    <p:sldId id="691" r:id="rId44"/>
    <p:sldId id="693" r:id="rId45"/>
    <p:sldId id="712" r:id="rId46"/>
    <p:sldId id="713" r:id="rId47"/>
    <p:sldId id="714" r:id="rId48"/>
    <p:sldId id="719" r:id="rId49"/>
    <p:sldId id="720" r:id="rId50"/>
    <p:sldId id="721" r:id="rId51"/>
    <p:sldId id="722" r:id="rId52"/>
    <p:sldId id="723" r:id="rId53"/>
    <p:sldId id="724" r:id="rId54"/>
    <p:sldId id="725" r:id="rId55"/>
    <p:sldId id="726" r:id="rId56"/>
    <p:sldId id="727" r:id="rId57"/>
    <p:sldId id="730" r:id="rId58"/>
    <p:sldId id="731" r:id="rId59"/>
    <p:sldId id="732" r:id="rId60"/>
    <p:sldId id="733" r:id="rId61"/>
    <p:sldId id="735" r:id="rId62"/>
    <p:sldId id="736" r:id="rId63"/>
    <p:sldId id="737" r:id="rId64"/>
    <p:sldId id="738" r:id="rId65"/>
    <p:sldId id="739" r:id="rId66"/>
    <p:sldId id="740" r:id="rId67"/>
    <p:sldId id="741" r:id="rId68"/>
    <p:sldId id="742" r:id="rId69"/>
    <p:sldId id="743" r:id="rId70"/>
    <p:sldId id="744" r:id="rId71"/>
    <p:sldId id="745" r:id="rId72"/>
    <p:sldId id="746" r:id="rId73"/>
    <p:sldId id="747" r:id="rId74"/>
    <p:sldId id="748" r:id="rId75"/>
    <p:sldId id="749" r:id="rId76"/>
    <p:sldId id="750" r:id="rId77"/>
    <p:sldId id="751" r:id="rId78"/>
    <p:sldId id="752" r:id="rId79"/>
    <p:sldId id="753" r:id="rId80"/>
    <p:sldId id="754" r:id="rId81"/>
    <p:sldId id="755" r:id="rId82"/>
    <p:sldId id="756" r:id="rId83"/>
    <p:sldId id="757" r:id="rId84"/>
  </p:sldIdLst>
  <p:sldSz cx="9144000" cy="6858000" type="screen4x3"/>
  <p:notesSz cx="7053263" cy="9309100"/>
  <p:defaultTextStyle>
    <a:defPPr>
      <a:defRPr lang="en-US"/>
    </a:defPPr>
    <a:lvl1pPr marL="0" algn="l" defTabSz="914012" rtl="0" eaLnBrk="1" latinLnBrk="0" hangingPunct="1">
      <a:defRPr sz="1800" kern="1200">
        <a:solidFill>
          <a:schemeClr val="tx1"/>
        </a:solidFill>
        <a:latin typeface="+mn-lt"/>
        <a:ea typeface="+mn-ea"/>
        <a:cs typeface="+mn-cs"/>
      </a:defRPr>
    </a:lvl1pPr>
    <a:lvl2pPr marL="457008" algn="l" defTabSz="914012" rtl="0" eaLnBrk="1" latinLnBrk="0" hangingPunct="1">
      <a:defRPr sz="1800" kern="1200">
        <a:solidFill>
          <a:schemeClr val="tx1"/>
        </a:solidFill>
        <a:latin typeface="+mn-lt"/>
        <a:ea typeface="+mn-ea"/>
        <a:cs typeface="+mn-cs"/>
      </a:defRPr>
    </a:lvl2pPr>
    <a:lvl3pPr marL="914012" algn="l" defTabSz="914012" rtl="0" eaLnBrk="1" latinLnBrk="0" hangingPunct="1">
      <a:defRPr sz="1800" kern="1200">
        <a:solidFill>
          <a:schemeClr val="tx1"/>
        </a:solidFill>
        <a:latin typeface="+mn-lt"/>
        <a:ea typeface="+mn-ea"/>
        <a:cs typeface="+mn-cs"/>
      </a:defRPr>
    </a:lvl3pPr>
    <a:lvl4pPr marL="1371020" algn="l" defTabSz="914012" rtl="0" eaLnBrk="1" latinLnBrk="0" hangingPunct="1">
      <a:defRPr sz="1800" kern="1200">
        <a:solidFill>
          <a:schemeClr val="tx1"/>
        </a:solidFill>
        <a:latin typeface="+mn-lt"/>
        <a:ea typeface="+mn-ea"/>
        <a:cs typeface="+mn-cs"/>
      </a:defRPr>
    </a:lvl4pPr>
    <a:lvl5pPr marL="1828025" algn="l" defTabSz="914012" rtl="0" eaLnBrk="1" latinLnBrk="0" hangingPunct="1">
      <a:defRPr sz="1800" kern="1200">
        <a:solidFill>
          <a:schemeClr val="tx1"/>
        </a:solidFill>
        <a:latin typeface="+mn-lt"/>
        <a:ea typeface="+mn-ea"/>
        <a:cs typeface="+mn-cs"/>
      </a:defRPr>
    </a:lvl5pPr>
    <a:lvl6pPr marL="2285032" algn="l" defTabSz="914012" rtl="0" eaLnBrk="1" latinLnBrk="0" hangingPunct="1">
      <a:defRPr sz="1800" kern="1200">
        <a:solidFill>
          <a:schemeClr val="tx1"/>
        </a:solidFill>
        <a:latin typeface="+mn-lt"/>
        <a:ea typeface="+mn-ea"/>
        <a:cs typeface="+mn-cs"/>
      </a:defRPr>
    </a:lvl6pPr>
    <a:lvl7pPr marL="2742037" algn="l" defTabSz="914012" rtl="0" eaLnBrk="1" latinLnBrk="0" hangingPunct="1">
      <a:defRPr sz="1800" kern="1200">
        <a:solidFill>
          <a:schemeClr val="tx1"/>
        </a:solidFill>
        <a:latin typeface="+mn-lt"/>
        <a:ea typeface="+mn-ea"/>
        <a:cs typeface="+mn-cs"/>
      </a:defRPr>
    </a:lvl7pPr>
    <a:lvl8pPr marL="3199044" algn="l" defTabSz="914012" rtl="0" eaLnBrk="1" latinLnBrk="0" hangingPunct="1">
      <a:defRPr sz="1800" kern="1200">
        <a:solidFill>
          <a:schemeClr val="tx1"/>
        </a:solidFill>
        <a:latin typeface="+mn-lt"/>
        <a:ea typeface="+mn-ea"/>
        <a:cs typeface="+mn-cs"/>
      </a:defRPr>
    </a:lvl8pPr>
    <a:lvl9pPr marL="3656050" algn="l" defTabSz="91401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900"/>
    <a:srgbClr val="FF8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434" autoAdjust="0"/>
  </p:normalViewPr>
  <p:slideViewPr>
    <p:cSldViewPr snapToObjects="1">
      <p:cViewPr varScale="1">
        <p:scale>
          <a:sx n="77" d="100"/>
          <a:sy n="77" d="100"/>
        </p:scale>
        <p:origin x="494" y="62"/>
      </p:cViewPr>
      <p:guideLst>
        <p:guide orient="horz" pos="2160"/>
        <p:guide pos="2881"/>
      </p:guideLst>
    </p:cSldViewPr>
  </p:slideViewPr>
  <p:outlineViewPr>
    <p:cViewPr>
      <p:scale>
        <a:sx n="33" d="100"/>
        <a:sy n="33" d="100"/>
      </p:scale>
      <p:origin x="0" y="-1217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tableStyles" Target="tableStyle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5.xml"/><Relationship Id="rId90" Type="http://schemas.openxmlformats.org/officeDocument/2006/relationships/customXml" Target="../customXml/item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theme" Target="theme/theme1.xml"/><Relationship Id="rId9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customXml" Target="../customXml/item3.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viewProps" Target="viewProp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1-31T14:56:57.738"/>
    </inkml:context>
    <inkml:brush xml:id="br0">
      <inkml:brushProperty name="width" value="0.05292" units="cm"/>
      <inkml:brushProperty name="height" value="0.05292" units="cm"/>
      <inkml:brushProperty name="color" value="#FF0000"/>
    </inkml:brush>
  </inkml:definitions>
  <inkml:trace contextRef="#ctx0" brushRef="#br0">3412 6280 44 0,'0'0'48'0,"0"0"-6"0,0 0-29 15,0 0-5-15,0 0-8 16,0 0 18-16,0 0 91 16,0 0-79-16,0 0-24 15,-9-36 10-15,6 30-11 16,-1 2 11-16,1-1-1 16,2 2 7-16,-4 1-5 15,3 2 2-15,2 0-10 16,-2-2-3-16,2 2-3 0,0-2 11 15,-2 2 18 1,0 0-11-16,0 0 11 0,-1 0 4 16,1 0 10-1,-1 0 11-15,3 0-39 0,-2 0 3 16,2 0-15 0,0 0 4-16,0 0 4 0,-2 0 6 15,2 0-10 1,-2 0-6-16,0 6 0 0,-6 10 5 15,-2 3 15-15,0 4-10 0,0 3-7 16,-1 2 8 0,1 4-2-16,1-2-11 0,1-2 5 15,-4-2-6 1,6-4 0-16,2-1 1 0,2-5-2 16,2-4-3-1,0-3-43-15,0-6-96 0,0-3 5 16,0-8 27-16,8-26-185 15</inkml:trace>
  <inkml:trace contextRef="#ctx0" brushRef="#br0" timeOffset="159.94">3396 6020 463 0,'0'0'92'0,"0"0"-92"0,0 0 0 16,0 0 0 0,0 0 0-16,0 0-39 0,-17 90-156 15</inkml:trace>
  <inkml:trace contextRef="#ctx0" brushRef="#br0" timeOffset="669.77">3497 6196 493 0,'0'0'69'0,"0"0"-21"0,0 0-48 15,0 0 0 1,0 0-8-16,0 0 8 0,2 21 0 15,2-9 0-15,1-5 1 16,-1 1 0-16,0 4 11 16,1 4-8-16,0 4 13 15,-5 4 1-15,0 1-1 16,0-3-5-16,0-1 3 16,0-1-10-16,0-3-1 15,0-6-3-15,0-2-1 16,0-5 1-16,0-2 0 0,0 0-1 15,0-2 3 1,0 0 4-16,0 0 6 0,0 0 17 16,0-2 43-1,13-22-32-15,14-8-41 0,4-5-10 16,2 7 5 0,-10 8 5-16,-6 8 2 0,-5 10 4 15,-6 4-6-15,3 0-1 0,1 0 0 16,3 4 0-1,0 12-1-15,-2 4 1 0,-4 5 2 16,-3 3-1 0,-2 4 0-16,0 1-23 0,6-4-131 15,0-10-132 1</inkml:trace>
  <inkml:trace contextRef="#ctx0" brushRef="#br0" timeOffset="1809.41">5261 6220 427 0,'0'0'168'0,"0"0"-103"16,0 0-22 0,0 0 25-16,0 0-4 0,0 0-40 15,-11 0-18 1,11 0 4-16,0 0-3 0,0 0 13 16,0 0-6-1,0 0-14-15,0 0 3 0,0 9-1 16,0 6-2-16,0 5 4 0,-2 7-1 15,-5 3-1 1,1 2 0-16,-2-1-2 0,-2 1-2 16,4-1-20-1,-4-6-38-15,5-2-31 0,-1-5-43 16,2-8-68 0,2-8-206-16</inkml:trace>
  <inkml:trace contextRef="#ctx0" brushRef="#br0" timeOffset="2039.34">5254 6124 403 0,'0'0'99'0,"0"0"-25"16,0 0-1-16,0 0-25 0,0 0-38 15,0 0-10 1,-25-27-17-16,27 27-4 0,8 2 11 16,5 15-81-1,-6 0 67-15,-5 4-164 0</inkml:trace>
  <inkml:trace contextRef="#ctx0" brushRef="#br0" timeOffset="2239.27">5071 6531 573 0,'0'0'66'16,"0"0"-60"-16,0 0 11 0,0 0 9 16,0 0-21-1,0 0-1-15,24 3-4 0,7-3 4 16,18 0-4-16,9 0-36 15,5-2-129-15</inkml:trace>
  <inkml:trace contextRef="#ctx0" brushRef="#br0" timeOffset="3098.99">5911 6296 553 0,'0'0'143'16,"0"0"-21"-16,0 0-83 0,0 0-10 15,0 0-14 1,0 0-15-16,4-5-10 0,3 5 7 15,2 16 3 1,0 1 2-16,-1 8-2 0,-2-2 0 16,-4 5 1-1,-2 4 4-15,2 1-4 0,-2-3 1 16,2-2-1 0,5-5 2-16,-1-6-3 0,0-7-3 15,2-5 3-15,-6-2-8 16,0-3 8-16,0 0 1 15,3 0 13-15,11-20 32 16,4-12-10-16,10-7-36 16,2 3 1-16,-8 3 0 15,-3 4 0-15,-6 7-1 16,-9 6 12-16,-3 8 13 16,0 3-10-16,-3 5 0 0,0-3-14 15,0 3 1 1,0 0 0-16,0 0 3 0,2 0-5 15,-2 0-1 1,0 0-7-16,2 0 2 0,0 7-1 16,5 8 5-1,-1 6 2-15,-4 2 0 0,2 1-4 16,0-2 4 0,0 0 0-16,0 1-1 0,3-5-5 15,-1-4 5-15,4-4-4 0,-4-4 4 16,1-3-8-1,-3-3 5-15,-2 0 4 0,2 0-2 16,10 0 4 0,11-17-2-16,2-9 7 0,4-1 0 15,-7 4-7 1,-6 0 0-16,-5 6 0 0,-3 3 2 16,-4 6 7-16,-6 6-2 15,2-1 0-15,-2 3-1 16,0 0-6-16,0 0-1 15,0 0-2-15,0 0-2 16,0 13-18-16,2 11 22 16,0 3-8-16,1 4 2 15,-3 5-8-15,4-2-7 16,4 0-27-16,2 0 9 16,9-8-38-16,4-6-104 15,8-12 34-15,6-8-120 0</inkml:trace>
  <inkml:trace contextRef="#ctx0" brushRef="#br0" timeOffset="3518.85">6970 6275 482 0,'0'0'142'0,"0"0"14"0,0 0-96 15,0 0-29 1,0 0-29-16,0 0-2 0,-136 46 1 15,107-25 0 1,0 2-1-16,9-4 4 0,0-3-3 16,9 2-1-1,2-4 1-15,1 3-1 0,4-4 2 16,4 1-2 0,0-4-4-16,0 1 2 0,8-5-2 15,5-1 3-15,3 0 0 16,-1-1 1-16,5 2 3 15,-5-2-2-15,1 3-1 16,-3 2 2-16,-4 3-2 16,3 2 1-16,-6 2 1 15,-2 3-2-15,1 2 2 16,-4 3-2-16,-1 4 1 16,0 0-1-16,-10-2 3 0,-17-5-1 15,-6-6-2 1,2-7-28-16,-3-5 15 0,7-3-17 15,8 0-30 1,9-8-76-16,8-15-202 0</inkml:trace>
  <inkml:trace contextRef="#ctx0" brushRef="#br0" timeOffset="10162.16">8446 6312 443 0,'0'0'64'15,"0"0"-33"-15,0 0 33 16,0 0 5-16,0 0-17 16,0 0-18-16,0 0-15 15,-16 0-2-15,16 0 14 0,0 0 5 16,0 0 3 0,0 0-17-16,0 0-6 0,14-2-8 15,15-4-1 1,15-3 1-16,12-4-2 0,5 1-3 15,7 0-3 1,-6 3 0-16,0 4-10 0,-13 5-102 16,-15 0-120-16,-18 0-60 0</inkml:trace>
  <inkml:trace contextRef="#ctx0" brushRef="#br0" timeOffset="10422.08">8699 6358 131 0,'0'0'439'0,"0"0"-349"15,0 0-69-15,0 0 24 16,0 0 1-16,0 0-46 16,-6 14 3-16,4 3-2 15,0 5 4-15,-6 4 0 16,1 4-3-16,-1 2 1 15,-5 6 0-15,1 3-1 16,2 6-2-16,-2 1-1 16,7 0-2-16,3-5-111 0,2-14-30 15,0-10-159 1</inkml:trace>
  <inkml:trace contextRef="#ctx0" brushRef="#br0" timeOffset="10771.97">8967 6485 371 0,'0'0'131'15,"0"0"-85"-15,0 0-12 0,0 0 9 16,0 0-17 0,0 0-4-16,-120 52-15 0,111-30-5 15,2-3 1 1,2 4 2-16,1 0 6 0,2 0-9 15,2 0 4 1,0-6 0-16,0-1-6 0,4-2 0 16,10-6 0-16,8-5 4 15,2-3 15-15,3 0 21 16,4-20-17-16,-2-11-14 16,-4-1-1-16,-8 2 2 15,-7-2-7-15,-10 4 0 16,0 4 22-16,0 0-20 15,-14 7-5-15,1 6-4 16,5 6-38-16,4 5-68 16,4 0-52-16,0 0-168 15</inkml:trace>
  <inkml:trace contextRef="#ctx0" brushRef="#br0" timeOffset="11041.88">9346 6300 515 0,'0'0'152'16,"0"0"-21"-16,0 0-65 0,0 0-51 15,0 0-15 1,0 0-1-16,2 0 1 0,5 22 4 16,-2 2-2-1,-3 4 2-15,-2 5-2 0,0 2 2 16,0 6-1-1,-16-1-1-15,1 2-1 0,-4-3-2 16,6-4-7 0,2-1-9-16,4-12-173 0,5-8-15 15,0-10-171-15</inkml:trace>
  <inkml:trace contextRef="#ctx0" brushRef="#br0" timeOffset="11902.23">9221 6573 375 0,'0'0'185'0,"0"0"-31"0,0 0-74 15,0 0-36 1,0 0-22-16,0 0-21 0,54-22 0 16,-5 16-1-1,4 0 1-15,1-1-1 0,4 0-4 16,-7-1-29-1,-5-2-62-15,-5 0 39 0,-10-2-1 16,-2-1 39 0,-9 0 18-16,-6 4 0 0,-10 4 8 15,-4 2 73-15,0 3 17 0,0 0-38 16,0 0-24 0,-4 0-23-16,-21 7-12 0,-4 9-1 15,0 0 0 1,6-2-1-16,8-2 1 0,1 1-2 15,6-1 1 1,1 2-3-16,3-1 1 0,4-3 0 16,0-1 3-1,0-2-4-15,0-2 4 0,4 0 0 16,14-5-15-16,4 0 7 16,7-10 7-16,5-10 1 15,-3-2 0-15,-4 2-2 16,-5 4 1-16,-9 4 1 15,-3 5 0-15,-8 5 8 16,-2 2 9-16,0 0-8 16,0 0-2-16,0 0-4 15,0 0-3-15,0 0-5 0,0 2 3 16,0 13 1 0,0 7 1-16,0-1-4 0,0 6 3 15,0 1 0 1,0 0 1-16,8 0-2 0,10-6 2 15,4-4-1 1,0-12-1-16,8-6-10 0,-1 0 10 16,4-19 2-16,5-16 0 0,-3-10 1 15,6 0 0 1,-6-7 3-16,-1 2 1 0,-1-4-1 16,-8 1-4-1,-7 5 2-15,-5 7-1 0,-13 12 0 16,0 7 11-1,0 6 4-15,0 6 1 0,-8 6-13 16,0 2 6 0,-1 2-10-16,-1 0 0 0,-4 10-6 15,-3 16 4-15,-2 9 1 16,1 4-1-16,3 1 0 16,4 4 2-16,2-2-1 15,6-2 1-15,3 5-3 16,0-3 3-16,0-2 0 15,5-2 0-15,15-10-33 16,9-4-10-16,2-10-169 16,0-12-58-16</inkml:trace>
  <inkml:trace contextRef="#ctx0" brushRef="#br0" timeOffset="12072.17">10448 6515 279 0,'0'0'0'0</inkml:trace>
  <inkml:trace contextRef="#ctx0" brushRef="#br0" timeOffset="14741.32">11250 6272 208 0,'0'0'333'0,"0"0"-292"15,0 0-40 1,0 0-1-16,0 0 2 0,0 0 0 15,0 0 13 1,0 0-14-16,-9 62 10 0,5-47 3 16,-2 1-4-16,-1 1 11 15,1 5-2-15,-4 4-4 16,0 5-8-16,-1 1-4 16,0 6-2-16,4 0-1 15,1-3 0-15,1 0-3 16,5-4-31-16,0-12-87 15,0-9-155-15</inkml:trace>
  <inkml:trace contextRef="#ctx0" brushRef="#br0" timeOffset="15101.2">11017 6505 509 0,'0'0'90'0,"0"0"-88"0,0 0-2 16,0 0 0-16,0 0 5 0,0 0 12 15,46 0 18 1,-4 0-8-16,11 0 4 0,7 0-5 16,1-2-8-1,-3-6-15-15,-14 1-2 0,-8 2-1 16,-10 1-2-1,-8 1-2-15,-7 1 1 0,-5 0 3 16,-4 2 0-16,-2 0 3 0,2 0-3 16,-2 0-3-1,2 0-5-15,-2 0 7 16,0 11-5-16,0 3 0 16,0 4-10-16,0-1-2 15,0 2-71-15,0-4 44 16,-6-3-161-16</inkml:trace>
  <inkml:trace contextRef="#ctx0" brushRef="#br0" timeOffset="15281.13">11569 6395 203 0,'0'0'193'16,"0"0"-186"-16,0 0-7 0,0 0-40 16,0 0-97-1</inkml:trace>
  <inkml:trace contextRef="#ctx0" brushRef="#br0" timeOffset="16220.83">11569 6395 551 0,'88'110'130'16,"-88"-110"-49"-16,0 0-52 16,0 0-19-16,0 0-10 15,5 6 0-15,4 10 0 16,0 2 0-16,-3 3 0 15,-1 2 2-15,-2-3-3 16,1 0 3-16,0-4-3 0,0-2 2 16,1-2 0-1,-1-1 0-15,-3-8-1 0,6 1 0 16,-5-4-12-16,-1 0 12 16,9-2 4-16,0-18 29 15,6-6-33 1,0 0 9-16,-5 1 1 0,0 6 3 15,-1 3 2-15,-3 2-4 0,-1 4 1 16,0 2 7 0,-2 5-12-16,-1 0 1 0,-1 3 3 15,-2 0-5 1,0 0-2-16,0 0-4 0,0 0 2 16,5 0-2-1,-1 8 0-15,5 8 0 0,-3 4 1 16,4 2-1-1,-3 2 0-15,-1-2 0 0,0-2-8 16,4-4-1-16,1-8-27 16,-3-4 23-16,1-4 12 15,3 0 2-15,1-7 4 16,5-18 10-16,7 1-8 16,-8 0-5-16,-1 5 13 15,-9 4-5-15,-5 3 10 16,0 4-8-16,0-1 17 15,0 6-19-15,0 1-2 0,-2 2-6 16,0 0 2 0,0 0-4-16,0 0 0 0,3 0-2 15,2 0-9 1,-2 8 5-16,5 6 3 0,-2 1 0 16,-2 6 0-1,4 1-8-15,0-2 5 0,-1 1 2 16,6 0-11-1,-3-7 10-15,5 0 0 0,1-5-5 16,3-9 1-16,6 0 8 0,6 0 0 16,4-14 1-1,6-9 0-15,-3-1 0 0,0-4 1 16,-9-1-1 0,-5 0 1-16,-3-1 0 0,-13 2 13 15,-1 1-8 1,-7 5 11-16,0 7 4 0,0 3-6 15,-7 6-4-15,1 1 4 16,-6 5-15-16,-3 0-7 16,-3 9 2-16,-2 13 0 15,2 5 4-15,4 6 1 16,6 1-3-16,8 8-5 16,0 2-7-16,2-1-86 15,34-5-46-15,17-13-296 16</inkml:trace>
  <inkml:trace contextRef="#ctx0" brushRef="#br0" timeOffset="16650.68">13380 6292 429 0,'0'0'107'16,"0"0"-49"-16,0 0-32 0,0 0 2 15,0 0-14 1,0 0-6-16,-73 34 6 0,53-14-14 16,7-3 5-1,7 1-5-15,0 0 0 0,6-1-1 16,0 4 0-1,0-4-1-15,0 0 2 0,0-2 0 16,12-2-3-16,3-4 3 16,3 3 0-16,3-5 2 15,0 0-2-15,0 4 0 16,-4-5 1-16,-3 4 0 16,-3 0-1-16,-9 2 0 15,-2 2-6-15,0 2 1 16,-13 0-14-16,-14-2-41 15,2-8-43-15,1-6 58 0,4 0-33 16,4 0 39 0,7-13-73-16</inkml:trace>
  <inkml:trace contextRef="#ctx0" brushRef="#br0" timeOffset="17220.5">13634 6152 642 0,'0'0'131'15,"0"0"-106"-15,0 0-25 0,0 0-7 16,0 0 7 0,0 0 2-16,-13 82-1 0,11-46 1 15,2 1 0 1,0-3 0-16,0 2 4 0,0-4-2 15,0 4-4-15,0 0 1 16,2 3-1-16,7 4 0 16,3-2 0-16,-4 0 1 15,-1-7 4-15,-7-8-3 16,0-6-1-16,0-7 0 16,0-8 3-16,0-5-4 15,-2 0 5-15,-7 0-1 16,3-14-2-16,0-7 0 15,5-5-1-15,1-6 2 16,0 3 3-16,0-7 1 0,11-4-7 16,11 2 8-1,5 2-6-15,1 2 7 0,-3 6 5 16,-5 8-1 0,-9 8 6-16,-3 5 19 0,0 5-23 15,3 2-10 1,5 0-4-16,1 0-1 0,-3 0 0 15,-1 11-5-15,-4 5 4 0,-4 2-1 16,-5-1-17 0,0 2 6-16,-7 1-9 0,-19-4-2 15,-5-4-18 1,-4-4 15-16,6-5-8 0,12-3-9 16,11 0-29-1,6 0-79-15,2-9-150 0</inkml:trace>
  <inkml:trace contextRef="#ctx0" brushRef="#br0" timeOffset="17600.38">14035 6413 372 0,'0'0'18'15,"0"0"-14"-15,0 0 4 16,0 0 38-16,0 0 8 15,0 0-40-15,135 36-2 0,-100-36-2 16,-4-7-3 0,-8-5-6-16,-9 0 4 0,-11-2 14 15,-3 1 8 1,0-1 42-16,0 4-40 0,-17-1-9 16,-8 5-19-1,-1 2 17-15,2 4-3 0,-1 0 7 16,7 0-5-16,0 7-17 0,4 5 0 15,4 2-1 1,1 2 0-16,4 5 0 0,3 2-6 16,2 0 7-1,0 3-2-15,2-1-2 0,14-1-1 16,4-4-37 0,9-6-70-16,2-7 37 0,3-7-165 15,-1 0-58 1</inkml:trace>
  <inkml:trace contextRef="#ctx0" brushRef="#br0" timeOffset="18250.16">14413 6382 307 0,'0'0'174'0,"0"0"-40"16,0 0-12-16,0 0-48 15,0 0-47-15,0 0-27 16,0-8-3-16,2 13 3 0,2 11 1 15,4 3-1 1,-8 4 1-16,0 1 1 0,0 0 1 16,0-4-1-1,0-2-1-15,-5-7-2 0,5-2 1 16,0-6-8 0,0-3-2-16,0 0 3 0,0 0 7 15,0 0 7 1,7-7 14-16,8-9-21 0,8-2 3 15,1-1-8-15,-1 4 6 0,-6 3-1 16,-3 2 8 0,-8 6 10-16,-1 1 12 0,-5 3-2 15,1 0-21 1,2 0-7-16,-1 0-5 0,7 0-18 16,0 5 8-1,0 9 9-15,5 1-12 0,-3 6 1 16,-1-5 7-16,6-2-16 15,1 0-3-15,11-10-5 16,3-3-2-16,2-1 14 16,4-1-74-16,-6-19-45 15,-5-10-1-15,-8-3 100 16,-5 1 42-16,-4-3 77 16,-2 0 5-16,-5-3-36 15,-2 3-10-15,0 4 14 16,0 7 40-16,0 9 33 15,0 8-20-15,-4 3-46 0,2 4-23 16,-1 0 0 0,3 0-20-16,0 0-14 0,0 0-4 15,-2 16-5 1,0 12 9-16,2 6 0 0,0 3 0 16,0-2-1-1,0 1 0-15,0 0-23 0,0-2-49 16,0 3-23-16,0-9-28 0,4-10-151 15</inkml:trace>
  <inkml:trace contextRef="#ctx0" brushRef="#br0" timeOffset="18400.12">14792 6379 547 0,'0'0'104'15,"0"0"-28"-15,0 0-47 16,0 0-29-16,0 0-2 16,176-45-141-16</inkml:trace>
  <inkml:trace contextRef="#ctx0" brushRef="#br0" timeOffset="19229.84">15610 6287 655 0,'0'0'154'16,"0"0"-133"0,0 0-4-16,0 0-11 0,0 0-6 15,0 0 0 1,-66 47-1-16,45-18 1 0,-1-1 0 15,4-1 1-15,0 0-2 0,3-1-4 16,8-2 5 0,2-2 4-16,3-2-4 0,2-6-1 15,0-2 1 1,0-6-4-16,0-4-57 0,0-2 8 16,13 0 53-1,7-20 101-15,9-11-91 0,3-4-7 16,-1-1 3-16,-4 1-2 15,-9-2 1-15,-3 2-2 16,-9 7 1-16,-6 6 1 16,0 8 15-16,0 6 19 15,0 4-19-15,-2 4-13 16,-8 0-7-16,-7 6-14 16,-2 17 12-16,-4 1 2 15,7 2-1-15,3-3 0 16,7 1 0-16,6-3-4 15,0-6-1-15,0-1-30 0,0-6-2 16,6-4-16 0,7-4 26-16,3 0 17 0,3 0 11 15,0 0 6 1,2-9-3-16,-5-1 4 0,3 0 1 16,-1-1 3-1,-3 1 13-15,-1 5-16 0,4-2-4 16,-5 4-3-16,-2 0 1 0,2 3-2 15,-3 0 0 1,-2 0 0-16,1 3-5 0,-1 11 3 16,-6 4 2-1,-2 3 1-15,0 4 0 0,0-6-1 16,0 0 0 0,-2-4 0-16,-2-3 2 0,2-3-1 15,0-7-1 1,2-2-3-16,0 0 3 0,0 0 12 15,0-9 33-15,23-12 10 16,10-11-53-16,10 0 1 16,3 1-3-16,-4 8-1 15,-3 5 0-15,-16 8 2 16,-2 6-2-16,-7 4 0 16,1 0-2-16,5 0-8 15,0 14-24-15,2 12 9 16,-6 3-67-16,-5 4-94 0</inkml:trace>
  <inkml:trace contextRef="#ctx0" brushRef="#br0" timeOffset="20649.14">8646 7528 122 0,'0'0'632'0,"0"0"-567"0,0 0 2 16,0 0-13-1,0 0-38-15,0 0-5 16,0-7-9-16,0 11-2 16,0 17-3-16,0 8 3 0,0 10 0 15,0 7 3-15,0 4-3 16,0 6 1-16,0 2-1 15,2-4-1-15,5-4-58 16,4-11-60 0,4-13-69-16,-3-19-68 0</inkml:trace>
  <inkml:trace contextRef="#ctx0" brushRef="#br0" timeOffset="21378.91">8820 7423 368 0,'0'0'131'15,"0"0"-48"-15,0 0 6 0,0 0-53 16,25-112-5 0,-15 96 15-16,2 3-29 0,-4 8 0 15,-3 1-2-15,-3 4-3 16,7 0-12-16,3 0-1 15,5 16 0-15,1 11 2 0,-1 11 0 16,-5 5-1 0,-12 7 2-16,0 5 4 15,-14-1-5-15,-17-2 1 16,0-8-2-16,-2-10 3 16,4-10-2-16,7-8 0 0,-1-7 0 15,3-4 1 1,5-1-2-16,0-2 0 0,7-2 2 15,8 0 2 1,0 0 0-16,0 0-3 0,0 0 1 16,0 0-2-1,0 0-9-15,0 0 0 0,0 0 2 16,8 0 1 0,11 0 5-16,-2 6 2 0,6 3-1 15,-3 5 0-15,0 6 1 0,5 1 0 16,-3 2 1-1,3-4-2-15,4 0 1 0,2-10 1 16,7 0-2 0,9-9 0-16,-1 0 0 0,1-3 2 15,-2-17 2 1,-7-6 1-16,2 0 13 0,-9-1 2 16,-4-2 10-16,-10 5 2 15,-8 2-19-15,-6 4 8 16,-3 1 7-16,0 4-15 15,0 0-8-15,-14 4-5 16,1 3 7-16,1 2-4 16,6 2-1-16,0 2-1 15,-3 0-1-15,-5 16-11 16,-1 12 5-16,1 4 3 16,3 5-3-16,7-2-4 15,4 3-8-15,0 0-14 0,19-6-18 16,20-3-98-1,11-11 41-15,9-12-50 0,1-6-220 16</inkml:trace>
  <inkml:trace contextRef="#ctx0" brushRef="#br0" timeOffset="21718.8">9849 7308 701 0,'0'0'149'0,"0"0"-146"0,0 0-3 16,0 0-7 0,0 0 7-16,-3 117 2 0,0-71-2 15,1-1 3-15,-2 0-3 16,1 0 0-16,-3 1-3 15,1 5 3-15,-4-2 5 16,0 3-3-16,0 0 7 16,0-1-8-16,5-4 0 15,-2-1 1-15,3-7-1 16,-3-3 2-16,1-8-3 16,-6 2-54-16,-7-2-19 0,-8-4-126 15,0-4-73 1</inkml:trace>
  <inkml:trace contextRef="#ctx0" brushRef="#br0" timeOffset="22098.68">9748 7830 129 0,'0'0'385'0,"0"0"-336"15,0 0 31 1,0 0 16-16,0 0-25 0,0 0-30 16,-16-11-36-16,18 8-4 15,13-1-1-15,4 0 5 16,7 3-5-16,3-2 0 15,2 3 0-15,4 0-3 16,1 0 3-16,-2 0 2 16,-8 0-2-16,-5 4 0 15,-7 4 0-15,-8 0 2 16,-4-2 0-16,-2-4-2 16,0 5-4-16,0-4 2 15,0 4-6-15,0 4-18 0,-14-4-88 16,-3-6-222-1</inkml:trace>
  <inkml:trace contextRef="#ctx0" brushRef="#br0" timeOffset="22718.48">10004 7782 473 0,'0'0'81'16,"0"0"24"-16,0 0-48 0,0 0-46 15,0 0-11 1,0 0-1-16,49 0 1 0,-27 14 5 16,0 2-4-1,1 0 4-15,-4 2-1 0,-5 1-4 16,-1-2 4-16,-3 1-2 0,-4-2 3 16,-2-1-4-1,-4-3 2-15,0-5-1 0,2-3 0 16,-2-4 0-1,0 0-1-15,0 0 8 0,0 0 72 16,0-1 23 0,0-17-57-16,0-9-44 0,0 0-3 15,7-1 3 1,8-3-3-16,9-1 0 0,7 3-6 16,5 0-15-16,12 7-33 15,-3 3-131-15,-5 8-145 16</inkml:trace>
  <inkml:trace contextRef="#ctx0" brushRef="#br0" timeOffset="23428.25">10585 7798 755 0,'0'0'71'0,"0"0"-51"16,0 0-6-1,0 0 4-15,0 0-18 0,0 0-8 16,14-12 4 0,1-2-1-16,6-4 5 0,-8-1 0 15,-4-1 1 1,-4 3-1-16,-5 2 4 0,0 6 31 16,0 1-14-16,-10 2-13 0,-3 2 3 15,0 4-6 1,-1 0-5-16,1 0-5 0,-3 4-3 15,1 14 5 1,3 4 0-16,4 2 0 0,-1 1 1 16,5 4 0-1,-2 1 1-15,4-2 0 0,2-1 1 16,0-5-3-16,0-4-3 16,0-7-1-16,10-4-27 15,4-7 20-15,7 0 7 16,8 0 7-16,7-17 7 15,4-5-6-15,5-4 4 16,-8-2-2-16,3 2-1 16,-9-1-2-16,-2 4 1 15,-6 0 4-15,-8 6 21 16,-1 1-7-16,-8 3 3 16,-1 4-4-16,-4 1-1 0,-1 4 1 15,0 2-4 1,0-1 8-16,0 3-5 0,0 0-13 15,0 0-4 1,0 0-5-16,-6 0-12 0,-9 17-13 16,-1 5 29-1,3-3-5-15,6 2-11 0,7-5-20 16,0 0-4-16,0-2 19 0,0-3 7 16,0-4-13-1,9 0-28-15,-1-4 19 0,0 1 16 16,3 1 20-1,0-2-4-15,2 3 4 0,7 2-6 16,1 5-6 0,-2-2-8-16,-2 6-46 0,-5-2-38 15,-6 4 31 1,-6-2-28-16,0-5-39 0</inkml:trace>
  <inkml:trace contextRef="#ctx0" brushRef="#br0" timeOffset="23538.24">10978 7953 16 0,'0'0'279'16,"0"0"-172"-16,0 0-29 15,0 0 25-15,0 0-75 16,0 0-25-16,-9-131-3 16,51 97-82-16,7-5 9 15,0-7-78-15</inkml:trace>
  <inkml:trace contextRef="#ctx0" brushRef="#br0" timeOffset="24098.04">11381 7319 324 0,'0'0'231'16,"0"0"-199"0,0 0-32-16,0 0 0 0,0 0 7 15,0 0 3 1,0 138 10-16,-2-96-10 0,-5-3-3 16,0 1 5-16,1-3-10 0,-3 0 7 15,-2-3-7 1,-3-2 1-16,3-4 1 0,3-6 0 15,3-6-4 1,3-5 0-16,2-8-2 0,0-1 0 16,0-2-6-1,0 0-18-15,0 0 7 0,0 0 14 16,0 0 5-16,0 0 0 16,15 0 42-16,8-12-27 15,1 2-9-15,-4 2-5 16,-8 2 0-16,-6 3 9 15,-4 3 7-15,2 0-8 16,1 0-9-16,-1 0-4 16,6 11 1-16,-2 5-5 15,3 3 6-15,3-4 0 16,1-1-6-16,6-4-15 16,5-6 3-16,3-4 18 0,1 0-1 15,-2-6 3 1,-3-14 0-16,-5-2 2 0,-2-2 3 15,-5 2 13 1,-4 4 16-16,-6 4 20 0,-3 8 54 16,0 2-44-1,0 4-8-15,0 0-43 0,0 0-13 16,0 0-62-16,0 14-78 0,0 7 140 16,0 2 0-1,0 0-7-15,0-6-100 0,0-7-83 16</inkml:trace>
  <inkml:trace contextRef="#ctx0" brushRef="#br0" timeOffset="24277.98">11816 7590 670 0,'0'0'131'0,"0"0"-126"15,0 0-5-15,0 0-66 16,0 0 63-16,0 0-72 16,40 43-157-16,-36-28-198 15</inkml:trace>
  <inkml:trace contextRef="#ctx0" brushRef="#br0" timeOffset="25229.33">11816 7590 332 0,'144'84'326'16,"-144"-84"-281"-16,3 0-26 0,0 0 17 15,-2 3-16-15,6 3-20 0,-2 5 1 16,-3 5 6 0,0 2-7-16,-2 3 8 0,0-4-4 15,0-2-2 1,0-3-2-16,0-5 1 0,0-3-1 15,0 0 1 1,0-4 0-16,0 0 6 0,0 0-7 16,2 0-2-1,16-1-2-15,7-13-8 16,5-7-59-16,-2 3 39 0,-7 4 18 16,-4 2 10-16,-4 4 4 15,-6 3 8-15,-3 4-5 16,-1 1 3-16,1 0-6 15,-1 0-3-15,2 0 3 16,0 0-10-16,-3 8-8 16,3 5 18-16,0-4-4 15,3 3 4-15,7 0-2 0,14-2-6 16,14-2 8 0,15-6-1-16,18-2 2 0,13 0-1 15,4 0 0-15,3-6 2 16,-9-15-2-16,-15-4-2 15,-21-1 2 1,-18-4 6-16,-15 2 27 0,-16 0 86 16,-2 6-51-16,0 2 17 15,-10 3-54-15,-9 8-13 16,2 1 10-16,1 6-11 16,3 2-14-16,-5 0-3 15,-5 4-6-15,6 16 3 0,-3 6 1 16,3 0-4-1,11 2 2-15,4-4-29 0,2-2 2 16,0-6-9 0,8-2-53-16,4-8 48 0,-1-2-1 15,1-4 25 1,5 0 21-16,-1-1 4 0,-1-14 21 16,-1 5-3-1,-5 0 15-15,-5 4 37 0,1 2-61 16,-3 3-3-16,-2 1 0 0,0 0-10 15,3 0-9 1,1 1-38-16,3 17 23 0,-1 9 21 16,1 6 3-1,-1 6 0-15,4 8 1 0,-2 7-4 16,5 3 3 0,1 3 0-16,1-4-1 0,3-1 5 15,-1-6-7-15,-7-5 3 16,-5-6 0-16,-5-7 4 15,0-7-4-15,-23-13-2 16,-13-7 2-16,-10-4 9 16,1 0-3-16,5-19 14 15,5-8 8-15,8-3 11 16,7-3-1-16,11-6-16 16,9-7 22-16,15-7-43 15,50-10-1-15,40-14-81 16,28-10-228-16</inkml:trace>
  <inkml:trace contextRef="#ctx0" brushRef="#br0" timeOffset="25829.14">14595 7592 566 0,'0'0'254'0,"0"0"-128"0,0 0-58 15,0 0-38 1,0 0-13-16,0 0-11 0,-13 0-6 15,13 0 0 1,0 0-2-16,13 4-2 0,14 2 4 16,13 0 0-1,18-4 4-15,12-1-4 16,3-1 0-16,-11 4-15 16,-12 3-103-16,-26 2-179 15,-24-4-338-15</inkml:trace>
  <inkml:trace contextRef="#ctx0" brushRef="#br0" timeOffset="26039.06">14634 7928 622 0,'0'0'146'16,"0"0"-103"-16,0 0 18 0,0 0 10 15,0 0-51 1,0 0-17-16,71 0-6 0,10 0-11 16,14-17-122-1,1-8-277-15</inkml:trace>
  <inkml:trace contextRef="#ctx0" brushRef="#br0" timeOffset="26978.75">16263 7328 552 0,'0'0'205'15,"0"0"-159"1,0 0-35-16,0 0-11 0,0 0 0 16,0 0 5-16,-73 33-5 0,42-15 0 15,5-2 9 1,4 0 2-16,5 2 2 0,-1 2 0 15,-3 5 1 1,4 0-5-16,1 5-3 0,-1 5-3 16,1 0-3-1,0 2 0-15,9-2 2 0,3-3 0 16,4-7-2 0,0-4-3-16,11-2 3 0,9-5 1 15,3-3 0-15,-3-8 2 16,-5-3-1-16,1 0 1 15,-3 0 4-15,-1-14 0 16,-1-7 11-16,-5 0-9 16,-6-1 13-16,0-5-10 15,-4 4 1-15,-19 0-7 16,-1 2-6-16,-1 7-1 16,1 6-7-16,-3 8-4 0,0 0-60 15,7 0-39 1,11 4-73-16,9 1-179 0</inkml:trace>
  <inkml:trace contextRef="#ctx0" brushRef="#br0" timeOffset="27268.66">16763 7339 813 0,'0'0'151'0,"0"0"-85"0,0 0-46 16,0 0-14 0,0 0-1-16,0 0-5 0,0 1-5 15,0 26 5 1,0 1 0-16,0 2 1 0,0 3 0 16,0 2-1-16,-12 1 1 15,-1 2-2-15,-3 3 1 16,-6-4 0-16,-2 4-33 15,-3-5-24-15,0-2-13 16,0-8-55-16,4-12-182 16</inkml:trace>
  <inkml:trace contextRef="#ctx0" brushRef="#br0" timeOffset="27698.53">16715 7321 508 0,'0'0'109'16,"0"0"-16"-16,0 0-25 0,0 0-54 15,0 0-12 1,0 0 0-16,-84 68-1 0,66-37 3 15,0-2-4 1,5-3 0-16,-1 2 1 0,-1 1 0 16,-5-1-1-1,-3-1 3-15,-2 0-1 0,4-9-1 16,5-5 2-16,9-8-6 16,5-3 0-16,2-2-1 15,0 0 2-15,0 0 0 16,0 0 0-16,21 0-2 15,0-7 4-15,2 4 0 16,1 3-5-16,8 0 3 16,1 0 1-16,9 0 1 15,3 0-3-15,4 3 3 16,6 8-57-16,5-1-30 16,2-5 24-16,4-5-238 0</inkml:trace>
  <inkml:trace contextRef="#ctx0" brushRef="#br0" timeOffset="27988.43">17629 7417 715 0,'0'0'168'16,"0"0"-54"-1,0 0-56-15,0 0-48 0,0 0-10 16,0 0-1 0,-48 32 1-16,30-6-3 0,-1 2 3 15,0 1 0 1,-4-1 3-16,-1 4-2 0,-1-2-1 16,3-2 0-16,-1 0-8 15,3-3-31-15,1 0 2 16,1-4-13-16,3-12-149 15,5-9-142-15</inkml:trace>
  <inkml:trace contextRef="#ctx0" brushRef="#br0" timeOffset="28218.36">17453 7417 508 0,'0'0'141'0,"0"0"29"0,0 0-153 16,0 0-17 0,0 0-5-16,0 0 3 0,27 53 2 15,-11-20 1 1,-1 3-1-16,3 4-1 0,1 1 0 16,-2-1-8-16,5-4-181 0,5-8-29 15</inkml:trace>
  <inkml:trace contextRef="#ctx0" brushRef="#br0" timeOffset="28458.29">17973 7461 862 0,'0'0'108'16,"0"0"-47"-16,0 0-38 15,0 0-16-15,0 0-7 16,0 0-5-16,0 34 0 16,0 0 4-16,0 4 1 15,0 5 0-15,-9 1-9 16,-11 0-14-16,-2 2-8 16,6-4-60-16,13-9-128 0,3-13 8 15</inkml:trace>
  <inkml:trace contextRef="#ctx0" brushRef="#br0" timeOffset="28918.12">18450 7453 527 0,'0'0'181'0,"0"0"-59"0,0 0-33 16,0 0-47-1,0 0-41-15,0 0-1 0,-5-14-6 16,-5 33 6 0,-4 4 0-16,-2 2 1 0,-2-3-1 15,1 3 0 1,-3 1-1-16,4-3-1 0,4 0 2 16,6-3 0-16,6-8 0 15,0-1-2-15,0-5-7 16,0-2-16-16,9 0 18 15,0 0 4-15,2-1 2 16,0-1 1-16,3 3-1 16,3-1 1-16,1 4 0 15,2-1 0-15,-6 4 0 16,-6 1 0-16,1-1 0 0,-6 1 1 16,-3-1-1-1,0 1 0-15,-3 0-5 0,-18 0 2 16,-11 0 0-1,-9-4-15-15,0 0 11 0,-1-2-39 16,3-4-8 0,12-2-73-16,12 0-23 0,13-5-116 15</inkml:trace>
  <inkml:trace contextRef="#ctx0" brushRef="#br0" timeOffset="29068.09">18510 7471 319 0,'0'0'177'15,"0"0"-112"-15,0 0-61 0,0 0-4 16,0 0 0-16,147-6-98 16,-100 6-117-16</inkml:trace>
  <inkml:trace contextRef="#ctx0" brushRef="#br0" timeOffset="30169.73">19023 7499 239 0,'0'0'182'15,"0"0"-83"-15,0 0 9 0,0 0-6 16,0 0 2-16,0 0-40 16,-3-34-22-16,3 34-19 15,-2 0-14-15,-1 0 5 16,-2 0-5-16,-11 2-8 15,-9 14-1-15,-2 7 5 16,0 3-5-16,1 2-3 16,4-2 3-16,1-1-1 0,4-3 1 15,5 1 0 1,6-5 0-16,4-1 0 0,2 2 0 16,0-3-2-1,0-2 2-15,0 2 0 0,6-4-13 16,10 1-8-16,1-4 3 15,6-3-7-15,4-2-1 16,2-2 22-16,0-2 2 16,2 0 0-16,-3 0 2 15,4-16 2-15,0-9 0 16,-3 0-1-16,-5-5 13 16,-4 1 14-16,-7-3 3 15,-4-2-7-15,-4 2-2 0,-5 1-13 16,0 3-4-1,0 3 0-15,-9 9-5 0,-5 11-24 16,-3 5-57 0,-4 0-179-16,4 4-84 0</inkml:trace>
  <inkml:trace contextRef="#ctx0" brushRef="#br0" timeOffset="31149.42">19714 7429 355 0,'0'0'141'0,"0"0"-115"15,0 0-17 1,0 0 7-16,0 0 7 0,0 0-12 16,0 0 10-1,-62 70 16-15,53-49-26 0,-3 0 2 16,-3 2 9 0,-5 0 22-16,-3 4-19 0,2 1-8 15,-4 0-1-15,4-2-14 16,6 0 2-16,-1-2 0 15,3 0-1-15,2-1-3 16,0-6-31-16,4-7-124 16,2-8-102-16</inkml:trace>
  <inkml:trace contextRef="#ctx0" brushRef="#br0" timeOffset="31412.76">19476 7513 485 0,'0'0'143'16,"0"0"14"-1,0 0-64-15,0 0-61 0,0 0-32 16,0 0-3 0,15 3 3-16,-4 14 1 0,0 3-1 15,1 2-1-15,1 2 1 16,3 2 2-16,1 1-2 15,1-2 1-15,7 1 0 16,-2-5-1-16,11-1-46 16,0-6-166-16,-1-11 33 15,-3-3-207-15</inkml:trace>
  <inkml:trace contextRef="#ctx0" brushRef="#br0" timeOffset="31702.66">20044 7538 468 0,'0'0'211'0,"0"0"-50"15,0 0-45-15,0 0-45 0,0 0-17 16,0 0-39 0,0-28-12-16,0 28-3 0,0 0 0 15,0 0-6 1,0 14-5-16,-7 10 11 0,-4 7 3 15,-7 5-2 1,2 3 0-16,1-3-1 0,1 0-21 16,9-4-20-1,4-6-32-15,1-3-29 0,0-8-90 16,1-9-64-16,18-6-102 16</inkml:trace>
  <inkml:trace contextRef="#ctx0" brushRef="#br0" timeOffset="32012.55">20325 7516 388 0,'0'0'165'15,"0"0"34"-15,0 0-44 0,0 0-66 16,0 0-69 0,0 0-20-16,0-23-9 0,-9 47 9 15,-9 2 0 1,3 1 1-16,3 0-1 0,3 1 0 15,3 1-2 1,4-1 1-16,2-7 0 0,0-4-10 16,0-8-12-1,0-3 16-15,0-6-6 0,0 0 13 16,0 0 6-16,6-7 46 0,11-13-5 16,4-10-44-1,1 2-2-15,-2-4 4 0,-2-3-5 16,-2 0-19-1,-7 3-6-15,-9-3-69 0,-7-1-294 16</inkml:trace>
  <inkml:trace contextRef="#ctx0" brushRef="#br0" timeOffset="32192.51">20063 7189 569 0,'0'0'86'16,"0"0"-86"-16,0 0 4 15,0 0-4-15,121 0 0 16,-51 0 0-16,11 0-38 0,6-8-167 16</inkml:trace>
  <inkml:trace contextRef="#ctx0" brushRef="#br0" timeOffset="32682.33">20924 6868 536 0,'0'0'59'16,"0"0"25"-16,0 0-27 0,0 0 10 15,0 0-27 1,0 0-21-16,-37-43-18 0,16 43-1 15,-3 0-1 1,-1 9 0-16,6 3 1 0,-2 3 0 16,1 2 3-1,3 5-3-15,-2-1 0 0,4 2-1 16,6-3 0-16,3 2 1 16,6-2 0-16,0-2-5 15,0-2 4-15,15-4-5 16,16-4-7-16,7-6 3 15,6-2-8-15,-1 0-18 16,-5-8 8-16,-9-6 16 16,-9-1 12-16,-7 1 4 15,-6 2 22-15,-5 3 37 0,-2 3 24 16,0 4-25 0,0 2 2-16,0 0-34 0,0 0-27 15,0 0 0 1,0 0-3-16,0 2-7 0,0 16 0 15,0 8 7 1,0 10 1-16,-11 4-1 0,-5 10 0 16,-6 5 0-16,-8 6 0 0,-4 2-52 15,-11-10-136 1,-5-10-522-16</inkml:trace>
  <inkml:trace contextRef="#ctx0" brushRef="#br0" timeOffset="33941.93">13802 9096 519 0,'0'0'181'0,"0"0"-81"15,0 0-31 1,0 0-8-16,0 0-28 0,0 0-22 15,0 0-5 1,13 0-5-16,14-6 0 0,14-4-1 16,7 1 5-16,-7 3-2 15,-8 6-3-15,-8 0-32 16,-6 0-79-16,-5 0-81 16,-7 6-67-16</inkml:trace>
  <inkml:trace contextRef="#ctx0" brushRef="#br0" timeOffset="34111.87">13837 9316 311 0,'0'0'60'0,"0"0"-46"16,0 0 20 0,0 0 34-16,0 0-23 0,0 0 5 15,90 3 13 1,-28-3-50-16,0-14-13 0,-1-5-286 15</inkml:trace>
  <inkml:trace contextRef="#ctx0" brushRef="#br0" timeOffset="48713.64">15318 8927 293 0,'0'0'170'15,"0"0"-130"1,0 0-15-16,0 0 6 0,0 0-1 16,0 0-13-1,0 0 55-15,-2-4 2 0,2 4-4 16,0-2-3 0,0 2-27-16,0 0-12 0,0 0-15 15,0 0-6-15,0 0 2 0,-2-2 0 16,-2 1 0-1,1-6-5-15,1 2 0 0,-2-2-4 16,-2 1 0 0,4-1 1-16,-1 2 0 0,0-2 7 15,-4 0 0 1,-1 0-4-16,-2-4-3 0,-2-1 3 16,-1 0-4-16,-2-2 0 15,-3 0 1-15,1-1 0 16,1 3 2-16,0-2-1 15,-2 5-1-15,5 1 2 16,-3 4-3-16,-2 0 0 16,1 2 2-16,-2 2-1 15,2 0 1-15,1 0-2 16,3 0-2-16,4 0 2 16,-1 7-2-16,2 6 2 15,2 1 0-15,-1 5-3 0,4 6 3 16,3-1-1-1,0 2 0-15,0-2 0 0,0 2 0 16,6-3-10 0,6-4-14-16,-1-3 6 0,3-3-3 15,-3-6 5 1,1 0 4-16,-1-4-3 0,-4-1 14 16,4-2 2-16,-5 0 0 0,3 0 2 15,-1 0 7 1,2-9 4-16,-1 0 2 15,-3 1-3-15,-2 4 4 16,-1 1-10-16,2 0-2 0,-5 1 5 16,2 2-4-1,0 0 0-15,-2 0-4 0,0 0 0 16,0 0-1 0,0 0 0-16,0 0-1 0,2 0 0 15,-2 0 0-15,3 0 1 16,-1 0 0-16,0 0-1 15,2 0 1-15,-2 0 0 16,1 0-10 0,-3 0 3-16,0 0 7 0,0 0 2 15,0 0 2-15,0 0-4 16,0 0 4-16,2 0 0 16,0 0-2-16,-2 0-1 0,0 0 0 15,2 0-1 1,-2 0 1-16,2 0-1 0,1 0-2 15,-3 0 1 1,0 0-2-16,0 0 2 0,0 0 1 16,0 0 0-1,0 0 0-15,0 0-1 0,0 0 1 16,0 0 1 0,0 0-1-16,0 0 0 0,0 0 0 15,0 0 0-15,0 0 0 0,0 0 0 16,0 0 0-1,0 0 1-15,0 0-1 0,0 0 0 16,0 0 1 0,0 0-1-16,0 0 0 0,0 0 0 15,0 0-3 1,0 0-1-16,0 0-8 16,0 0 0-16,2 10 7 0,-2 4 4 15,0 2 1-15,0 2 0 16,0 1 2-16,0-2 0 15,0 5-1-15,-7 4-1 16,-10 4 1-16,-5 7-1 16,-4-2 0-16,3-3-1 15,-2 1-11-15,5-8-32 16,4-4-56-16,5-3-32 16,6-6 55-16,3-3-73 15,2-9-109-15</inkml:trace>
  <inkml:trace contextRef="#ctx0" brushRef="#br0" timeOffset="48903.58">15367 9164 933 0,'0'0'100'0,"0"0"-68"15,0 0-26 1,0 0-6-16,0 0-2 0,0 0-159 16,5-7-373-1</inkml:trace>
  <inkml:trace contextRef="#ctx0" brushRef="#br0" timeOffset="49633.34">15287 8809 250 0,'0'0'95'0,"0"0"-77"16,0 0 13 0,0 0-8-16,0 0-5 0,0 0 35 15,-92-24-36 1,77 18 7-16,6 0 54 16,0 0-37-16,2 0-3 0,0 1 0 15,3 2-7-15,-1-1 7 16,-1 2-10-16,-1-1-25 15,-2 3-2-15,-2 0 0 16,4 0-1-16,-6 0-1 16,-2 5 1-1,-7 11 0-15,4-2 0 0,4-2-1 16,5-1-1-16,0 3-6 0,-1 3 8 16,0 1 3-1,-4 0-2-15,6-1-1 0,-1-2 4 16,0-3-4-1,4-2-1-15,1-1 1 0,-1-2-1 16,3 1 2 0,-2 2-1-16,4 0 1 0,0-1-1 15,0-2 0 1,0 2 0-16,0 1 0 0,0-1 2 16,0 4-2-16,0-1 0 15,6 0-52-15,11 0-14 16,2-7 20-16,9-1-60 15,4-4-40-15,5 0-131 16</inkml:trace>
  <inkml:trace contextRef="#ctx0" brushRef="#br0" timeOffset="50132.4">15250 8845 151 0,'0'0'202'15,"0"0"-133"-15,0 0 2 0,0 0-33 16,0 0-7-16,0 0-12 16,0 0-13-16,0 0-4 15,0 0-1-15,0 0 8 16,0 10 8-16,0 7 31 15,0 2-17-15,0 8 21 16,-7 4-7-16,-10 1-18 16,1 2-1-16,-1-1-12 15,-3-3-8-15,0 0-2 0,-4 2 0 16,1-4-3 0,-4-2 3-16,0 0-4 0,0-4 3 15,1-3-2 1,8 2-2-16,0-3-2 0,3 1-108 15,1-6-66 1,1-6-288-16</inkml:trace>
  <inkml:trace contextRef="#ctx0" brushRef="#br0" timeOffset="50502.28">15405 9184 455 0,'0'0'130'0,"0"0"-31"0,0 0 21 15,0 0-25 1,0 0-33-16,0 0-36 0,-4 0-10 16,4 0-6-1,0 0-1-15,0 0-3 0,0 0-4 16,0 0-2-1,0 0-29-15,0 0-193 0,0 0-223 16</inkml:trace>
  <inkml:trace contextRef="#ctx0" brushRef="#br0" timeOffset="51101.96">16067 8770 525 0,'0'0'126'16,"0"0"-5"-16,0 0-10 15,0 0-26-15,0 0-40 16,0 0-12-16,2-30-18 16,-4 30-10-16,-12 0-5 15,-13 9 1-15,-4 17-1 0,0 4 0 16,2 4 0 0,5 1-1-16,4 2 1 0,-1 1-1 15,4 3 1 1,3-2 0-16,3 0 1 0,3-3-1 15,0 0 0 1,4-2 0-16,0-5-1 0,4-2 1 16,0-8 0-16,0-2-7 0,0-7-6 15,0-2 2 1,8 1-8-16,2-6 17 0,0 1-1 16,4-2-6-1,4-2 5-15,5 0 8 0,-1 0-4 16,1-4 0-1,3-10 1-15,-4-4 0 0,-5-4 6 16,-5 2 5 0,-8-4 14-16,-4 0-9 0,0 4 6 15,0-3-21-15,-16 8-2 16,-12 3-4-16,-10 10-26 16,-2 2-54-16,0 0-67 15,4 10-218-15</inkml:trace>
  <inkml:trace contextRef="#ctx0" brushRef="#br0" timeOffset="55434.71">16890 8988 811 0,'0'0'135'16,"0"0"-89"-16,0 0-9 0,0 0-10 15,0 0-11 1,0 0-16-16,0 0 2 0,-9-3-2 16,9 3 0-1,-3 0 0-15,-6 10-1 0,-8 10 0 16,-3 6 2-16,-6 4 2 15,-2 5-1-15,1-1-1 16,0-2-1-16,-2 2 0 16,-1 0-5-16,-2-4-39 15,1-4-88-15,1-10-151 16,9-9-169-16</inkml:trace>
  <inkml:trace contextRef="#ctx0" brushRef="#br0" timeOffset="55694.62">16591 8992 746 0,'0'0'122'16,"0"0"-48"-1,0 0-55-15,0 0 1 0,0 0-7 16,0 0-13-16,20-4 1 0,-3 18 0 15,10 3-1 1,2 3 2-16,5 1-2 0,3 1 4 16,2 4-3-1,3-1 0-15,-7 2-1 0,-3-1-86 16,-10-6-57 0,-4-6-158-16</inkml:trace>
  <inkml:trace contextRef="#ctx0" brushRef="#br0" timeOffset="55964.54">17222 9043 641 0,'0'0'229'15,"0"0"-142"-15,0 0-5 16,0 0-45-16,0 0-14 0,0 0-19 15,0-14-4 1,0 17-4-16,0 15 4 0,-7 7 0 16,-1 8 0-1,2 1 0-15,-2 1 0 0,1 3-8 16,0-1-18 0,0-3-52-16,7-10-84 0,0-10-112 15,3-14-197-15</inkml:trace>
  <inkml:trace contextRef="#ctx0" brushRef="#br0" timeOffset="56264.44">17513 8971 320 0,'0'0'381'0,"0"0"-247"16,0 0-26-1,0 0-67-15,0 0-34 0,0 0-5 16,-26 21-4-16,12 6 2 15,0 4 0-15,3-1 0 16,5-2 2-16,0 0-5 16,4-2 7-16,2-4-3 15,0-3-1-15,0-4 0 16,0-5-4-16,4-3-14 16,6-7-3-16,5 0 14 15,0 0 7-15,6-17 1 0,7-10-1 16,-1-4-6-1,-2-5-78-15,-8-3-117 0,-8-3-394 16</inkml:trace>
  <inkml:trace contextRef="#ctx0" brushRef="#br0" timeOffset="56444.39">17288 8686 880 0,'0'0'27'0,"0"0"-7"0,0 0-18 16,0 0-1-1,0 0-1-15,0 0 1 0,163 22-1 16,-101-13-38 0,-2-7-100-16,-12-2-168 0</inkml:trace>
  <inkml:trace contextRef="#ctx0" brushRef="#br0" timeOffset="56844.25">17993 8448 113 0,'0'0'619'16,"0"0"-602"-16,0 0-16 0,0 0 17 15,0 0 2 1,-116 63 0-16,96-34-2 0,0 1-6 16,5-2 1-1,1 2-11-15,1 3 11 0,-3-1 1 16,5-3-4 0,1 2 1-16,4-3-6 0,6 0-3 15,0-2-1-15,0-4 6 0,0-5-3 16,14-2-2-1,3-7 3-15,8-4-4 0,2-4 3 16,-5 0-3 0,-2-6 5-16,-4-15 15 0,-9 0 6 15,-4-4 6 1,-3 2-6-16,0 5 1 0,-13 4-22 16,-20 11-6-1,-10 3-29-15,-3 3-56 0,3 15-161 16</inkml:trace>
  <inkml:trace contextRef="#ctx0" brushRef="#br0" timeOffset="57534.04">18250 9075 251 0,'0'0'589'15,"0"0"-475"-15,0 0-16 16,0 0-85-16,0 0 3 15,0 0-4-15,-79-50-12 16,48 71-6-16,-5 1 6 16,5 2 1-16,7-2-1 15,8-5-1-15,3 4-4 16,6-5-4-16,1 0-2 16,6 0 0-16,0-4-6 0,0-2 2 15,0-2 0 1,13-3-8-16,11 2 19 0,7-5 2 15,3-2 2 1,-2 3 0-16,-2-1 3 0,-7-2-3 16,-6 5 0-1,-6-3-1-15,-4 3 1 0,-5-2 0 16,-2-1-7 0,0 4-22-16,-9 3 23 0,-21 3 6 15,-18 2 12-15,-2-2-10 0,5-3-1 16,9-5-1-1,14-2 2-15,11 0-2 0,6-2-4 16,5 0-29 0,18 0-247-16,27-17-187 0</inkml:trace>
  <inkml:trace contextRef="#ctx0" brushRef="#br0" timeOffset="57713.97">18711 9007 943 0,'0'0'60'0,"0"0"-8"15,0 0-32-15,0 0-4 16,0 0-16-16,162-43 0 16,-112 43-5-16,-19 0-57 15,-23 12-122-15,-8 7-232 0</inkml:trace>
  <inkml:trace contextRef="#ctx0" brushRef="#br0" timeOffset="57863.93">18682 9261 333 0,'0'0'104'0,"0"0"-72"0,0 0-15 15,160-26-17 1,-93 11-83-16,-1-2-316 15</inkml:trace>
  <inkml:trace contextRef="#ctx0" brushRef="#br0" timeOffset="58393.75">19841 8903 615 0,'0'0'132'0,"0"0"9"0,0 0-68 15,0 0-27-15,0 0-15 16,0 0-14-16,-110-58-14 16,66 56-3-16,0 2 0 0,7 0 0 15,4 0 0 1,4 14 3-16,4 6-3 0,2 6 0 15,3 3-3 1,11 3 3-16,-2-4-2 0,11 2 2 16,0-4-2-1,0-5-25-15,30 0 21 0,9-7-7 16,9-7-8 0,6-7 12-16,-5 0-19 0,-8-1 0 15,-9-19 14-15,-7-1 14 0,-8 0 0 16,-7 2 53-1,-6 9-21-15,-4 4 19 0,0 6 5 16,0 0-38 0,0 0-15-16,0 0-3 0,0 0-8 15,0 11 1 1,0 11 7-16,-2 7 0 16,-10 4 1-16,-1 1-1 0,0 4 0 15,-3 4-1-15,1 0 1 16,1 1-24-16,6-2-26 15,1-4-24-15,7-8-80 16,0-8-58-16,2-13-50 16</inkml:trace>
  <inkml:trace contextRef="#ctx0" brushRef="#br0" timeOffset="58553.71">20088 9114 721 0,'0'0'176'0,"0"0"-134"16,0 0 22 0,0 0-30-16,0 0-34 0,0 0-45 15,7-27-151 1,4 36 3-16,2-4-410 0</inkml:trace>
  <inkml:trace contextRef="#ctx0" brushRef="#br0" timeOffset="58943.58">20465 8805 744 0,'0'0'153'0,"0"0"-61"16,0 0-16-16,0 0-44 0,0 0-30 15,0 0 0-15,-36 10-2 16,14 22 2-16,-5 7-2 15,1-2-4-15,1 5 4 16,0 0 1 0,4 1 3-16,2-3-2 0,1 1-2 15,10-6-1-15,3-3 1 16,5-4-3-16,0-7-23 16,9-7-20-16,13-7 31 0,7-7-13 15,0 0 27 1,-1-7 0-16,-2-14 2 0,-6-5 7 15,-7-2 28 1,-6-1-12-16,-7 3 0 0,0-1-15 16,0 5-5-1,-4 8 1-15,-10 6-5 0,-4 8-22 16,-4 0-48-16,-1 5-82 16,4 13-104-16</inkml:trace>
  <inkml:trace contextRef="#ctx0" brushRef="#br0" timeOffset="59563.38">20526 9286 874 0,'0'0'127'0,"0"0"-86"0,0 0-12 15,0 0 11-15,0 0-25 16,0 0-12-16,19-10 0 15,6-17-1-15,10-8-2 16,6-5 1-16,3-6 0 16,-8 1 2-16,1-2 0 15,-2 1-3-15,-10 3 1 16,0 7-2-16,-9 11 1 0,-9 8 0 16,-3 8 5-1,-4 6 4-15,0 3-8 0,0 0 0 16,0 0-1-1,0 0-13-15,0 17 1 0,0 8 6 16,-4 11 5 0,-9 0 1-16,-1 4 0 0,1 0 2 15,-3 3-2 1,5-1-3-16,1-2-7 0,4-4 7 16,6-6-10-16,0-6-12 15,0-8 7-15,2-8-26 16,10-8 24-16,5 0 10 15,8-14 5-15,6-18 5 16,9-9 5-16,1-6 4 16,1-1-3-16,-5 4-5 15,-8 7 3-15,-8 9 3 16,-14 12 14-16,-4 6 27 0,-3 6-22 16,4 4-8-1,-4 0-7-15,0 0-11 0,0 0 0 16,0 0-1-1,0 0-10-15,0 9-10 0,0 15 20 16,0 6-2 0,0 3 3-16,0 3 0 0,0 3-27 15,0-3-21 1,10-9-127-16,5-8-144 0</inkml:trace>
  <inkml:trace contextRef="#ctx0" brushRef="#br0" timeOffset="59893.27">21740 8765 672 0,'0'0'174'16,"0"0"-40"-16,0 0-71 16,0 0-61-16,0 0 1 15,0 0-3-15,-140 72 6 16,95-37-6-16,11-6-2 15,10-3 2-15,8 2-1 16,6 0-2-16,7-1 1 16,3-1 4-16,0-2-2 15,3-4 0-15,14-1-1 16,3-3 0-16,1-3 1 16,-2-1 1-16,-2-4-1 0,3 0-1 15,-10-2 0 1,-3 0 1-16,-3 0-1 0,-4 0-1 15,-6 8-10 1,-39 4-14-16,-29 5 20 0,-15 0-84 16,-9-7-274-1</inkml:trace>
  <inkml:trace contextRef="#ctx0" brushRef="#br0" timeOffset="64211.88">5542 10108 538 0,'0'0'61'16,"0"0"-30"0,0 0 26-16,0 0 51 0,0 0-63 15,0 0-32-15,0 0-7 0,-14 5-2 16,6 2 5 0,-2 8 9-16,-3 0-2 0,-3 8-6 15,-4 7 5 1,4 6-3-16,-6 10-1 0,-3 8 5 15,-4 4-12 1,-2 9 7-16,-1 0-5 0,-1 1-3 16,0 1-2-16,2-7 2 15,-1-6 0-15,5-6-3 16,3-8-14-16,2-3-53 16,0-10-62-16,-5-4-66 15,0-13-175-15</inkml:trace>
  <inkml:trace contextRef="#ctx0" brushRef="#br0" timeOffset="64591.77">4966 10650 707 0,'0'0'120'16,"0"0"-54"-16,0 0-44 0,0 0-17 16,0 0 1-16,0 0-5 0,-3-7-1 15,3 7-7 1,0 0 6-16,0 0-3 0,0 0 2 16,0 9 2-1,5-1 0-15,-1-2 3 0,-2-4-3 16,4-1 0-1,-6-1 0-15,2 0 1 0,-2 0 2 16,0 0 2 0,0 0 5-16,0 0 13 0,0 0 4 15,0 0-16-15,0-3-5 16,2-6-6-16,0 4-4 16,5 5-23-16,5 0-83 15,2 0-112-15,4 5-109 16</inkml:trace>
  <inkml:trace contextRef="#ctx0" brushRef="#br0" timeOffset="64831.68">5501 10793 534 0,'0'0'457'0,"0"0"-436"0,0 0-19 16,0 0 5-16,0 0 19 0,0 0-11 16,-10 3-15-1,10-3 0-15,0 0-2 16,0 2-3-16,0 0-45 16,6 0-136-16,7-2-57 15,-3 0-255-15</inkml:trace>
  <inkml:trace contextRef="#ctx0" brushRef="#br0" timeOffset="66251.22">6444 10568 618 0,'0'0'206'0,"0"0"-121"16,0 0-26-1,0 0-38-15,0 0-9 0,0 0-11 16,-2-4-1-16,-8 23-4 16,1 8 3-16,-3 6 2 15,0 4-1-15,3-2 0 16,3 2 0-16,1-5 0 16,1-2 0-16,4-8 0 15,0-7-8-15,0-2-44 16,0-12-29-16,0-1-11 15,15-2 11-15,0-31 78 16,5-9-21-16,-1-6 24 16,-6 0 1-16,-5 1 23 0,-2 6 36 15,-4 6-37 1,-2 12 15-16,0 8 40 0,0 9-22 16,0 6-24-1,0 0-18-15,0 0-14 0,0 0-3 16,0 2-23-1,3 13 21-15,9 3 5 0,0-5 0 16,4 1 1-16,10-4-1 0,3-6-4 16,8-4 3-1,9 0-4-15,0-18-5 0,-1-15-4 16,-5-12-1 0,-8-5-3-16,-8-4 12 0,-8-2 0 15,-6-4 6 1,-7 4 1-16,-3 3 1 0,0 9 13 15,-5 8 33 1,-11 9-14-16,1 13 30 0,6 7-32 16,1 7-23-16,5 0-9 15,-6 12-1-15,-5 22-3 16,-1 14 4-16,-1 4 0 16,7 3-1-16,1-2 0 15,1 8 0-15,2 6 1 16,1 6-1-16,-6 7 1 15,-1 3 0-15,0-2 0 16,1 0 0-16,0-7 0 0,4-12 0 16,3-13 0-1,3-15-1-15,0-17-4 0,0-8-5 16,0-7 0 0,0-2 10-16,0 0 5 0,0-23 34 15,10-18-31 1,18-13-8-16,1-4-8 0,0-1-2 15,-8 9-20 1,-11 7 19-16,-10 10-6 0,0 8 15 16,0 8 4-16,-13 7 0 0,-5 5-2 15,1 5-2 1,1 0-5-16,4 0-10 0,9 3-6 16,3 3 0-1,0 2-11-15,8 0-7 0,19-1 19 16,15-7-40-1,8 0-102-15,0 0-186 0</inkml:trace>
  <inkml:trace contextRef="#ctx0" brushRef="#br0" timeOffset="67000.97">7470 10510 248 0,'0'0'245'0,"0"0"-135"0,0 0 85 16,0 0-102 0,0 0-34-16,0 0-32 0,-33-11-19 15,33 7 3 1,0-1-3-16,19-2-7 0,20-9 0 16,25-4 2-1,24-9-3-15,13 6 1 0,-3 0-2 16,-9 11-17-1,-24 9-113-15,-26 3-155 0</inkml:trace>
  <inkml:trace contextRef="#ctx0" brushRef="#br0" timeOffset="67410.84">7786 10465 247 0,'0'0'330'0,"0"0"-290"15,0 0 2-15,0 0-5 0,0 0-1 16,0 0 19 0,-69 95-23-16,55-59 5 0,-3 1-15 15,-2 7-11 1,2 1-7-16,1 0 1 0,5-2 3 16,2-2-8-1,4-6 4-15,5-4-4 0,0-5 1 16,9-9 1-1,16-6-2-15,6-10-2 0,14-1 0 16,9-4-1-16,5-20 2 0,0-8-16 16,-6-2-23-1,-14 0 19-15,-16 4 21 0,-13 2 1 16,-10 6 67 0,0 5-17-16,0 2-16 0,0 9 16 15,0 1-20 1,-3 5-14-16,0 0-17 0,3 0-1 15,0 0-20-15,0 19-7 16,0 9 21-16,0 2-5 16,0 0-81-16,0-7-17 15,0-6-116-15</inkml:trace>
  <inkml:trace contextRef="#ctx0" brushRef="#br0" timeOffset="67590.78">8037 10590 624 0,'0'0'32'16,"0"0"-32"0,0 0-21-16,0 0-14 0,0 0-34 15,0 0-300 1</inkml:trace>
  <inkml:trace contextRef="#ctx0" brushRef="#br0" timeOffset="68450.5">8251 10703 812 0,'0'0'116'0,"0"0"-104"0,0 0-2 16,0 0 24-1,0 0-26-15,0 0-8 0,1 37-6 16,2-16 5-16,1 8 0 16,-4 0 2-16,0 3-1 15,2-5 1-15,0-5-1 16,4-4 1-16,-2-4 3 16,3-7-4-16,-2-3 0 15,-3-4-4-15,-2 0 0 16,9 0 4-16,6-17 4 15,6-10 4-15,6-4-6 0,-3-1-1 16,-4 6 2 0,-4 6-3-16,-5 4 0 0,-8 10 7 15,0 5 33 1,-3 1-12-16,0 0-16 0,0 0-1 16,0 0-3-1,0 0-3-15,0 0-5 0,2 0-3 16,1 0-6-1,2 0-16-15,2 13 25 0,3 5-1 16,0 3 1-16,-2 0-9 0,-1-1-5 16,1-3-7-1,2-6 13-15,-4-2-6 0,3-6 4 16,-3-3-17 0,8 0 15-16,4-3 12 0,4-20-1 15,3-3 1 1,-5 2 1-16,0-2-1 0,-2 2 0 15,-8 6 0-15,0 6 4 16,-10 6 11-16,0 3 38 16,0 3-20-16,0 0-21 15,0 0-5-15,0 0-7 16,0 0-2-16,3 0-17 16,-1 3-19-16,0 15 28 15,4 6 8-15,1 1 0 16,-1-2 2-16,6-3-2 15,0-3-4-15,5-2 0 16,2-5 1-16,4-3 4 0,6-7 0 16,4 0 1-1,12 0 0-15,8-23 0 0,7-7 2 16,6-9-2 0,-4-5 0-16,-9 1 0 0,-14 2-6 15,-20 7 6 1,-17 6 1-16,-2 7 28 0,-4 0-9 15,-21 8 25-15,-4 4-32 0,3 8-7 16,-1 1-5 0,5 0 0-16,-1 18-1 0,4 10-1 15,7 5-1 1,10 4 1-16,2 0-14 0,16-5-57 16,22-7-111-1</inkml:trace>
  <inkml:trace contextRef="#ctx0" brushRef="#br0" timeOffset="69210.25">11143 10527 636 0,'0'0'149'0,"0"0"-139"15,0 0-5-15,-155 10-1 16,109 13 1-16,4 2 14 0,4 0-8 15,8 1-3 1,9-2-5-16,-2 0 10 0,7 2-4 16,1-1 2-1,7-2-6-15,4-1-2 0,4-2-1 16,0-4 1 0,12-4 0-16,11 0-3 0,8-1 0 15,9-2 0 1,9 2 3-16,4-4-2 0,1 1 1 15,-7 3-2-15,-14-2-5 0,-13 2-48 16,-15 0 15 0,-5 1 8-16,-7 5 24 0,-27-2 1 15,-13 6 5 1,-8-3-44-16,-1-4-44 0,0-4-16 16,8-8-44-1,17-2-97-15</inkml:trace>
  <inkml:trace contextRef="#ctx0" brushRef="#br0" timeOffset="69770.08">11443 10268 971 0,'0'0'132'16,"0"0"-131"-16,0 0-1 15,0 0-2-15,0 0 2 0,-11 118 0 16,-2-47 1 0,2 3-1-16,-2 5 0 0,-1 5 0 15,1 2 1 1,-5-1-1-16,5 5 1 0,1-8-1 16,3-9 0-1,7-15 0-15,2-17 0 0,0-17-2 16,0-11-7-16,0-12 6 0,0 1 3 15,0-2 0 1,0 0 2-16,0 0 3 0,-2 0 10 16,-2-2 3-1,-3-19-14-15,3-5-4 0,-4-9 1 16,3-1-1 0,5-10 4-16,0-7-2 15,8-5 5-15,16 3-6 16,10 1-1-16,1 9-1 0,4 9 1 15,-4 8 0-15,-6 9 0 16,-4 10-1-16,0 5 0 16,-4 4 1-16,8 0 0 15,0 0-2-15,-4 16 1 16,-5 6-9-16,-9 2-8 16,-11 2 4-16,0 3-15 15,-22-4 14-15,-18-1 7 16,-7-2-21-16,-2-7-29 0,4-5-4 15,12-6-22 1,10-4-44-16,21 0-16 0,2-9-182 16</inkml:trace>
  <inkml:trace contextRef="#ctx0" brushRef="#br0" timeOffset="70159.95">11750 10851 718 0,'0'0'124'0,"0"0"-124"16,0 0 0-16,0 0 0 0,0 0 0 15,0 0 2 1,93 0 4-16,-60-15-1 0,3-5 0 16,-9-3 8-1,-6 0 7-15,-5 0 0 0,-11 4-4 16,-5-1 17-16,0 4 10 15,-2 4-18-15,-20 4-7 16,-1 5-4-16,-4 3 7 16,-4 0-19-1,0 20-2-15,2 5 0 0,2 8 0 16,7-2 0-16,9 1 0 16,7 0-1-16,4-2-3 15,0 2 4-15,0-4 0 16,19 0-8-16,6-5-22 15,3-5 6-15,4-11-38 0,4-7-28 16,2 0-44 0,0-14-96-16,-7-16-111 0</inkml:trace>
  <inkml:trace contextRef="#ctx0" brushRef="#br0" timeOffset="70599.82">12128 10774 387 0,'0'0'124'0,"0"0"-22"0,0 0 14 15,0 0-40 1,0 0-56-16,0 0-20 0,2 10-8 16,-2 8 8-1,2 4 10-15,0 2-8 0,1 2 8 16,-3 0-5 0,0 0-3-16,0-2 0 15,0-3 1-15,-3-6-2 16,1-4-1-16,2-5 0 0,0-6 0 15,0 0 3-15,0 0-3 16,0 0-11-16,19-2 10 16,10-16 0-16,4-3 2 15,-6 2-1-15,-4-2 2 16,-9 8-2-16,-5 3 11 16,-5 3 32-16,-1 7 41 15,-3 0-43-15,0 0-21 16,3 0-14-16,-1 0-6 0,2 0-12 15,5 0-17 1,-3 17 24-16,4 0-4 0,1 3-6 16,-1-2-4-1,6-1-9-15,4-5-37 0,2-6 40 16,3-6-15 0,2 0-41-16,0-10-35 0,2-19-27 15,-3-5-3-15,6-6-116 0</inkml:trace>
  <inkml:trace contextRef="#ctx0" brushRef="#br0" timeOffset="70799.75">12714 10485 574 0,'0'0'261'16,"0"0"-101"-16,0 0-70 0,0 0-76 16,0 0-14-1,0 0-2-15,-34 42 2 0,28 2 1 16,0 4 0-16,4 2-1 15,-1-1-1-15,0 0-7 16,1-4-10-16,-7-1-40 16,-8-6-38-1,-3-4-68-15,-9-9 3 0,-5-10-204 16</inkml:trace>
  <inkml:trace contextRef="#ctx0" brushRef="#br0" timeOffset="70946.1">12483 10764 756 0,'0'0'119'0,"0"0"-31"15,0 0-73-15,0 0-15 16,0 0 0-16,153-78-80 16,-61 60-216-16</inkml:trace>
  <inkml:trace contextRef="#ctx0" brushRef="#br0" timeOffset="71735.84">13511 10722 902 0,'0'0'66'16,"0"0"-53"-1,0 0-5-15,0 0 0 0,0 0-3 16,0 0-4-16,-72 76-1 0,59-48 0 16,-1 0 0-1,5-2 0-15,-1 0 0 0,7-2-2 16,3-4 2 0,0-3-7-16,0-3-2 0,0-6-24 15,0-4-8 1,11-4 13-16,7 0 28 0,6-14 1 15,3-10 9-15,2-9 5 16,-5-1 7-16,-3-3 4 16,-4 0-12-16,-7 3-4 15,-7 3 3 1,-3 10 6-16,0 5 3 0,0 7 3 16,-1 7-21-16,-13 2 0 15,-6 2 0-15,0 21-4 16,-2 7-3-16,8 0 1 15,7 0-11-15,7-4-16 16,0-5-16-16,0-6-5 0,16-5-3 16,5-6-4-1,-4-4-32-15,-1 0 51 0,1-2 38 16,3-14 0 0,-1 0 21-16,5-6-11 0,0 2 55 15,-5 4-35 1,2 2-10-16,-7 6 6 0,-1 4-18 15,-1 4-8-15,1 0 1 0,-1 0-1 16,-4 4 1 0,1 14-1-16,-3 4 0 0,-1 2 2 15,-2-1 1 1,-3 0-4-16,2-1 1 0,-2-6-2 16,2-6 0-1,-2-2-1-15,0-8-10 16,0 0-2-16,0 0 15 15,2 0 8-15,5 0 30 0,3-12-21 16,11-10-17-16,4 0-1 16,-4 2 1-16,4 6 0 15,-7 6 19-15,-1 2-4 16,2 6-15-16,1 0 1 16,5 0-2-16,0 6-13 15,-2 8-93-15,-9-6-321 16</inkml:trace>
  <inkml:trace contextRef="#ctx0" brushRef="#br0" timeOffset="78734.12">14718 11011 342 0,'0'0'388'0,"0"0"-331"16,0 0-11-16,0 0 0 0,0 0-5 15,0 0-14 1,0 0-21-16,-11 0 0 0,11-3-2 16,0-2 6-1,0-8 13-15,21-9-5 0,2-6 12 16,12-8-21 0,2-5 3-16,1-8-9 0,-7 2 0 15,-6-5 0-15,-10 9 5 16,-8 2-6-16,-2 6-1 15,-5 10 2-15,0 7 2 16,0 11-5-16,0 4 1 16,0 3 0-16,0 0-1 15,-2 0-11-15,-15 12-6 16,-5 13 11-16,-2 6 4 16,6 0 2-16,9-5-3 15,9-5-6-15,0 2 3 16,0-5 2-16,11-1-3 0,9-3-6 15,0 1 0 1,2-1 6-16,1-2 2 0,-3-2 2 16,0 0 0-1,-9 2-9-15,-1 0 9 0,-2 6 0 16,-6 0 2 0,0 2-2-16,-2 4-1 0,0-2 2 15,0 1 2-15,0-4-1 0,10-5 1 16,5-1-11-1,5-7 1-15,7-6 2 0,4 0-2 16,7 0 7 0,2-20 1-16,3-7 4 0,-4-1-1 15,-3-6 1 1,-6 2 6-16,-2-2 24 0,-10 4-22 16,-7 5-7-16,-9 2 1 15,-2 9 22-15,0 5-14 16,-4 2-3-16,-14 5 12 15,-6 2-21-15,-5 0-3 16,0 6 2-16,2 14-3 16,7 4 4-16,7 0-3 15,3 3 3-15,8-1 0 16,2 1-1-16,0-2 0 16,20-3-7-16,11-6-29 15,7-4-30-15,7-7-87 0,-5-5-51 16</inkml:trace>
  <inkml:trace contextRef="#ctx0" brushRef="#br0" timeOffset="79034.02">15691 10353 877 0,'0'0'64'16,"0"0"-4"-16,0 0-35 0,0 0-14 16,0 0-11-1,0 0-4-15,-5 62 4 0,2-13-1 16,1 4 1 0,0 5 0-16,-5 0 5 0,3 7-5 15,-1-2-4-15,1 0 4 16,-1-1 5-16,2-4-4 15,2-5-1-15,-1-3-13 16,2-12-54 0,-9-4-66-16,-3-14-154 0</inkml:trace>
  <inkml:trace contextRef="#ctx0" brushRef="#br0" timeOffset="79533.87">15563 10846 650 0,'0'0'141'16,"0"0"-75"0,0 0-66-16,0 0-2 0,0 0-16 15,0 0-131-15,67-4 38 0,-53 6-64 16,-7 2 103-1,3-4 72-15,-5 0 15 0,-3 0 36 16,0 0 61 0,3 0-23-16,-1 0 25 0,5-4-8 15,2 0-90 1,0 0 29-16,0 0-29 16,5 4-10-16,1 0-1 0,4 0-1 15,3 0-1-15,5 8 1 16,-2 8 6-16,0 5-6 15,-5 1-2-15,-6 4-2 16,-5-3 3-16,-5-3-7 16,-3-3 1-16,-3-8-17 15,0-2 13-15,0-5 7 16,0-2 5-16,0 0 34 16,0 0 51-16,-3-17-40 15,1-2-37-15,-1-8 0 0,3-1 6 16,0-2-18-1,10-4-1-15,21 2-11 0,9 4-20 16,5 7-29 0,0 6-95-16,-10 10-133 0</inkml:trace>
  <inkml:trace contextRef="#ctx0" brushRef="#br0" timeOffset="80145.92">16152 10877 345 0,'0'0'190'16,"0"0"-164"-16,0 0 8 0,0 0 28 16,0 0-3-1,0 0-51-15,62-23-1 0,-20 3-5 16,0-4 1 0,-7 2 1-16,-4-2 9 0,-12-2-1 15,0 0 92 1,-11 3-92-16,-1 2-9 0,-7 5 20 15,0 6 32-15,0 1-26 0,-13 5-27 16,1 3-2 0,-3 1 15-16,-1 0-15 0,1 12-2 15,-7 10-2 1,4 8 4-16,-4 6 0 0,5 0 0 16,6 0 0-1,7-6 0-15,4-2-4 16,0-4-11-16,0-6 2 15,13-4-40-15,5-3 17 0,3-10 9 16,5-1 6-16,5 0 5 16,5-14 15-16,2-8-3 15,2-4-4-15,-7-2-5 16,2-1 9-16,-10 2 4 16,-2 1 24-16,-9 4 4 15,-4 2-3-15,-5 4-5 16,-5 6-5-16,0 1 32 15,0 6-46-15,0 1 5 0,-2 2-6 16,-11 0-5 0,5 0 4-16,0 4-4 0,1 12 1 15,5 4 1 1,2 3 1-16,0 2-2 0,0 3 0 16,0-2 1-1,9 2-26-15,7-2 22 0,4-2-10 16,6 1-26-1,-4-6-26-15,-2 0-18 0,-7-6-13 16,-10-5-115-16,-3-1-40 16</inkml:trace>
  <inkml:trace contextRef="#ctx0" brushRef="#br0" timeOffset="80235.89">16635 10983 163 0,'0'0'117'0,"0"0"1"16,0 0-97-16,0 0-4 0,0 0 12 15,0 0-22 1,-36-106-7-16,75 73-112 0,3-6-12 15</inkml:trace>
  <inkml:trace contextRef="#ctx0" brushRef="#br0" timeOffset="80595.78">16941 10328 542 0,'0'0'187'16,"0"0"-38"-16,0 0-38 15,0 0-47-15,0 0-64 16,0 0-3-16,-12 53 3 15,4-2 0-15,1 5 0 16,3-5 0-16,0 2 0 0,3-2 0 16,-1-2 0-1,-5-6 1-15,1-4-1 0,-3-8 0 16,2-10 0 0,4-3-1-16,1-8-14 0,2-4-11 15,0-3-3 1,0-3 2-16,0 0 20 0,0 0 7 15,0 0 2-15,0-9-2 0,16-6-40 16,2 0 40 0,4 1 0-16,0 4 11 0,-4 6-1 15,2 1-2 1,-4 3-6-16,-1 0-1 0,4 0-2 16,0 17-1-1,4 5-4-15,-7 2-109 16,-10-3-111-16</inkml:trace>
  <inkml:trace contextRef="#ctx0" brushRef="#br0" timeOffset="81635.5">10004 12354 808 0,'0'0'132'16,"0"0"-100"-16,0 0-2 0,0 0 14 15,0 0-11-15,0 0-19 0,-9 0-7 16,9 2-2 0,0-2 1-16,0 2 0 0,0 0-6 15,0 1-1 1,17 0 1-16,10 3 1 0,9-2 0 16,11 0-1-1,7 1 2-15,4-2-4 0,2-1-11 16,0 3-11-16,-5-2-48 15,-14 5-62-15,-20 0-153 16</inkml:trace>
  <inkml:trace contextRef="#ctx0" brushRef="#br0" timeOffset="81895.37">9956 12920 856 0,'0'0'98'0,"0"0"-96"0,0 0-1 16,0 0 5-1,0 0 0-15,0 0-6 0,0 0 0 16,34 7 2-16,0-4 0 0,10-3-2 15,8 0-13 1,12 0-45-16,2-7-115 0,2-8-231 16</inkml:trace>
  <inkml:trace contextRef="#ctx0" brushRef="#br0" timeOffset="83344.89">12017 12150 526 0,'0'0'99'0,"0"0"-85"15,0 0 55-15,0 0 36 16,0 0-40-16,0 0-22 0,-7-28-26 15,0 20-1 1,1-1 5-16,-6-3-12 0,-3 1 12 16,-3-3-6-1,0 1-9-15,-4 4 19 0,4-2-14 16,-4 3-3 0,0 3 2-16,-5 2-8 0,-2 3 0 15,1 0-1 1,2 3-1-16,6 10-1 0,0 6 1 15,2 2-2-15,2 8 2 0,3 3 0 16,0 0 0 0,4 1 0-16,3-2-1 0,6-3 0 15,0-4-3 1,0-3-11-16,4-4-11 0,13-5 10 16,6-2-18-1,8-8-4-15,5-2 27 0,9 0 6 16,3-18-4-16,-3-8 4 15,-3-3-4-15,-8 0 6 16,-10 1 3-16,-11 3 0 16,-3 4 6-16,-8 6 10 15,-2 6 18-15,0 1 2 16,0 6 2-16,0-1-14 16,0 3-9-16,0 0-7 15,0 0-8-15,0 8-9 16,-10 19 8-16,-5 6 0 15,4 10 0-15,-5 3 1 0,1 3 0 16,0 2-1 0,3 0 1-16,1-3 0 0,2 0 0 15,3-4-10 1,3-4-28-16,3-4-40 0,0-8-15 16,0-8 69-1,11-13-208-15,14-7-171 0</inkml:trace>
  <inkml:trace contextRef="#ctx0" brushRef="#br0" timeOffset="83504.85">12134 12429 900 0,'0'0'56'15,"0"0"-17"1,0 0 0-16,0 0-39 0,0 0-26 15,0 0-293-15,0-8 19 16</inkml:trace>
  <inkml:trace contextRef="#ctx0" brushRef="#br0" timeOffset="83984.7">12612 12064 831 0,'0'0'109'0,"0"0"-44"16,0 0-9 0,0 0-34-16,0 0-20 0,0 0-1 15,-125 48 0-15,102-10-1 0,1-1 0 16,5 8-1-1,1-1 1-15,1 2 1 0,1-2-1 16,3-4 0 0,6 0 0-16,3-6-1 0,2-3 1 15,0-5 0 1,0-8 0-16,7-4-19 0,8-4 3 16,5-6-3-1,9-4 13-15,5 0 5 0,3-2 0 16,2-15 1-16,-10 0 2 15,-7-5-2-15,-6 0-2 16,-10-2 2-16,-6 2 1 16,0 1-1-16,-2 1 4 15,-21 6-4-15,-1 4 0 16,-8 6-15-16,3 4-16 16,6 0-25-16,4 0-59 15,13 4-63-15,6 4-88 0</inkml:trace>
  <inkml:trace contextRef="#ctx0" brushRef="#br0" timeOffset="84254.61">13393 12115 894 0,'0'0'120'16,"0"0"-93"-16,0 0 6 0,0 0-14 16,0 0-17-1,0 0-2-15,-6 21 0 0,-13 15 1 16,-2 6 0 0,-4-2 0-16,2-1-2 0,2 0 2 15,-1 0-1-15,1-8 0 16,4 1-15-16,-3-4-43 15,0-3-26-15,-2-9-94 16,-3-11-163-16</inkml:trace>
  <inkml:trace contextRef="#ctx0" brushRef="#br0" timeOffset="84504.53">13062 12136 833 0,'0'0'61'16,"0"0"-39"-1,0 0-22-15,0 0-3 0,0 0 3 16,0 0-1 0,89 80 1-16,-44-49 0 0,10 2 1 15,4-1-1-15,-1 0 0 0,0 0-17 16,-6-4-160-1,-2-6 10-15,-15-9-16 0</inkml:trace>
  <inkml:trace contextRef="#ctx0" brushRef="#br0" timeOffset="84757.49">13674 12250 827 0,'0'0'124'16,"0"0"-78"0,0 0 10-16,0 0-18 0,0 0-16 15,0 0-22-15,0-12 0 0,0 12-2 16,-1 9-6 0,-6 14 2-16,-4 9 6 0,0 5 1 15,1 0-1 1,-3 3-16-16,5 2-39 0,-1 1-6 15,-2-9-101 1,10-8-104-16,1-16-138 0</inkml:trace>
  <inkml:trace contextRef="#ctx0" brushRef="#br0" timeOffset="85077.39">14007 12112 947 0,'0'0'69'0,"0"0"-34"16,0 0-22-16,0 0-13 15,0 0 0-15,0 0 0 0,-89 118-2 16,71-76 2 0,7-4 0-16,2-4 0 0,7-4 2 15,-1-4 0 1,3-5-3-16,0-10 1 0,0 0-1 15,0-8-6 1,5-1-3-16,4-2 2 0,7 0 4 16,6-5 3-1,9-22 1-15,4-4 0 0,2-6-1 16,-4-1-19-16,-4 0-54 0,-12 1-138 16,-12 2-144-1</inkml:trace>
  <inkml:trace contextRef="#ctx0" brushRef="#br0" timeOffset="85267.33">13777 11937 814 0,'0'0'122'0,"0"0"-92"15,0 0-30-15,0 0-7 16,0 0 7-16,0 0 2 15,123 36-2-15,-63-24-34 16,4-6-38-16,0-6-179 16</inkml:trace>
  <inkml:trace contextRef="#ctx0" brushRef="#br0" timeOffset="85647.21">14487 11733 781 0,'0'0'101'0,"0"0"-56"0,0 0-21 15,0 0-24-15,-116 35 7 0,84 6-5 16,-1 3-1 0,3 1 1-16,4 1 1 0,4-1 0 15,4 0-3 1,7-4 0-16,4-2 3 0,7-6-2 15,0-4 0 1,2-7-1-16,20-4-6 0,6-6-36 16,4-8 36-16,5-4 5 15,0 0 1-15,-8-6 0 16,-6-11 5-16,-10-3 2 16,-9 1 40-16,-4-5-10 15,0 0-17-15,-6-1-12 16,-14 8-6-16,-6 6-2 15,1 11-30-15,2 0-55 16,8 0-59-16,5 14-149 16</inkml:trace>
  <inkml:trace contextRef="#ctx0" brushRef="#br0" timeOffset="85807.16">14915 12247 991 0,'0'0'50'0,"0"0"-46"0,0 0-4 15,0 0-63 1,0 0-388-16</inkml:trace>
  <inkml:trace contextRef="#ctx0" brushRef="#br0" timeOffset="86946.79">11474 12821 535 0,'0'0'168'0,"0"0"-152"16,0 0-9-1,0 0 59-15,0 0 2 0,0 0-46 16,0 0-18 0,-9 0-1-16,9 0 0 0,0 0 1 15,3 0-4-15,17 2 1 16,9 5 0-16,11-2 7 16,14-1-4-16,8 0 2 15,15-4-2-15,16 0 0 16,16 0-3-16,15 0 2 15,17-13-1-15,13-1 0 16,6-1-1-16,12-2 3 16,9 0-4-16,-1-3 0 0,5-1-5 15,2 2 3 1,-4 1 2-16,-8 0 1 0,-5 4 0 16,-2-1-1-1,-4 6 0-15,-4-2 1 0,-13 6-1 16,-22 1-2-1,-21 1 2-15,-27 2-2 0,-18-1-10 16,-28 0-17 0,-22-2 2-16,-9-1 27 0,0-4 16 15,-22 5-16-15,-12 4-17 0,-9 0-140 16,-1 0-177 0</inkml:trace>
  <inkml:trace contextRef="#ctx0" brushRef="#br0" timeOffset="87446.63">12348 13122 783 0,'0'0'134'0,"0"0"-105"16,0 0-22-1,0 0 21-15,0 0-16 0,0 0-12 16,-4 30 0-1,0 0 0-15,-1 5 0 0,3-3 0 16,-2 3 1-16,2 4 0 16,-3 3-1-16,1 4 0 15,3 0-2-15,1-2-32 16,0-4-97-16,0-10-73 16,12-14-201-16</inkml:trace>
  <inkml:trace contextRef="#ctx0" brushRef="#br0" timeOffset="87726.54">13173 13089 1040 0,'0'0'28'15,"0"0"-22"-15,0 0 9 0,0 0-13 16,0 0-2-1,0 0-3-15,-86 90 3 0,63-51 1 16,0-1 1-16,3-1-2 0,0-1 0 16,-2-2 0-1,-2 0-1-15,-3-1-4 0,3-4-24 16,1-9 0 0,8-6 15-16,-1-6-71 0,5-4-21 15,-4-4-86 1,4 0-199-16</inkml:trace>
  <inkml:trace contextRef="#ctx0" brushRef="#br0" timeOffset="87936.47">12760 13249 714 0,'0'0'142'0,"0"0"-76"15,0 0-36-15,0 0-19 16,0 0-11-16,0 0 0 15,35 38 0-15,0-11 1 16,5 5 1-16,9-6-2 0,3 6 1 16,2 1-1-1,-2-1-37-15,0-2-34 0,-8-2 22 16,-7-9-173 0,-6-14-137-16</inkml:trace>
  <inkml:trace contextRef="#ctx0" brushRef="#br0" timeOffset="88186.39">13608 13261 838 0,'0'0'98'0,"0"0"-44"16,0 0-22-1,0 0-22-15,0 0-5 0,0 0-5 16,0 32 0-1,0-2 0-15,-2 2 1 0,-7 2-1 16,0 2 0-16,-2 1 1 16,-1-3-1-16,2 1-9 15,3-5-44-15,3-4-68 16,4-6-13-16,0-12-168 16</inkml:trace>
  <inkml:trace contextRef="#ctx0" brushRef="#br0" timeOffset="88546.27">13880 13217 637 0,'0'0'270'0,"0"0"-214"0,0 0-16 16,0 0-25-1,0 0-15-15,0 0-1 0,-40 80 0 16,27-38 1-1,1 0 0-15,3-5 0 0,5-5 1 16,4-6-1-16,0-3 0 0,0-5 1 16,6-4 1-1,10-4 0-15,2-5 0 0,0-5-1 16,5 0-1 0,-1-12 3-16,2-14 0 0,1-6-3 15,-5-3 0 1,-3-5 2-16,-5-3 0 0,-3 1 0 15,-7 6-2 1,-2 9 0-16,0 3 0 0,-11 12 0 16,-17 7-17-16,-9 5-74 15,-10 0-105 1,3 13-232-16</inkml:trace>
  <inkml:trace contextRef="#ctx0" brushRef="#br0" timeOffset="88786.19">14049 13038 843 0,'0'0'43'15,"0"0"-41"1,0 0 0-16,0 0-1 0,0 0-1 16,0 0-2-16,125-4-106 0,-86 4-153 15</inkml:trace>
  <inkml:trace contextRef="#ctx0" brushRef="#br0" timeOffset="89326.02">14517 12859 724 0,'0'0'94'0,"0"0"-78"0,0 0 6 15,0 0-17-15,0 0 12 16,0 0 2-16,143-41 1 15,-107 37 0 1,-10 1 15-16,-8 3-20 0,-9 0 0 16,-7 0-9-16,-2 10-6 0,0 12 1 15,-11 4 2 1,-13 6 0-16,-5-1-3 0,-1 1 1 16,4-6-2-1,3-2 2-15,4-2-1 0,-4-3 0 16,4-4 0-1,3-5 1-15,5-6-1 0,8-1-2 16,3-3 2-16,0 0 2 16,0 0 1-16,0 0-3 15,26-7-2-15,7-5 0 0,7 4 1 16,-3 6 0 0,-3 2 1-16,-7 0 0 0,-5 8-1 15,-7 10-3 1,-5 4 3-16,-8 2-1 0,-2 2-8 15,0-3 6-15,-10-4 2 16,-9-3-2-16,-4-9 2 16,-1-2 2-16,-7-5 0 15,-3 0 1 1,-1 0-1-16,1 0-18 0,10 0-42 16,15-8-93-16,9-12-109 15</inkml:trace>
  <inkml:trace contextRef="#ctx0" brushRef="#br0" timeOffset="89645.92">15945 12318 935 0,'0'0'47'0,"0"0"-47"16,0 0-5-16,0 0 1 0,0 0 3 15,-135 144 1 1,106-100 0-16,0 0 5 0,3 2-3 16,-1-8-2-1,3-4 0-15,0-2 4 16,-2-3-3-16,-1-3 1 15,-4-2-2-15,-2 1 0 0,0-8-17 16,3-8-158-16,2-9-277 16</inkml:trace>
  <inkml:trace contextRef="#ctx0" brushRef="#br0" timeOffset="89865.85">15445 12421 757 0,'0'0'68'0,"0"0"-46"15,0 0-19 1,0 0-2-16,0 0 10 0,0 0 16 16,116 124-13-1,-62-82-11-15,8 0 0 0,2-3 5 16,3-2-8-1,-5-7-56-15,0-6-167 0</inkml:trace>
  <inkml:trace contextRef="#ctx0" brushRef="#br0" timeOffset="90145.75">16223 12342 1025 0,'0'0'29'0,"0"0"-28"15,0 0-1 1,0 0-3-16,0 0 2 0,0 0 1 16,-11 87 0-1,11-45-1-15,0 2 1 0,0 0 0 16,-14 4 0-1,-1 0 0-15,-3-3-2 0,2-4-45 16,5-7-64-16,9-10-113 0,2-9-97 16</inkml:trace>
  <inkml:trace contextRef="#ctx0" brushRef="#br0" timeOffset="90875.52">16599 12432 906 0,'0'0'63'16,"0"0"-47"-16,0 0-16 15,0 0-4-15,0 0 4 16,0 0 4-16,-58 123-3 16,52-87 0-16,2 0-1 15,4-8 4-15,0-3-1 16,0-5-1-16,0-8 3 15,0-7-5-15,0-3-6 16,2-2-6-16,6 0 8 0,4-12 4 16,3-15 1-1,1-8-1-15,-7-1 0 0,-5 0 0 16,-4 1 4 0,0 5-2-16,0 5 6 0,-2 4 0 15,-9 9 2 1,-1 6-9-16,4 3 1 0,1 1-2 15,3 2 0-15,4 0 0 0,0 0-5 16,0 0 0 0,0 0 3-16,0 0-4 0,7 4 1 15,18-4 4 1,8 0 1-16,2 0 0 0,1 0-1 16,-7 0-2-1,-9-2 3-15,-3 0 3 0,-3 2-2 16,-1 0-1-1,3 0 1-15,1 0 1 0,0 0-1 16,-3 5-1-16,-2 8 0 16,-4 1 0-16,-3 4-2 15,-5 4 2-15,0 2-3 16,0 3 3-16,-13 7 0 16,-11-3 0-16,-1-1 0 15,1-2 1-15,8-6-1 16,8-6-1-16,5-4 1 15,3-8 1-15,0-2 0 0,3-2 2 16,18 0 3 0,3 0-4-16,8-20 8 0,1-8 4 15,-6-2 14 1,-2-4-2-16,-7 1-11 0,-9-4-5 16,-5 3-4-1,-4 1-3-15,0 5 0 0,-11 5-3 16,-9 4-18-1,-5 11-37-15,3 6-54 0,2 2-160 16,8 0-262-16</inkml:trace>
  <inkml:trace contextRef="#ctx0" brushRef="#br0" timeOffset="91129.79">17405 12458 482 0,'0'0'599'15,"0"0"-571"-15,0 0 8 0,0 0-8 16,0 0-8 0,0 0-20-16,8-10 2 0,21 10-4 15,7 0 2-15,5 5-15 0,-2 4-24 16,-8 8-27-1,-15 3-97-15,-16-3-138 0,0 4-226 16</inkml:trace>
  <inkml:trace contextRef="#ctx0" brushRef="#br0" timeOffset="91279.75">17324 12767 611 0,'0'0'53'0,"0"0"-37"15,0 0 23-15,0 0-21 16,0 0 0-16,0 0-18 0,154 0-37 16,-107-2-408-1</inkml:trace>
  <inkml:trace contextRef="#ctx0" brushRef="#br0" timeOffset="106179.26">18365 12468 323 0,'0'0'142'16,"0"0"-79"-16,0 0-46 16,0 0-6-16,0 0 255 15,0 0-209-15,0 0-18 16,0 0-8-16,-5-34 14 16,3 30-12-16,-2 0-9 15,0 2-5-15,1 0-2 16,-3 1-5-16,2 1-4 0,-4 0-8 15,1 0 4 1,-1 0-3-16,-5 0-1 0,1 0-1 16,-6 1-1-1,1 9 2-15,-3 4 0 0,-3 0 0 16,4 2-3 0,-2 0 2-16,6-2 1 0,3 1-1 15,1-3 1-15,-1 0 0 0,6-2 1 16,-2-1-1-1,1 3-1-15,1 1 0 0,-4-1 1 16,1 4 0 0,5-4-4-16,-2 1 4 0,3 2 3 15,-2-1-3 1,5 2 0-16,0-3-1 0,0 4-2 16,0-3 3-1,0 1-8-15,0-3 1 0,0 0-1 16,10-1 6-16,3 1 2 15,1 0-2-15,1-3-8 16,3-5 6-16,1-3 4 16,4-1-1-16,4 0-2 15,-2-3 3-15,-2-17 4 16,4-9-3-16,-6-3 14 16,-1-3-7-16,-10-2 11 15,-3 1 0-15,-5 2 2 0,-2 3-15 16,0 7 6-1,0 2 2-15,0 7-13 0,-4 3 1 16,-5 3-4 0,5 8-4-16,0-2-10 0,-2 3-14 15,0 0-39 1,0 16-157-16,6 0-104 0</inkml:trace>
  <inkml:trace contextRef="#ctx0" brushRef="#br0" timeOffset="106339.2">18648 12596 990 0,'0'0'66'16,"0"0"-58"0,0 0-3-16,0 0-5 0,0 0-42 15,0 0-384-15,32-20-13 16</inkml:trace>
  <inkml:trace contextRef="#ctx0" brushRef="#br0" timeOffset="106939.02">19114 12432 911 0,'0'0'104'16,"0"0"-69"-16,0 0-10 0,0 0 18 15,0 0-34 1,0 0-2-16,-83-76-5 0,72 71-2 16,-4 5 0-1,-5-3 1-15,-3 3-1 0,-3 0 0 16,-3 0 2 0,2 3-2-16,3 6 0 0,1 5-2 15,7 0 2-15,3 4 0 0,3 5-2 16,4 1 1-1,4 2 0-15,2 1-3 0,0-3-20 16,0-2 9 0,8-1-4-16,7-10 10 0,3 1-5 15,3-12-5 1,4 0 4-16,6 0 14 0,1-3-2 16,-1-15 2-16,-4 2 1 15,-7-2-1-15,-7 6 1 16,-3 1 0-16,-8 4 17 15,2 2 2-15,-4 2-9 16,2 1 5-16,-2 2 3 16,0 0-12-16,0 0-4 15,0 0-2-15,0 0-4 16,0 0-4-16,0 3 7 16,0 15-1-16,0 7 2 15,0 3 0-15,-2 4-1 0,-10 3 1 16,1 3 0-1,1 5 0-15,-4-3 0 0,3-2 0 16,5-4-1 0,1-4-18-16,5-4-11 0,0-1-30 15,0-5-62 1,0-5-70-16,0-7-21 0,0-8-76 16</inkml:trace>
  <inkml:trace contextRef="#ctx0" brushRef="#br0" timeOffset="107458.84">19633 12432 689 0,'0'0'130'0,"0"0"-42"16,0 0-10-16,0 0-29 15,0 0-30-15,0 0 10 16,-57-14-17-16,45 14-12 16,-8 0 3-16,-8 16-3 15,0 7 0-15,2 0 0 16,4 3-3-16,1 1 3 16,6-1 0-16,-3-1 2 0,7 0 0 15,-1 0-2 1,4-2 0-16,4-3-2 0,1 0 2 15,3-2 1 1,0 2-1-16,0-2 0 0,0 1 0 16,0-7-1-1,11 3 1-15,1-5-1 0,1 0-6 16,3-4 5 0,-1-1-6-16,1-3 6 0,-3-2 1 15,3 0 1-15,-3 0 0 0,-4 0 1 16,0 0 1-1,-7-4 2-15,1-3 7 0,-3-3 5 16,0-2 5 0,0-3-16-16,-5 1-5 0,-15-3-2 15,-5 2-1 1,-6 3-16-16,0 7-17 0,2 5-5 16,2 0-39-16,12 0-168 15,13 0-188-15</inkml:trace>
  <inkml:trace contextRef="#ctx0" brushRef="#br0" timeOffset="107778.74">20242 12515 1010 0,'0'0'77'15,"0"0"-66"-15,0 0 17 0,0 0-10 16,0 0 1 0,0 0-19-16,-22-39-1 0,19 39-7 15,-6 7 5 1,0 13 3-16,-6 10 0 0,-2 8 1 16,-4 4-1-16,1 2 0 0,-2 4 0 15,0 0 0 1,1 0 0-16,2-6-6 0,3-4-6 15,5-7-34 1,4-11 4-16,-3-6-61 0,4-14-40 16,-4 0-116-1</inkml:trace>
  <inkml:trace contextRef="#ctx0" brushRef="#br0" timeOffset="107968.68">19816 12571 750 0,'0'0'220'0,"0"0"-180"15,0 0 9-15,0 0-23 16,0 0-16-16,0 0-10 16,-9-9-7-16,19 13-27 0,7 17-2 15,-2 2-53 1,4-2-196-16</inkml:trace>
  <inkml:trace contextRef="#ctx0" brushRef="#br0" timeOffset="108198.61">20275 12749 1121 0,'0'0'17'0,"0"0"12"0,0 0 1 16,0 0-14 0,0 0-14-16,0 0-2 0,0-14-27 15,0 14-21 1,0 0-20-16,10 16-27 0,3 0-31 16,3-6-276-16</inkml:trace>
  <inkml:trace contextRef="#ctx0" brushRef="#br0" timeOffset="108708.43">20942 12621 802 0,'0'0'158'0,"0"0"-123"15,0 0 4 1,0 0-6-16,0 0-21 0,0 0-12 16,-7-11-3-16,7 11 0 0,0 0-5 15,0 11 7 1,0 1-1-16,0 6 1 0,0-1 1 15,0 0 1 1,7-2-1-16,2 0 0 0,0-4 2 16,2-4-4-1,3-5-1-15,-4-2-3 0,4 0 6 16,1 0 0-16,6-2 1 16,0-14 3-16,4-1 4 15,4-6 5-15,4 0-2 16,8-2-10-16,10 3 2 15,7 2 0-15,4 4-2 16,-1 4-1-16,-6 3 0 16,-9 7 0-16,-13 2 0 15,-12 0-2-15,-7 0 0 16,-12 14-13-16,-2 8-11 16,-4 7-34-16,-29 3-21 0,-13-9-71 15,3-2-322 1</inkml:trace>
  <inkml:trace contextRef="#ctx0" brushRef="#br0" timeOffset="109248.27">20964 12436 518 0,'0'0'184'16,"0"0"-131"-16,0 0-28 0,0 0 12 15,0 0-1 1,0 0-17-16,0-4-10 0,0 4 16 16,0 0 11-16,0 0 4 15,0 0-24-15,0 0-9 16,0 0-7-16,0 0 1 15,0 0-1-15,0 0-1 16,0 0 0-16,0 0 0 16,7 9 1-16,2 0 0 15,0 1 1-15,2 1-1 16,1-6 1-16,-4 2-1 0,1-3 0 16,-1-1 1-1,2-1 1-15,3-2-2 0,3 0 1 16,3 0-1-1,10 0 0-15,3-7 3 0,6-7 0 16,1 0-3 0,1 1-2-16,1 1-1 0,-1 4 1 15,-4-2 1 1,-3 5 0-16,-4 2 1 0,-2 3-1 16,-4 0 1-16,-4 0-1 0,-1 8 0 15,-2 10-11 1,-6 7-42-16,2 1-3 0,-8-1-184 15,2-3-140 1</inkml:trace>
  <inkml:trace contextRef="#ctx0" brushRef="#br0" timeOffset="109678.13">22288 12479 314 0,'0'0'495'0,"0"0"-364"0,0 0-34 16,0 0-47-1,0 0-30-15,0 0-10 0,0-11-10 16,0 11-1-16,0 4 0 0,0 14 0 16,0 5 1-1,0 5 0-15,0 2 0 0,0 6 0 16,-9 2 1-1,-3 2-2-15,3-6 1 0,-2-2-23 16,5-6-22 0,2-7 13-16,2-6-57 0,2-3 16 15,0-4-56 1,0-6-73-16,0 0-187 0</inkml:trace>
  <inkml:trace contextRef="#ctx0" brushRef="#br0" timeOffset="109868.14">22264 12429 495 0,'0'0'356'0,"0"0"-313"16,0 0 67-16,0 0-57 16,0 0-42-1,0 0-11-15,-25-34-17 0,25 34-78 16,0 15 3-16,0 9-20 15,0 4-159-15</inkml:trace>
  <inkml:trace contextRef="#ctx0" brushRef="#br0" timeOffset="110058.09">21986 12796 819 0,'0'0'80'0,"0"0"5"0,0 0-10 15,0 0-34 1,0 0-30-16,0 0-11 0,8 0-13 16,28 3-3-1,20 3 12-15,17-6-31 0,5 0-70 16,3 0-166-16,-6-6-184 16</inkml:trace>
  <inkml:trace contextRef="#ctx0" brushRef="#br0" timeOffset="110368.01">23113 12400 756 0,'0'0'130'16,"0"0"-85"-16,0 0-25 0,0 0 20 15,0 0-17 1,0 0-23-16,-2 10 1 0,-10 10-1 15,0 7 2 1,-7 3-2-16,0 5 1 0,-6 5 1 16,-2 5 0-1,0 2 6-15,-3-1-1 0,5 3-5 16,0 1-2-16,8-6 1 0,6-1 0 16,5-9-1-1,4-3-34-15,0-4-77 0,-4-13-146 16,-5-9-206-1</inkml:trace>
  <inkml:trace contextRef="#ctx0" brushRef="#br0" timeOffset="110677.89">22732 12753 821 0,'0'0'116'15,"0"0"-45"-15,0 0-24 16,0 0-35-16,0 0-12 16,0 0-6-16,-27 10 6 15,16 6 3-15,2-4-3 16,5-2-2-16,2-4 2 0,2-4 0 16,0 0 0-1,0-2 0-15,0 0 2 0,0 0 3 16,0 0 20-1,0-12-12-15,0-3-7 0,0-4-6 16,4 3 0 0,1 2 0-16,-4 8-12 0,4 3-25 15,2 3-44-15,0 0-267 0,0 5-132 16</inkml:trace>
  <inkml:trace contextRef="#ctx0" brushRef="#br0" timeOffset="110867.85">22989 12927 970 0,'0'0'111'16,"0"0"-93"-16,0 0 0 15,0 0 11-15,0 0-5 16,0 0-24-16,0 0-8 15,0 0-66-15,0 0-383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1-31T14:45:19.802"/>
    </inkml:context>
    <inkml:brush xml:id="br0">
      <inkml:brushProperty name="width" value="0.05292" units="cm"/>
      <inkml:brushProperty name="height" value="0.05292" units="cm"/>
      <inkml:brushProperty name="color" value="#FF0000"/>
    </inkml:brush>
  </inkml:definitions>
  <inkml:trace contextRef="#ctx0" brushRef="#br0">3044 11976 376 0,'0'0'77'15,"0"0"-56"-15,0 0 0 16,0 0-1-16,0 0-8 16,0 0 1-16,0 0-1 15,0 0 17-15,-6-7 28 16,3 7-2-16,3 0-30 16,-3 0-9-16,3 0 54 0,0 0-14 15,0 0-34 1,0 0-6-16,0 0-11 0,-2 0-1 15,2 0 2 1,-2 0-2-16,0 0 0 0,0 7 0 16,-2 0-1-1,2 1 1-15,-5 6-4 0,0 6 10 16,-5 3-1 0,0 9 0-16,-6 3 2 0,-1 4-11 15,0 1 4-15,1 1-1 0,3-4 2 16,3-4-5-1,3 1 1-15,3-7-2 0,1-3 2 16,1-4 0 0,-1-1 0-16,-2-2 0 0,1-1-1 15,-1-3-12 1,3-3-51-16,1-10-73 0,3 0-138 16</inkml:trace>
  <inkml:trace contextRef="#ctx0" brushRef="#br0" timeOffset="579.79">2978 12123 594 0,'0'0'100'0,"0"0"-67"15,0 0 19-15,0 0-9 16,0 0-25-1,0 0-13-15,0-6-5 0,0 6-1 16,0 0 1 0,0 0 3-16,0 0 1 0,0 0-2 15,0 0 2-15,0 0 0 16,0 0 0-16,0 11-3 16,0 1 6-16,6-1-7 0,2 4 1 15,1-4 2 1,2-2-3-16,3-4 3 0,2-5-3 15,4 0 6 1,-2 0-1-16,4-14 0 0,-2-5-1 16,0-3-1-1,-1 0-1-15,-4 1 15 0,-5 3 2 16,0 7 3 0,-6 2 6-16,-4 5-11 0,0 1 8 15,0 3-6-15,0 0-13 16,0 0-4-16,2 0-2 15,-2 0-1-15,0 0 1 16,0 0 0-16,0 20-6 16,0 8 6-16,0 5 1 15,-2 4 1-15,-8 1-2 16,-4-2 3-16,5-3-2 16,-1 2-1-16,5-3-3 0,4-1 3 15,-1-4 0 1,0 1 1-16,2-4 2 0,0 1-3 15,0-3-21 1,0-4-25-16,8-4 0 0,8-8-266 16</inkml:trace>
  <inkml:trace contextRef="#ctx0" brushRef="#br0" timeOffset="1009.67">3408 12320 719 0,'0'0'112'16,"0"0"-95"-16,0 0-10 0,0 0-7 16,0 0-4-16,0 0 4 0,15 28 0 15,1-20-5 1,3-1 2-16,2-7-3 0,3 0-9 15,-3 0-2 1,-4-9-1-16,-1-8 18 0,-3-6 5 16,-2-1 14-1,1-2 3-15,-6 4 36 16,-6 2-33-16,0 6 10 16,0 4 7-16,0 1-28 15,-15 6-1-15,-12 1-6 0,0 2-6 16,-2 0 0-1,0 20-1-15,1 4-1 0,7 4 1 16,4 2-2 0,3-2 2-16,9 0 0 0,5-2-1 15,0 1 1 1,0-6-4-16,19-3-11 0,12-8-52 16,11-4-47-16,5-6-206 0</inkml:trace>
  <inkml:trace contextRef="#ctx0" brushRef="#br0" timeOffset="2149.3">3782 12238 830 0,'0'0'83'0,"0"0"-71"16,0 0-7-16,0 0-2 15,0 0 4-15,0 0 0 16,52 52 3-16,-44-26-8 16,1 2-1-16,-5 0 13 15,-4-2-7-15,0-2-5 16,0-2-1-16,0-4 0 16,0-5 3-16,-4-5-2 0,2-4 1 15,2-2-3 1,0-2 1-16,0 0 1 0,0 0 3 15,0 0-5 1,0 0 4-16,11-10-4 0,9-9 0 16,2 0 6-16,1-1-6 15,-4-1 0-15,0 4-4 16,-1 2 4-16,-3 3 6 0,-1 4-4 16,-3 2 3-1,-6 4-5-15,0 2 5 0,0 0-5 16,-5 0-1-1,5 0 1-15,-3 11 0 0,0 9 3 16,-1-1-5 0,5 5 5-16,-2 1-1 0,0-4-2 15,2 2 0 1,5-5 0-16,-3-4 0 0,3-7 0 16,3 0 0-16,-1-7-1 15,7 0 1-15,7-14 0 16,4-11-1-16,0-3 0 15,-4 0-1-15,-7 3 2 16,-6 2 0-16,-6 8 1 16,-3 0 0-16,-4 7 17 15,2 4 5-15,-3 2-12 16,0 2-4-16,3 0-4 0,-3 0-3 16,2 0 0-1,-2 0 0-15,0 0-2 0,2 0 2 16,0 0 0-1,3 12 0-15,-2 2 0 0,2 3 1 16,4 0-1 0,1 2-9-16,0-1-6 0,7-2-9 15,0-9-1 1,5-2-28-16,3-5 8 0,1 0 19 16,2-17 3-16,-2-4 23 0,-2-4 2 15,-3 1 8 1,-4 2 14-16,-3 4 19 0,-8 6 4 15,-6 6-16 1,0 2-1-16,0 4 0 0,0 0-16 16,0 0-13-1,0 0 0-15,0 8-1 0,0 17 0 16,0 7 4-16,-4 1-3 16,-5-1-1-16,5 3 0 15,4-3 0-15,0-4 0 16,2-2 0-16,17-8-1 15,6-4-8-15,4-10 7 16,7-4-2-16,-1 0-3 16,4-18-4-16,-3-12 0 15,-3-11 5-15,-8 0 6 16,-6-4 0-16,-5 5 1 16,-12 6 1-16,-2 8 8 0,0 6 5 15,0 6-6 1,-6 6 7-16,-6 2-13 0,3 4 3 15,1 2-4 1,-6 0-2-16,-1 4-4 0,-4 10 4 16,2 4 4-1,1-4-4-15,3 0-2 0,0 0 0 16,3 2 2-16,-6 7 0 0,-3-2-18 16,-6-3-74-1,-2-4-616-15</inkml:trace>
  <inkml:trace contextRef="#ctx0" brushRef="#br0" timeOffset="3212.83">5184 12410 570 0,'0'0'184'0,"0"0"-124"16,0 0-1-16,0 0-31 15,0 0-7-15,0 0-2 16,-7-10-13-16,7 10-1 0,0 0 25 16,0-2 3-1,0 2 3-15,0 0-8 0,0 0-3 16,0 0-4-1,0 0-13-15,0 0-7 0,0 0 2 16,21 0-3 0,6 0 3-16,2 2-3 0,-6 7 0 15,1 3 0 1,0 1 0-16,-9 8 0 0,3 0 3 16,-9 6-3-16,-3 5 0 0,-3-3-3 15,-3 3 0 1,0-3 1-16,0-7 1 0,0-4 1 15,0-3 0 1,0-8 0-16,0-5 1 0,0-2-2 16,0 0 3-1,0 0-1-15,0-6 5 0,0-20 1 16,11-9-5-16,16-6-2 16,13-3-1-16,7-1-7 15,4 3-31 1,-1 8-19-16,-7 13-58 0,-6 9-92 15,-14 9-7 1,-7 3-101-16,-9 0 131 0,-3 12 185 16,-4 5 69-16,0 0 57 0,0-2 4 15,0-3-19 1,0-5 1-16,0 0 27 0,0-6-21 16,0 3-39-1,0-1-21-15,0 2-22 0,0 2-11 16,0-2-19-1,0 4 3-15,0-2-9 0,0 1 2 16,14 1-3 0,6-1 1-16,2-6-7 0,5-2-16 15,6 0-34-15,-4-5-7 16,-4-12 29-16,-5-2 31 16,-11 4 4-16,-5-2 36 15,-4 1 30-15,0 2-34 16,3 3-7-16,-3 0 0 15,0 3-11-15,0 3 4 16,0 3-11-16,0-1 7 16,0 3-4-16,0 0-10 0,0 0 2 15,0 0-2 1,0 5 0-16,0 10 0 0,0 3 1 16,0 5-1-1,0 3 0-15,-3 1 4 0,-1 10-4 16,0 3 1-1,-6 6-1-15,-4 0 0 0,-1 5 1 16,-2-5-1 0,1-7 0-16,3-3 3 0,-1-9-3 15,1-10 0-15,0-4 1 0,-1-8-1 16,-3-2 1 0,-4-3 1-16,1 0 4 0,-3-3-1 15,6-20 7 1,1-9-4-16,14-13-1 0,2-6-7 15,27-12 1 1,33-1-1-16,24-5-30 0,21-3-50 16,11-4-462-16</inkml:trace>
  <inkml:trace contextRef="#ctx0" brushRef="#br0" timeOffset="3932.6">6977 12123 476 0,'0'0'300'0,"0"0"-205"0,0 0-23 16,0 0-17-1,0 0-14-15,0 0-10 0,-65-34-22 16,36 42-7-1,-11 23 3-15,-5 9-5 0,4 6-1 16,4 0 1-16,8 2 3 0,7 0 2 16,4-2-1-1,9 0-2-15,7-5-2 0,2-5 2 16,0-6-2 0,16-4 1-16,15-8-1 0,15-8-5 15,14-10-23 1,7 0-39-16,-1-13-284 0</inkml:trace>
  <inkml:trace contextRef="#ctx0" brushRef="#br0" timeOffset="4832.34">7113 12395 518 0,'0'0'279'0,"0"0"-131"16,0 0-74-16,0 0-41 15,0 0-19-15,0 0-9 16,-10-9-4-16,10 9 0 15,0 14-1-15,0 4 0 16,7-2 0-16,9 0-5 0,4-4-18 16,7-3-17-1,2-8-17-15,2-1-40 0,0 0-45 16,-6-10 69 0,-12-8 71-16,-6 0 2 0,-1 2 147 15,-6 3-25 1,0 1-80-16,0 3 28 0,0 4-35 15,0 5 4 1,0 0-21-16,0 0-18 0,0 0-2 16,0 21 1-16,0 9-2 0,0 6 3 15,0 5 0 1,0 1 0-16,0 1-2 0,0 6-6 16,0-2 7-1,0 2 1-15,0-5 0 0,0-3 0 16,0-9 0-1,0-4 0-15,-13-11 0 0,-8-4 3 16,-5-5-3-16,0-4 0 16,1-4 3-16,-1 0-2 15,6 0-1-15,6 0 1 16,0-15 0-16,10-5-2 16,4-10 3-16,2-7-4 15,33-7 2-15,20-5-2 16,14-1-9-16,6 4-28 15,0 2-29-15,-5 4-46 16,-7 10-101-16,-15 6 114 16,-12 8 12-16,-14 9 77 0,-8 5 12 15,-8 2 66 1,-3 0 3-16,1 0-26 0,2 0 25 16,0 6-22-1,-2 6-22-15,-4 0 2 0,0 2-10 16,0 1-8-1,0-7-2-15,0 0-4 0,0-7 1 16,0-1-3-16,0 0 2 0,0 0 8 16,0 0-2-1,0 0 25-15,0 0-1 0,0-5-30 16,-2-7 8 0,0 4 0-16,-6-2 10 0,4 1 9 15,-3 4-5 1,-3-4-4-16,-2 5-7 0,-3 0-8 15,-1 3-2 1,-2 1-3-16,2 0 1 0,-1 0-1 16,-1 9 0-16,2 14-1 15,1 3 0-15,6 6 0 16,2 0 1-16,4-4 0 16,3 0 0-16,0-6-4 15,21-8 3-15,10-6 1 16,11-8-1-16,5 0-35 15,5-16-39-15,-2-14-82 16,-9-8-46-16,-5-10-231 0</inkml:trace>
  <inkml:trace contextRef="#ctx0" brushRef="#br0" timeOffset="5262.17">7991 12029 870 0,'0'0'96'0,"0"0"-68"15,0 0-17 1,0 0 0-16,-29 104 10 0,18-46-16 16,1 1-1-16,0 1-3 0,-2-2 0 15,1-2 1 1,0-4 0-16,4-7-2 0,3-7 1 16,1-8 0-1,3-6-1-15,0-4 0 0,0-6 0 16,14-6 0-1,8-6-1-15,10-2 0 0,12 0-13 16,5-12 2-16,2-11-20 16,-4 2 5-16,-7-4 11 15,-13 4 16-15,-4-4 5 16,-8 1 0-16,-3 3 14 16,-8 3 4-16,-2-1-1 15,-2 5 10-15,0 4-9 16,0 0 2-16,-10 5-11 15,-2 0-8-15,-1 5-4 0,-1 0-4 16,1 2 0 0,-1 22 2-16,-1 8 0 0,3 7 0 15,10 3 0 1,2 2 0-16,20 0-20 0,45-10-90 16,28-12-59-1</inkml:trace>
  <inkml:trace contextRef="#ctx0" brushRef="#br0" timeOffset="6541.76">9355 12047 132 0,'0'0'585'15,"0"0"-412"1,0 0-83-16,0 0-33 0,0 0-9 15,0 0-28-15,0-10-11 0,0 10-7 16,-2 2-2 0,-8 25-3-16,-2 15 3 0,-7 12 4 15,0 6-3 1,-2 4 0-16,3 1-1 0,-1 5 0 16,-2-2-2-1,1-2-39-15,1-8-58 0,0-16-190 16,4-17-63-1</inkml:trace>
  <inkml:trace contextRef="#ctx0" brushRef="#br0" timeOffset="6871.65">9083 12468 768 0,'0'0'116'16,"0"0"-68"-16,0 0 1 15,0 0-23-15,0 0-16 0,0 0-10 16,-4-4 1 0,28 4-1-16,16 0 2 0,7 0 2 15,2 0 0 1,0 0 0-16,-4 0-3 0,-8-6 0 16,-3 5 3-1,-12-1-3-15,-1 2-2 0,-6 0 2 16,-1 0 0-1,-1 0-1-15,-3 0-1 0,-1 0 1 16,-2 0 0-16,0 0 2 0,-3 3-3 16,1 14 1-1,-5 2-9-15,0 5-42 0,-7-1-111 16,-14-5-247 0</inkml:trace>
  <inkml:trace contextRef="#ctx0" brushRef="#br0" timeOffset="7031.6">9555 12293 49 0,'0'0'788'0,"0"0"-765"16,0 0-23-16,0 0-14 15,0 0-59-15,0 0-49 16,36 37-152-16</inkml:trace>
  <inkml:trace contextRef="#ctx0" brushRef="#br0" timeOffset="7941.3">9555 12293 599 0,'152'119'371'0,"-152"-119"-329"15,0 0-21-15,1 0 5 0,4 0-15 16,5 2-10 0,1 16-2-16,1 3 3 0,-6 2-2 15,0 0 0 1,-3-1 1-16,-1-2-1 0,0-2 0 16,0-2-2-1,-2-4 1-15,1-3-10 0,-1-4-3 16,3-3 2-16,-3-2 5 15,0 0 7-15,3 0 3 16,4 0 1-16,4-16 17 16,2-7-20-16,5 4 2 15,-2-1 3-15,-6 6-5 16,2 6 2-16,-8-1 5 16,0 5 6-16,2 3-9 15,-4 1-3-15,0 0 1 16,-2 0-3-16,0 0 0 15,2 0-1-15,0 0-4 0,0 8 4 16,2 8-2 0,1 1 3-16,0 3 0 0,-3-1 0 15,1-1 0 1,1-4 0-16,0-5 0 0,1-2 0 16,1-5-9-1,1-2-3-15,4 0 10 0,4-2 2 16,8-16 0-16,-1-5 2 0,-1 2 0 15,-4 3-1 1,-6-1 0-16,1 5 1 0,-6 4 10 16,-5 3 0-1,2 3-8-15,0 0-3 0,-1 4-1 16,-2 0 0 0,0 0-1-16,0 0-2 0,3 0 2 15,-1 6-8 1,2 8 8-16,0 5 1 0,1 1 0 15,1 4 0-15,1-2 0 16,5 3-1-16,3-5-8 16,9-4-5-16,5-6 1 15,9-8 4-15,3-2 3 16,1 0-2-16,-7-2 0 16,-1-16 1-16,-5-4 6 15,-2-6 1-15,-1-2 1 16,-1-6 2-16,-2 2 2 0,-10 0 5 15,-5 3 4 1,-8 7 5-16,0 4 11 0,0 6-19 16,-10 1 6-1,-11 8-11-15,2 1-3 0,-4 4-3 16,3 0 3 0,0 21-3-16,4 4-1 0,6 8-1 15,5 1 3 1,5 3-3-16,0 4 1 0,16-5-32 15,21-12-108-15,8-14-673 0</inkml:trace>
  <inkml:trace contextRef="#ctx0" brushRef="#br0" timeOffset="9405.51">11399 12258 528 0,'0'0'257'0,"0"0"-185"16,0 0 23-1,0 0-32-15,0 0-25 0,0 0-9 16,-20 0-21 0,20 0-3-16,0 0-4 0,9 0-1 15,13 0 1 1,11 2 0-16,6 5 1 0,1 5-4 16,-5 2-29-1,-8 3-35-15,-16 5-177 0,-11 0-164 16</inkml:trace>
  <inkml:trace contextRef="#ctx0" brushRef="#br0" timeOffset="9575.45">11370 12610 507 0,'0'0'285'16,"0"0"-217"-16,0 0-18 15,0 0 15-15,0 0-30 0,0 0-26 16,13 0-6-1,23 3-3-15,19 3 0 0,9-6-61 16,2 0-324 0</inkml:trace>
  <inkml:trace contextRef="#ctx0" brushRef="#br0" timeOffset="10175.27">12625 12247 801 0,'0'0'110'16,"0"0"-32"-16,0 0-23 16,0 0-29-16,0 0-15 15,-123-7-3-15,92 25-7 16,-2 3 2-16,-1 0-1 0,3 5 6 15,-2 4-4 1,1 2-2-16,4 1 3 0,1 3-2 16,4 1 0-1,6-1-3-15,2 3 1 0,7-5-1 16,8-4 1 0,0 0-2-16,0-6 2 0,18-2-3 15,9-5 3-15,7-5-1 0,5-7 6 16,-1-5-6-1,-4 0-7-15,-8 0 5 0,-7-10 0 16,-6-9 2 0,-7-8 3-16,-4 5-2 0,-2-4 0 15,0 4 5 1,-11 1-6-16,-9 1 0 0,3 6-1 16,-1 4-4-16,5 5-5 15,1 3-25-15,5 2-13 16,3 0-81-16,4 0-128 15,0 0-16-15</inkml:trace>
  <inkml:trace contextRef="#ctx0" brushRef="#br0" timeOffset="10565.16">12788 12448 819 0,'0'0'123'0,"0"0"-67"0,0 0-15 16,0 0-19 0,0 0-16-16,0 0-5 0,-64 41-1 15,50-14 1 1,3 2 1-16,1 1-2 0,4-2 1 16,3 0-1-16,3-4 0 0,0-2-1 15,0-2 1 1,0-5 0-16,15-6-1 0,0-1-1 15,5-8-4 1,-1 0 5-16,8 0 2 0,2-15 1 16,-4-12 0-1,0-3 0-15,-7-2 5 0,-5 0 0 16,-9 0-3 0,-4 4-1-16,0 1-1 0,0 8 1 15,-13 4-3-15,-5 7-1 16,-2 8-18-16,2 0-10 15,2 0-59-15,11 12-221 16</inkml:trace>
  <inkml:trace contextRef="#ctx0" brushRef="#br0" timeOffset="11124.96">13463 12483 937 0,'0'0'73'16,"0"0"-43"-16,0 0 4 15,0 0-14-15,0 0-16 0,0 0-1 16,-11 14-3-1,6 10 0-15,1 3 1 0,-3 4 0 16,-1 0-1 0,-6 4 0-16,-1 3 0 0,1-2-1 15,3 0-39 1,5 2-41-16,3-8-213 0,3-7 135 16</inkml:trace>
  <inkml:trace contextRef="#ctx0" brushRef="#br0" timeOffset="11553.73">14159 12318 498 0,'0'0'208'16,"0"0"-83"-16,0 0-62 0,0 0 5 15,0 0-25 1,0 0-23-16,-3 70-10 0,3-46-5 16,-1 5-4-1,-2 1-1-15,1 2 1 0,-3 2-1 16,3 2 0-16,-6-2 0 0,3 0 1 16,-4-2 0-1,0-2-1-15,0-4-3 0,2-4-41 16,3-8-81-1,2-7-157-15</inkml:trace>
  <inkml:trace contextRef="#ctx0" brushRef="#br0" timeOffset="11913.61">14107 12374 897 0,'0'0'85'0,"0"0"-61"16,0 0-4-16,0 0-14 15,0 0-4-15,0 0-2 16,-127 83 3-16,105-55-3 0,5-7 0 16,3-1 1-1,1-1-1-15,-3 0 0 0,3 0 0 16,-1-3 3-1,5-5-6-15,3-4 6 0,1-3-3 16,5-4 0 0,0 0-1-16,0 0-1 0,27 0 3 15,13 0-2-15,14-4 2 0,8-6-2 16,7-1-13 0,2-1-58-16,3 3-123 15,-3-5-24-15,-4 1-139 16</inkml:trace>
  <inkml:trace contextRef="#ctx0" brushRef="#br0" timeOffset="12273.49">14553 12506 24 0,'0'0'603'15,"0"0"-458"-15,0 0-44 0,0 0 3 16,0 0-48-16,0 0-29 16,0-7-13-16,-14 7-10 15,-3 2-3-15,-5 10 0 16,1 4-1-1,2 2 0-15,1 1 1 0,0 4 0 16,2 3 1-16,1 0-2 16,3 1-1-16,4-4 1 15,1 0 0-15,5-4 0 0,2-3 1 16,0-2-1 0,0-2 0-16,12-3 0 0,12-6 2 15,7-3 0 1,5 0 4-16,5-10-2 0,2-14-3 15,-7-6 3 1,-6-2-2-16,-7-4 9 0,-12 0-7 16,-6 1 9-1,-5 3 6-15,0 2-7 0,-11 7 0 16,-7 3-8-16,-1 5-4 16,6 9-9-16,5 6-26 15,3 0-46-15,5 0-309 16</inkml:trace>
  <inkml:trace contextRef="#ctx0" brushRef="#br0" timeOffset="12513.42">15104 12522 978 0,'0'0'76'15,"0"0"-32"1,0 0-19-16,0 0-5 0,0 0-12 16,0 0-8-16,31-11 2 0,0 11-1 15,5 0 0 1,-3 7-1-16,-6 8-39 0,-11 0-47 16,-14 1-300-1</inkml:trace>
  <inkml:trace contextRef="#ctx0" brushRef="#br0" timeOffset="12663.37">15068 12854 829 0,'0'0'124'0,"0"0"-53"16,0 0-22-16,0 0-27 15,0 0-22-15,150-57-16 16,-84 32-154-16</inkml:trace>
  <inkml:trace contextRef="#ctx0" brushRef="#br0" timeOffset="13313.16">16055 12429 736 0,'0'0'161'0,"0"0"-61"0,0 0-37 15,0 0-14 1,0 0-22-16,0 0-13 0,-8 0-9 16,8 0-4-16,0 0-1 0,0 0 0 15,0 12 4 1,-7 14-9-16,0 8 10 0,-4 3-5 16,-2 8 2-1,1 1-2-15,-2 2-8 0,7-2-30 16,0-6-33-1,7-7-92-15,0-18-140 0,0-15-209 16</inkml:trace>
  <inkml:trace contextRef="#ctx0" brushRef="#br0" timeOffset="13997.5">16406 12483 641 0,'0'0'319'16,"0"0"-259"-16,0 0-48 15,0 0-6-15,0 0-6 16,0 0 2-16,-27 62 2 16,22-41-4-16,1 0 1 0,4-1 0 15,0 0 0 1,0 4 0-16,0-2-1 0,0 2 2 16,0-4-2-1,0-4 1-15,0-6-1 0,0-4 0 16,0-6 1-1,0 0-1-15,0 0 1 0,14-6 11 16,8-16 9 0,3-8-13-16,-4 2-6 0,-3-2 0 15,-9 2 0-15,-3-1 0 0,-6 3 0 16,0 2 0 0,0 2 10-16,-2 7-9 0,-9 2 3 15,-4 4-5 1,1 0 2-16,4 6 0 15,1 1-3-15,6 2 0 0,3 0 0 16,0 0-2-16,0 0 1 16,0 0-3-16,25 0-2 15,8 9 6-15,12-4-1 16,3-4 1-16,0-1 0 16,-11 0 0-16,-9 0 0 15,-8 0 0-15,-14 3-1 16,-6 1-1-16,0 6 1 15,0 8-6-15,-18 8 7 16,-10 6 2-16,5-2 2 16,3 0-1-16,9-4-3 0,5-5 1 15,6 2-1 1,0-5 1-16,10-6 2 0,17-2-3 16,4-10 3-1,7 0-3-15,0-8 0 0,-5-20 0 16,-6-6 4-1,-10-6-4-15,-7 0 4 0,-10 4-3 16,0 2-1-16,-4 12-7 0,-22 9-25 16,-2 13-16-1,-1 0-212-15,9 0-270 0</inkml:trace>
  <inkml:trace contextRef="#ctx0" brushRef="#br0" timeOffset="14807.24">17670 12513 725 0,'0'0'139'0,"0"0"-79"0,0 0 1 15,0 0-28 1,0 0-20-16,0 0-11 0,-51 12-1 16,28 4 2-1,3-2-3-15,3 0 0 0,7 0 2 16,-1-1-1-1,7 1-1-15,1 1 0 0,3-3 0 16,0 0 1-16,0 0 0 0,7-2-1 16,11-1 1-1,2 0 2-15,0-1-3 0,0 2-1 16,-2 2 1 0,-3 2 0-16,-1 0 1 0,-5 2 3 15,-7 2-8 1,-2 8 4-16,-26 2-3 0,-39 1-130 15,-31-10-727 1</inkml:trace>
  <inkml:trace contextRef="#ctx0" brushRef="#br0" timeOffset="23393.34">17070 12593 92 0,'0'0'206'16,"0"0"-97"-16,0 0-27 16,0 0-10-16,0 0 5 0,0 0 34 15,0-18-43-15,0 16-24 16,0 0 2 0,0 0 1-16,0-1-16 0,0 1-2 15,0 2-4 1,0 0-2-16,0 0-14 0,0 0-8 15,0 0 0-15,0 0 2 16,0 0-3-16,0 0 0 16,0 0 0-16,0 0 0 15,7 7-1-15,-1 6 4 16,1 6-6-16,0-1 2 0,-3 2 1 16,-1 0 0-1,-3-1 0-15,0 1 0 0,0-5-1 16,0-1 1-1,0 0 0-15,0-4-1 0,0 0 1 16,0-3 1 0,0-2 2-16,-5-1-1 0,3 1-2 15,2-5-3-15,-2 3 2 0,0-3 1 16,2 0 0 0,0 0 0-16,0 0 0 15,0 0 0-15,0 0 6 16,0 0-4-16,0 0 2 15,0-6-2-15,0-12-1 16,6-4-1-16,9-4 5 16,1 2-5-16,0 4 0 0,0 0 0 15,-1 2-5-15,3 2 5 16,-6 6 0-16,1 4 0 16,-5 1-2-1,-6 5 2-15,1 0-1 0,-3 0-1 16,0 0 0-16,0 0 0 15,0 0-3-15,0 7 0 16,0 9 2-16,0 4 3 16,0-2 0-16,0 2-1 15,0 3 1-15,0 3 0 0,6 1 0 16,8 4-5 0,0 3-63-16,5-10-152 0,-6-7-348 15</inkml:trace>
  <inkml:trace contextRef="#ctx0" brushRef="#br0" timeOffset="28959.8">13242 12596 144 0,'0'0'165'15,"0"0"-131"-15,0 0-33 16,0 0-1-16,0 0-11 15,0 0-48-15,0 0 17 0,0-20 42 16,0 19 3 0,0-1 62-16,0 2-9 0,0-2-21 15,0 0 17 1,0 2 14-16,0-3-20 0,0 3-6 16,0-2-1-1,0 0-1-15,0 1 28 0,0-1-15 16,0 2-14-1,0-2-9-15,0 0-2 0,0 2-3 16,0 0-2-16,0-3-4 0,0 3-2 16,0 0 0-1,0 0-7-15,0 0 3 0,0 0-4 16,0 0-1 0,0 0-3-16,0 0 3 0,0 0-6 15,0 0 3-15,0 0-1 16,0 0-2-16,0 0 2 15,0 0-1-15,0 0 0 16,0 0-1-16,0 0 1 16,5 0-2-16,2 0 2 15,-1 3 1-15,4 3-2 16,-6-3 0-16,2 2 0 16,1-1 1-16,-5-1-1 0,1 0 0 15,1-1 0 1,-4 0 0-16,0-2 0 0,3 0 0 15,-3 0 0 1,0 0 0-16,0 0 0 0,0 0 1 16,0 0 4-1,0 0 1-15,0 0 4 0,0 0-2 16,0 0-8 0,0 0 4-16,0 0-4 0,0 0-1 15,0 0 1-15,0 0 0 16,0 0 0-16,0 0-2 15,0 0-11-15,0 8-18 0,-7 4-142 16,-13-2-51 0,-7 2-219-16</inkml:trace>
  <inkml:trace contextRef="#ctx0" brushRef="#br0" timeOffset="29559.6">13171 12689 206 0,'0'0'61'0,"0"0"31"16,0 0-2-1,0 0-25-15,0 0-13 0,0 0-19 16,0 0-12 0,0 0-6-16,0 0-2 0,0 0-3 15,0 0-9 1,0 0 3-16,0 0-3 0,0 0-1 16,0 0 3-16,0 0 9 15,0 0 20-15,0 0 11 16,0 0 0-16,0-2-11 15,0 2-7-15,0 0-5 16,0 0-10-16,0 0 5 16,0 0-1-16,0 0 5 15,0 0-9-15,0 0-7 16,0 0 1-16,0 0-3 0,14 0-1 16,8 0 0-1,12 0 0-15,5 0 1 0,9-2 0 16,-2-3 0-1,1 2 0-15,0 1-1 0,-4-2 0 16,-4 1 3 0,-6 0-3-16,-10 1 1 0,-6 0-1 15,-7 2 1 1,-9-2-2-16,2 2 2 0,-3 0-1 16,0 0 1-16,3 0-2 0,1 0 1 15,4-2-20 1,9 2-49-16,-2 0-59 0,1 0 17 15,-3 0-62 1,-7 0-128-16</inkml:trace>
  <inkml:trace contextRef="#ctx0" brushRef="#br0" timeOffset="38022.3">4235 13367 307 0,'0'0'310'15,"0"0"-281"-15,0 0 31 0,0 0 35 16,0 0-40-16,0 0-20 16,0 0-18-16,-3 0-5 15,1 0 30-15,-1 0 0 16,2 0-11-16,1 0-13 16,-2 0-4-16,2 0 0 15,-2 0-7-15,-2 2-6 16,0 10-1-16,0 4 0 15,-3 8 0-15,-1 5 0 16,-1 0 0-16,4 5 2 16,-4 0-2-16,3 2 0 0,-4 3 0 15,0-2-13 1,1 5-17-16,-2-3-47 0,6-5-65 16,2-12-50-1,3-13-73-15</inkml:trace>
  <inkml:trace contextRef="#ctx0" brushRef="#br0" timeOffset="38912.01">4484 13462 579 0,'0'0'296'0,"0"0"-236"16,0 0-4-16,0 0-27 0,0 0-9 15,0 0-19 1,0-9-1-16,-2 15 0 0,-5 11 3 16,0 0-3-16,-2 3 0 15,1 4 2-15,-1 5-2 16,-3 2 0-16,6 1 0 16,1 1 1-16,3-4 0 15,2-2-1-15,0-7 0 16,0-6 2-1,5-7-1-15,5 0-1 0,4-6 0 16,-3-1 2-16,3 0-1 0,-1 0 1 16,5-23-1-1,-2-9 13-15,2-3-10 0,-8-2 1 16,-10 4-3 0,0 1 4-16,0 0-1 0,-10 6-3 15,-9 5-2 1,4 6 0-16,-1 3 2 0,1 2-2 15,3 6 0-15,-1 2 1 16,3 2-2-16,-2 0 1 16,3 0 0-16,5 0-1 0,0 0 0 15,4 0 0 1,0 0-5-16,0 6 1 0,0 4 3 16,15 0 1-1,14-1 1-15,8-4 0 0,8-2 0 16,4-3 1-1,0 0-1-15,-1 0 0 0,-11 0 0 16,-8 0 0-16,-9 0 0 16,-11 0 0-1,-4 0 0-15,-5 0 0 0,0 1 0 16,0 1-6-16,0 7 5 16,0 3-1-16,0 5 2 15,-7 3 1-15,-6 3-1 16,6-3 0-16,0-1 0 15,3 0-1-15,0 1 1 0,0 2 0 16,4-1 0 0,0-1-1-16,0-6 1 0,0 1 0 15,4-3 2 1,8-4-2-16,4 1 0 0,2-6 0 16,4-1 1-1,3-2-1-15,-1 0 2 0,1-5 0 16,-3-15 0-1,-7-6 6-15,-1-3 3 0,-5-7-5 16,-5-1 5-16,-4 2-8 0,0 0 1 16,-2-1-4-1,-15 4 2-15,-6 6-2 0,-4 9 0 16,0 14-12 0,-4 3-23-16,4 15-79 15,7 14-190-15,13-3-287 16</inkml:trace>
  <inkml:trace contextRef="#ctx0" brushRef="#br0" timeOffset="39441.84">5110 13571 903 0,'0'0'46'0,"0"0"-41"16,0 0-2-16,0 0-2 0,0 0 1 16,0 0-4-1,14 21 4-15,-8-4-2 0,2 3 1 16,-4 2 5 0,-2 0-1-16,-2 3 6 0,2-2-8 15,-2 0 0 1,0-1 2-16,4-4-2 0,-1 0-3 15,3-4 0-15,2-5 1 16,-4 0 2-16,0-6-1 16,-2-3-2-16,-2 0 0 15,0 0 5-15,3 0 1 16,-1 0 10-16,6-19 9 16,11-8-6-16,-1 2-19 15,3-8 5-15,0 12-9 0,-10 5 4 16,0 4 0-1,-2 3 0-15,-3 6 0 0,2-1 0 16,-2 4 0-16,1 0 0 16,-3 0-1-1,-2 0 0-15,3 0 0 0,2 0-2 16,-5 18 2 0,0 4 1-16,-2 5 0 0,0 4 1 15,2-6-2 1,5 9-14-16,4-13-17 0,5 1-49 15,6-7-126-15,2-12-52 0</inkml:trace>
  <inkml:trace contextRef="#ctx0" brushRef="#br0" timeOffset="39861.69">5759 13547 677 0,'0'0'169'0,"0"0"-140"0,0 0-4 16,0 0-18-16,0 0-2 16,0 0 2-16,-111 77 0 15,95-55-7-15,5 0 2 16,2-4-1-16,4 4-1 16,3-2 1-16,2-2-1 15,0 2 0-15,0-7 0 16,5-1 0-16,11-3 1 15,6-4 3-15,2-2 0 0,3-3-2 16,2 0 2 0,-4 2 0-16,-3-2 5 0,-5 4-7 15,-3 2-1 1,-5 2 0-16,-3 1-1 0,-4 2 1 16,-2 1-1-1,0 0 1-15,-8 4 1 0,-15 0-2 16,-3-4 1-1,-6-4 0-15,3-3-1 0,3-4-1 16,6-1-7-16,3 0-4 0,14 0-55 16,3-4-134-1,0-13-199-15</inkml:trace>
  <inkml:trace contextRef="#ctx0" brushRef="#br0" timeOffset="40521.49">6372 13782 430 0,'0'0'181'0,"0"0"-111"16,0 0 38-1,0 0-41-15,0 0-25 0,0 0-28 16,0 0-9-16,-9 0 0 15,9 0 11-15,0 0 3 16,0 0-1-16,0 0-2 16,0 0-1-16,0 0-4 15,0 0-3-15,0 0-5 16,2 0 0-16,18 2 1 16,10 0-2-16,12-2 8 15,9 0-9-15,12 0 4 16,10 0-3-16,5 0-1 15,9 0 0-15,0-2 1 0,3-6-2 16,1 2 0 0,-5 2 0-16,-10 4 1 0,-20 0-2 15,-24 0 1 1,-20 0-4-16,-12 0-34 0,0 0 27 16,-15 6-4-1,-14 4-99-15,3-1-174 0</inkml:trace>
  <inkml:trace contextRef="#ctx0" brushRef="#br0" timeOffset="42490.86">7995 13571 323 0,'0'0'538'0,"0"0"-489"0,0 0-2 15,0 0 5 1,0 0-34-16,0 0-4 0,0-5-12 16,0 5-1-1,0 0 0-15,0 5-1 0,0 7 2 16,0 6 4 0,-3 8-1-16,-6 6-3 0,1 7 5 15,-5 3-1-15,2 0-6 0,4 1 6 16,-2-8-5-1,7-5-1-15,2-6 0 0,0-4-1 16,0-6 0 0,0-4-7-16,0-6-18 0,-2 1-33 15,-3-5-24 1,0 0-73-16,3-12-184 0</inkml:trace>
  <inkml:trace contextRef="#ctx0" brushRef="#br0" timeOffset="42730.77">7846 13640 346 0,'0'0'326'0,"0"0"-215"15,0 0-21-15,0 0-11 0,0 0-53 16,0 0-24-1,-7-25-2-15,7 25-21 0,0 0-47 16,2 4 23 0,3 15-18-16,-5 2-63 0,0 4-37 15,0 0-187 1</inkml:trace>
  <inkml:trace contextRef="#ctx0" brushRef="#br0" timeOffset="42910.74">7781 13975 342 0,'0'0'88'0,"0"0"-37"0,0 0 40 16,0 0 3-1,0 0-2-15,0 0-54 0,58 5-15 16,-24-3-17 0,6-2-6-16,2 0-47 0,-2 0-114 15,-4 0-339-15</inkml:trace>
  <inkml:trace contextRef="#ctx0" brushRef="#br0" timeOffset="43630.48">8345 13592 708 0,'0'0'232'16,"0"0"-225"-16,0 0-7 0,0 0-2 16,0 0-2-1,0 0 4-15,-24 81 10 0,17-42-7 16,-2 1 2 0,2-2-4-16,1-3-1 0,1-6 0 15,-2 0 2-15,0-6-1 0,1-3-2 16,2-2 3-1,0-5-4-15,0-6 4 0,1-3-3 16,3-1 2 0,0-3-1-16,0 0 5 0,0 0 6 15,0 0 19 1,0 0 2-16,0-9-18 0,0-7-5 16,7-1-8-1,7-3-1-15,6 6 1 0,1 2-1 16,-3 3 0-16,2 3 0 15,-3 4 0-15,2 2 0 16,-2 0-1-16,-3 0 1 16,-3 0-4-16,-3 8-1 15,0 4 1-15,-4 2-2 16,-2 4 4-16,-2 3 1 16,0 2 1-16,-2-1-1 15,-16 2-2-15,3-2 3 0,-1-5 1 16,1-3-1-1,2-9 0-15,7-2 2 0,-2-1-1 16,1-2-1 0,2 0 0-16,1 0 0 0,-1 0 1 15,0 0-1 1,5-9 6-16,0-6-6 0,0-10 0 16,28 2-29-1,3-4-60-15,2 3 78 0,-1 8 7 16,-3 6-21-16,-5 0 23 0,-1 7 1 15,-6 3 0 1,1 0 1-16,-3 0-3 0,-4 0 1 16,-3 17-2-1,-8 3-120-15,0 2 13 0,0-3-215 16</inkml:trace>
  <inkml:trace contextRef="#ctx0" brushRef="#br0" timeOffset="43780.44">8633 13846 463 0,'0'0'179'16,"0"0"-179"-16,0 0-4 15,0 0-80-15,0 0 21 16,0 0-217-16</inkml:trace>
  <inkml:trace contextRef="#ctx0" brushRef="#br0" timeOffset="44110.33">8884 13638 797 0,'0'0'218'0,"0"0"-187"0,0 0-13 16,0 0-9 0,0 0-7-16,0 0-2 0,-20 39 0 15,14-2 0 1,-1 1 1-16,1 0-1 0,-5-3 0 16,1 4 0-1,-1-5 2-15,0 2-1 0,4-2-1 16,1 0 0-16,4-2 0 15,-3-4-3 1,5-6 3-16,-2-1-24 0,2-4-33 16,0-5-63-16,-5-5-107 15,-4-7-90-15</inkml:trace>
  <inkml:trace contextRef="#ctx0" brushRef="#br0" timeOffset="44300.27">8731 13957 479 0,'0'0'401'0,"0"0"-331"15,0 0-42 1,0 0-1-16,0 0-12 0,0 0-15 16,39-13 0-16,-4 10 0 0,9-2 0 15,16-5-14 1,2-4-180-16,-8-2-575 0</inkml:trace>
  <inkml:trace contextRef="#ctx0" brushRef="#br0" timeOffset="46429.58">4714 14413 801 0,'0'0'128'15,"0"0"-74"1,0 0-28-16,0 0 6 0,0 0-9 16,0 0-14-1,0-13-6-15,0 13-1 0,0 0-2 16,0 0-3-16,0 5 3 0,0 20-2 16,-2 9 5-1,-8 8-6-15,-1 7 3 0,-5 10-5 16,3-1-70-1,7-12-143-15,6-12-105 0</inkml:trace>
  <inkml:trace contextRef="#ctx0" brushRef="#br0" timeOffset="46879.44">5075 14478 723 0,'0'0'151'0,"0"0"-143"16,0 0 29-16,0 0 14 15,0 0-29-15,0 0-16 16,-20-7-6-16,4 7 3 0,1 0-2 16,0 7 0-1,3 0 0-15,1 5 0 0,-3 3 1 16,1 2-2-1,1-3-1-15,4 1 1 0,3 2 0 16,5-10 0 0,0 3-1-16,0-2 1 0,9 2-2 15,11-6 1 1,5 0 1-16,2 2 2 0,-3-2-2 16,3 1 2-16,-5 4-1 0,0 1-1 15,-4 2 0 1,-6 0-4-16,-6 3 4 0,-6-8-1 15,0 3 0 1,0 4 1-16,-13 1 0 0,-10 2 0 16,1-1-3-1,0-2-35-15,6 0-40 0,5-5-103 16,6-9-62-16</inkml:trace>
  <inkml:trace contextRef="#ctx0" brushRef="#br0" timeOffset="47999.08">6749 14642 954 0,'0'0'32'15,"0"0"-28"-15,0 0 2 0,0 0 5 16,0 0-8-1,0 0-3-15,-2 0 0 0,19 0-2 16,6 0 2 0,6 0 0-16,0 0 4 0,-2 0-4 15,-5 0-35 1,-7 10-76-16,-4 6-111 0,-11-4-76 16</inkml:trace>
  <inkml:trace contextRef="#ctx0" brushRef="#br0" timeOffset="48209.01">6725 14877 808 0,'0'0'76'0,"0"0"-69"16,0 0-6-1,0 0 0-15,0 0-1 0,0 0 1 16,68 0-2-1,-34-5-8-15,2 2-14 0,2-5-32 16,-5 0-63 0,0-4-81-16</inkml:trace>
  <inkml:trace contextRef="#ctx0" brushRef="#br0" timeOffset="48518.91">7767 14357 910 0,'0'0'56'15,"0"0"-56"-15,0 0 4 16,0 0-3-16,0 0-1 15,0 0-7-15,-4 20 6 16,-5-2 1-16,1 7 1 16,-6-1-1-16,3 3 2 15,-5 2-2-15,1 0 0 0,-1 4 0 16,1-1-31 0,-1-2-83-16,1-4-94 0,-3-8-5 15</inkml:trace>
  <inkml:trace contextRef="#ctx0" brushRef="#br0" timeOffset="48780.13">7327 14686 689 0,'0'0'167'15,"0"0"-116"-15,0 0-11 0,0 0-5 16,0 0-27-1,0 0-8-15,10 5 0 0,17-5 0 16,13 0 15 0,15 0 12-16,13-12-18 0,14-5-4 15,5 0-4 1,7 5 4-16,-5 12-10 0,-10 0-38 16,-24 0-275-16,-21 0-240 0</inkml:trace>
  <inkml:trace contextRef="#ctx0" brushRef="#br0" timeOffset="49050.04">7587 14855 745 0,'0'0'174'15,"0"0"-155"-15,0 0-15 0,0 0 13 16,0 0-1 0,0 0-13-16,-9 20-3 0,5-3 1 15,-3 6-1-15,-2 1 0 16,0 6 0-16,-4 0 0 16,-1 4 2-16,-1-1-2 0,1-2-15 15,6-4-60 1,5-10-99-16,3-8 5 0,0-9-137 15</inkml:trace>
  <inkml:trace contextRef="#ctx0" brushRef="#br0" timeOffset="49879.78">7767 14939 844 0,'0'0'135'15,"0"0"-104"-15,0 0 2 0,0 0-16 16,0 0-6-1,0 0-10-15,0-3 1 0,0 3-2 16,0 0 0 0,0 14 0-16,0 3-1 15,0 4 1-15,0 2 1 16,0 3-1-16,0-2-2 16,0-2 2-16,0-4 3 0,10-6-3 15,3-1-2 1,3-8-1-16,1-3 4 0,-3 0-1 15,-3 0 1 1,-2-2 0-16,2-16 0 0,-4-2 3 16,-1-6-4-1,-6-1 4-15,0 4-6 0,0 6 4 16,0-1-2 0,-6 9 1-16,-5-3-1 0,1 7 1 15,4 5-2-15,2 0 1 0,-1 0-1 16,3 0 0-1,2 0 1-15,0 0-3 0,0 0 3 16,0 0-6 0,0 0 5-16,13 0-4 0,10 0 1 15,10-13 4 1,5 3 0-16,-1-4-1 0,2 2 1 16,-4 3-2-16,-6 5 5 15,-2 3-4-15,-7 1 1 16,-6-4-2-16,-4 4 1 15,-3 0 1-15,-3 0 0 16,-1 0-2-16,-3 14-1 16,0 7 3-16,0 6 0 15,0 3 0-15,-11 3 6 16,0-4 4-16,-1 0-6 16,6-6-3-16,1 0 3 15,3-6-4-15,2-5 6 0,0-3-6 16,0-5-1-1,0-3 1-15,0 3 0 0,0-4 0 16,0 0 2 0,2 0 1-16,16 0-1 0,2 0 2 15,7 0-2 1,-2-9-1-16,-6-4 1 0,0-5-1 16,-4-6 15-16,-4 0-5 0,-4 0-1 15,-5 2 19 1,-2 0-18-16,0 1 14 0,0-2-21 15,0 1-1 1,-2 0 1-16,-11-1-4 0,-7 1 0 16,0 5-11-1,-9 5-17-15,-10 12-35 0,-3 0-94 16,2 5-367 0</inkml:trace>
  <inkml:trace contextRef="#ctx0" brushRef="#br0" timeOffset="50359.62">8741 14988 569 0,'0'0'124'16,"0"0"16"0,0 0-41-16,0 0-42 0,0 0-26 15,0 0-21 1,0-3-2-16,0 17-7 0,-4 7 14 16,-9 8 4-16,-1-3-8 15,1 4 0-15,-3-3-8 16,-1 0-1-16,1 1 1 15,1-3-3-15,3-5 0 16,5-4-5-16,1-2-19 16,-3-4-10-16,3 2-52 15,-6-12-37-15,-3 0-93 16,-3 0-296-16</inkml:trace>
  <inkml:trace contextRef="#ctx0" brushRef="#br0" timeOffset="50629.53">8525 15049 582 0,'0'0'221'16,"0"0"-128"-16,0 0-4 0,0 0-44 16,0 0-28-16,0 0-12 0,8-2-3 15,3 2-2 1,4 10 1-16,3 2 6 0,2 2 3 15,4 0-4 1,3-2-1-16,2 3-3 0,2-3 0 16,6 2-2-1,-2-1 0-15,0-3-21 0,3 3-35 16,-9-8-74-16,-4-5-139 16</inkml:trace>
  <inkml:trace contextRef="#ctx0" brushRef="#br0" timeOffset="50899.44">9045 15029 817 0,'0'0'229'16,"0"0"-217"-16,0 0 20 0,0 0-3 15,0 0-14 1,0 0-7-16,-5-9-8 0,5 26 0 15,0 12 0 1,-6-2 1-16,-5 7 0 0,-1-2 0 16,1 0-1-1,1-2 0-15,0-6-3 0,-1 1-12 16,5-5-22-16,2-6-8 0,4-2-44 16,0-12-163-1,0 0-69-15</inkml:trace>
  <inkml:trace contextRef="#ctx0" brushRef="#br0" timeOffset="51239.33">9252 15043 726 0,'0'0'211'0,"0"0"-158"16,0 0-10-16,0 0-29 15,0 0-10-15,0 0-3 16,-58 70 3-16,43-42-1 15,2-4 0-15,8-2 3 16,5-4 0-16,0-2 2 16,0-4-6-16,0-1-1 15,4-1-1-15,7-2 2 16,3-8-1-16,-2 0 5 0,-2 0-4 16,3 0 2-1,1-4 14-15,1-14 3 0,1-4-9 16,-1-5-7-1,-5 1 5-15,-1 2-6 0,-7-2-2 16,0 2-2 0,-2 6 0-16,0 2 0 0,0 6-20 15,0-3-15 1,0 6-27-16,-4-3-282 0</inkml:trace>
  <inkml:trace contextRef="#ctx0" brushRef="#br0" timeOffset="51439.27">9116 14875 948 0,'0'0'78'0,"0"0"-72"16,0 0 8-16,0 0-13 15,0 0 2-15,0 0-3 16,151-10 0-16,-83 10-29 15,3 0-133-15,-3 0-208 16</inkml:trace>
  <inkml:trace contextRef="#ctx0" brushRef="#br0" timeOffset="51941.2">10028 14674 903 0,'0'0'84'15,"0"0"-67"1,0 0 37-16,0 0-36 0,0 0-6 16,0 0-4-1,-72-41-6-15,59 41-1 0,-2 0 1 16,-4 0-1-16,-1 5-1 0,0 9 0 16,-1 2 0-1,0-2 0-15,3 4 1 0,7-1 1 16,2 0-2-1,7-2-1-15,2-6 1 0,0 3 0 16,0-6-1 0,0 1 1-16,0-2 0 0,2-3-2 15,9-2 1 1,8 0 0-16,3 0 1 0,9-15 4 16,-2-3-4-16,-5 0-1 15,-3 5 1-15,-13 4 2 16,0 4 1-16,-6 5 3 15,0 0 6-15,-2 0-5 16,0 0-3-16,0 0-4 16,0 5-2-16,0 18 2 15,0 9 1-15,0 8-1 16,0 3 3-16,0-3-2 0,-2 1 0 16,-3-6-1-1,0 2 0-15,-1-8-1 16,-1 0-15-16,1-12-32 0,-1-3-43 15,7-10-143-15,0-4-43 16</inkml:trace>
  <inkml:trace contextRef="#ctx0" brushRef="#br0" timeOffset="52201.11">10512 14587 1069 0,'0'0'45'15,"0"0"-31"-15,0 0 19 0,0 0-21 16,0 0-10 0,0 0-2-16,-14-9-6 0,22 9 2 15,7 0 2 1,5 0 0-16,-3 0-9 0,-1 0-17 15,-5 6-29-15,-5 6-70 0,-6 2-139 16,0 2-170 0</inkml:trace>
  <inkml:trace contextRef="#ctx0" brushRef="#br0" timeOffset="52361.07">10440 14819 643 0,'0'0'328'0,"0"0"-287"15,0 0-32-15,0 0 4 16,0 0-7-16,0 0-4 16,101 0-2-16,-21-8-118 15,27-15-621-15</inkml:trace>
  <inkml:trace contextRef="#ctx0" brushRef="#br0" timeOffset="53280.81">11446 14480 801 0,'0'0'184'15,"0"0"-165"-15,0 0-10 16,0 0 13-16,0 0-11 16,0 0-7-16,-7 0-3 15,7 0 0-15,-2 5 2 0,0 5 0 16,-1 3 7-1,-4 5-7-15,1 8-2 0,-5 0 1 16,-2 6-2 0,-1-2 5-16,5 2-5 0,-2-1 0 15,2-2-1 1,-2 5-3-16,2-5-18 0,0-3-27 16,0-6-81-1,5-10-127-15,2-10-234 0</inkml:trace>
  <inkml:trace contextRef="#ctx0" brushRef="#br0" timeOffset="53740.61">11682 14552 949 0,'0'0'43'16,"0"0"-2"-16,0 0-3 15,0 0-24-15,0 0-9 16,0 0-1-16,-29 2 0 16,22 14-4-16,-3-4 0 15,-1 4 0-15,3 4 3 16,0 0-2-16,1 0 0 16,0 1-1-16,2-2 1 15,0 1 1-15,4-1-2 16,1-4 1-16,0-6 1 0,0-4-2 15,0-1 0 1,0 2 2-16,6-3-1 0,8-2-1 16,6-1 0-1,4 0 1-15,6 0 2 0,-4-14-2 16,1-3 0 0,-8-2 0-16,-4 1 1 0,-5-3 4 15,2-2 2-15,-3 0 1 0,-7 2-5 16,-2 7 4-1,0 0-7-15,0 2-1 0,0 3 1 16,-9-4-1 0,-7 6-24-16,-5 7-29 0,-15 0-100 15,0 0-262 1</inkml:trace>
  <inkml:trace contextRef="#ctx0" brushRef="#br0" timeOffset="54510.37">12168 14502 429 0,'0'0'321'15,"0"0"-271"-15,0 0-30 0,0 0 21 16,0 0-9 0,0 0-13-16,-11 6-13 0,9 3-4 15,-2 3 23-15,-3 7 35 0,-5 3-35 16,4 0-21-1,-4 4 4-15,-1-2-3 0,4 2-1 16,0-3-3 0,2 3-1-16,0-3 0 0,3-2 0 15,-2 2-4 1,-1 0-34-16,-4-1-50 0,-2-10-109 16,1-7-109-1</inkml:trace>
  <inkml:trace contextRef="#ctx0" brushRef="#br0" timeOffset="54980.21">12146 14575 664 0,'0'0'255'0,"0"0"-235"15,0 0-19-15,0 0 0 0,0 0 3 16,0 0 1-1,0-5-5-15,0 5 1 0,2 8 0 16,5 1-1 0,-4 2 5-16,7 1-1 0,-1 0-2 15,0-1-1 1,2-4 1-16,3-2 1 0,3 0-2 16,3-5 4-16,3 0-1 0,2-10 0 15,1-8-4 1,-2 0 1-16,1 1 6 0,0 0-7 15,-12 2 5 1,-3 3-5-16,-6 7 2 0,-4 1 14 16,0 4 2-1,0 0 16-15,0 0-19 0,0 0-3 16,0 0-4 0,0 0-5-16,0 0-3 0,0 0 0 15,0 0-3-15,-12 18 2 16,-3 5 1-16,1 3-1 15,1 6-2-15,2 7-6 16,1-3-25-16,4 5-70 16,6-10-138-16,0 0 47 15</inkml:trace>
  <inkml:trace contextRef="#ctx0" brushRef="#br0" timeOffset="55709.98">12649 14575 583 0,'0'0'98'15,"0"0"4"-15,0 0-20 0,0 0-38 16,0 0-24 0,0 0-14-16,-4 7-4 0,-7 11 32 15,-4 4-16 1,3 1-1-16,-1 4 9 0,0-3-8 16,4 6-9-16,-5-4 0 15,3-2-5-15,3-2 6 16,0-1-8-16,4-7-2 15,4-6 2-15,0 2-1 16,0-10-1-16,0 0 1 16,0 0-1-16,0 0 0 15,0 0 2-15,0 0 2 16,0 0-2-16,0 0 5 16,0 0 8-16,0-10-2 15,6-15-4-15,17-3-4 0,4-2-5 16,4 4 0-1,-5 6-3-15,2 4-1 0,-4 2 3 16,-2 6 0 0,-2 2-1-16,-1 2 1 0,-6 4 0 15,-5 0-3 1,-2 0 1-16,-2 0-2 0,-2 10 3 16,-2 7 2-16,0 0 0 15,0 5 0-15,0-3 0 16,2-2 0-16,-2 1 0 15,0-4 0-15,0-1 1 16,0 1-1-16,0-5 0 16,-12 8 0-16,-15-3 0 15,-1-4 1-15,-4 2-1 16,1-7 3-16,9 0-3 16,2-5 3-16,9 0-3 15,0 0 0-15,2 0 5 0,0 0-4 16,0-2 1-1,4-6-2-15,2-7-11 0,3 4-25 16,0-4-82 0,0-2-342-16</inkml:trace>
  <inkml:trace contextRef="#ctx0" brushRef="#br0" timeOffset="58223.54">13091 14594 391 0,'0'0'237'0,"0"0"-164"0,0 0 13 16,0 0-8-1,0 0-23-15,0 0-35 0,0-2-10 16,0 2 0-1,0 0-4-15,0 0 8 0,0 0 4 16,0 9-3 0,0 8-6-16,0 1 1 0,0 4 9 15,-6 2-17-15,0 2 1 16,0 6 2-16,0 3-5 16,-1-3 9-16,3-5-8 15,1-3 0-15,0-1-1 16,1 0 2-16,2-11-1 15,0 2-1-15,0-3 0 16,0-2-11-16,0-4-22 16,2-3-61-16,6-2-113 15,-6 0-134-15</inkml:trace>
  <inkml:trace contextRef="#ctx0" brushRef="#br0" timeOffset="58693.39">13158 14604 636 0,'0'0'82'16,"0"0"-46"0,0 0 31-16,0 0-24 0,0 0-2 15,0 0-25 1,22-29-2-16,-13 20-4 0,-7 5 13 15,-1 0 13 1,7 0-21-16,-4-2-3 0,4-1-4 16,-2 4-7-1,-2 1 1-15,-1 0-1 0,3-3-1 16,2 5-1-16,-2-5 1 16,0 3 0-16,1 2-1 15,-3 0 0-15,4 0 0 16,-2 0-3-16,0 4 3 15,-1 10 0-15,-1 1 1 16,-4 8 1-16,0-1 0 16,0 2-2-16,-2-3 1 15,-9-2 0-15,1-1 1 0,-4-6-1 16,-1 2 0 0,-8-4-1-16,-6 2 2 0,-2-5-3 15,0 0-5 1,4-2-7-16,4-5 11 0,10 0-17 15,1 0-52 1,8 0-139-16,-1 0-175 0</inkml:trace>
  <inkml:trace contextRef="#ctx0" brushRef="#br0" timeOffset="59443.02">13659 14633 419 0,'0'0'162'0,"0"0"-79"16,0 0 24-1,0 0-48-15,0 0-29 0,0 0-16 16,0-17-8 0,0 15 10-16,0-2-3 0,0-5 7 15,0 4 31-15,0 1-27 0,-9-1-4 16,-7 5-17 0,-3 0 5-16,-4 0-8 0,-1 0 6 15,4 0-6 1,2 7-1-16,3 6 1 0,3 2 0 15,1-1 0 1,1 4-3-16,1 0 3 0,6 1-2 16,3-2 1-16,0 1 1 15,0-2-1-15,0 0 0 16,12 1 1-16,-1-4 0 16,9-3-1-16,-1-1 2 15,4-4-3-15,-1 2 4 16,0-5-1-16,0 2-1 15,-1 1-2-15,-6-2 2 16,-1 3 0-16,-8-4 0 16,-1 3 0-16,-3 0 0 15,0 1-1-15,0 2-2 0,0 4 3 16,1-2 0 0,-3 4-1-16,0 0 1 0,0 0 0 15,-5 2 0 1,-14 1 2-16,-10-3 0 0,-9 4-2 15,-12-4-3 1,-9-2-76-16,-6-12-198 0</inkml:trace>
  <inkml:trace contextRef="#ctx0" brushRef="#br0" timeOffset="61882.23">1907 12330 580 0,'0'0'272'0,"0"0"-265"16,0 0 25-16,0 0 31 0,0 0-26 16,0 0-26-16,-9 0-6 15,9 0-5-15,0 0 12 16,0 0-1-16,0 0 9 16,0 0-6-16,-2 0-2 15,-2 0 2-15,-6 0-6 16,-1 10-7-16,-6 8 1 15,-5 7-2-15,1-2 0 16,4-3 0-16,7-3 1 0,6-3-2 16,4-4 1-1,0-1 0-15,0-2-3 0,0-1-11 16,0-1 5 0,0 0 6-16,0-1-4 0,2-1-5 15,7-3 2 1,5 0 5-16,4 0 2 0,4-12 3 15,4-15 0 1,4-10-2-16,-1-7 4 0,-5 2-2 16,-1 3 2-16,-10 6 1 0,-5 11-3 15,-3 10 8 1,-5 6 5-16,0 6 8 0,0 0-7 16,0 0-12-1,0 0 1-15,0 0-3 0,0 10-5 16,0 8 5-1,-7 1 0-15,1-2-2 0,6-1-2 16,0 0-1-16,0 2-6 16,0-1-6-16,6 0 0 15,10 1-43-15,2-6-70 16,2-4-67-16,3-5-43 16,-2-3-147-16</inkml:trace>
  <inkml:trace contextRef="#ctx0" brushRef="#br0" timeOffset="62860.59">2117 12108 459 0,'0'0'97'0,"0"0"-47"15,0 0 7 1,0 0 14-16,0 0 8 0,0 0-31 15,-9-100-15-15,-5 89-19 16,1 2 17-16,-5 0 19 16,-6 6-36-16,-9 0-2 15,-6 3-8-15,-10 0 2 16,-4 0-5-16,-3 15-1 16,7 2-1-16,6 7 1 15,10 2 5-15,6 6-3 16,3 4-2-16,7 4 1 15,0 3-1-15,7 1 0 16,3 2 0-16,5 0 0 0,2 7 0 16,0-2 0-16,0 6 0 15,2-3 1 1,9-4 0-16,0-2-1 0,1-6 0 16,1-6 0-1,7-8 0-15,-1-8 0 0,6-4-8 16,2-6 3-16,6-3 5 15,8-7 0-15,5 0-1 16,6 0 1-16,-2-7 0 16,-2-9-1-16,-1-2-13 0,-11-6 1 15,-3-4 13 1,0-6 0-16,-6-6 2 0,-2-6 7 16,-2-3 21-1,-4 0-3-15,-8-4-17 0,-2 1-8 16,-9 0 5-16,0-1-3 15,0 7 2-15,-12 3 3 16,-10 9-1-16,-4 10-8 16,-10 16 0-1,-17 8-33-15,-17 17-168 0,-16 22-287 16</inkml:trace>
  <inkml:trace contextRef="#ctx0" brushRef="#br0" timeOffset="64110.18">2241 15825 825 0,'0'0'197'0,"0"0"-178"0,0 0-13 16,0 0 1-16,0 0-1 16,0 0-1-16,0-9-5 15,0 9 0-15,0 0 0 0,0 13 0 16,0 1 0-1,0 5 5-15,0 6-5 0,0 3 0 16,0 7 3 0,0 1-1-16,0-5 1 0,0 0-3 15,0-4 0 1,0-8 2-16,0-3-2 0,0-2 0 16,0-5 0-16,0-6 0 0,0-1 2 15,0 2-2 1,0-4 0-16,0 0 2 0,0 0 0 15,0 0 2 1,0 0-1-16,0 0 10 0,0 0 8 16,0-14-18-1,0-2 6-15,10-4 0 0,3-10-7 16,5 4-1 0,4 3-1-16,2 5-2 15,5 4 2-15,0 4-3 0,0 7 1 16,-4-2 2-16,-6 5 0 15,-2 0 0-15,-7 5-6 16,-2 17 5-16,-6 0 0 16,-2 4 1-16,0 2 0 15,0-7 0-15,0-2-1 16,0-5 1-16,0-1 0 16,0-4 1-16,-16 1-1 0,-1 3 0 15,-6-6 0 1,-2 3-1-16,3-6 1 0,-1-4 0 15,0 0-6 1,-2 0-7-16,5 0-6 0,2 0-5 16,3 0-45-1,12-18-197-15,3-8-218 0</inkml:trace>
  <inkml:trace contextRef="#ctx0" brushRef="#br0" timeOffset="64829.96">2691 15825 742 0,'0'0'290'0,"0"0"-288"0,0 0-2 15,0 0 12-15,0 0-4 16,-48-108-3-16,41 91-3 15,-4-6 3-15,-5 5-4 16,-3-3 14-16,-6 6 4 16,-2 3 1-1,-6 2-6-15,-5 5-10 0,-7 5-3 16,-7 0 1 0,-3 0 2-16,-7 11-4 0,4 7 0 15,-2 8 6-15,6 0-1 0,0 6-1 16,2 8-3-1,0 1 0-15,5-6-1 0,9 5 1 16,9-8-1 0,9 3-1-16,7-4 0 0,4 6 0 15,2 1 2 1,4-1-2-16,1 8 1 0,2 0 0 16,0-2 1-16,0 7-1 15,14-1 0-15,11 0 0 16,6-1 0-16,9-2-1 15,9-1 1-15,4-13 1 16,5-5 0-16,0-10-1 16,2-9 0-16,1-4-2 15,-3-4 2-15,-2 0 0 16,0 0 0-16,-6-8-1 16,0-10 1-16,-9 1 0 15,-6-3 0-15,2-11 0 0,-5-9 0 16,-1-5 3-1,0-11-2-15,-1 6 0 0,0 1 1 16,0 4 8 0,3 6-4-16,-11 2-3 0,-7 5 0 15,-6 6 7 1,-9-4-3-16,0 2 15 0,-2-4-8 16,-20 2 6-16,-9-7-11 0,-13 3-5 15,-1 6-4 1,-10 2 0-16,-2 12-2 0,-8 14-17 15,-11 0-49 1,-7 14-131-16</inkml:trace>
  <inkml:trace contextRef="#ctx0" brushRef="#br0" timeOffset="72872.12">4689 15909 344 0,'0'0'108'16,"0"0"-18"-16,0 0-28 16,0 0 16-16,0 0 31 15,0 0-55-15,0 0-6 16,-10-12 12-16,6 12-7 16,2-2-18-16,-3 2-8 15,4 0 1-15,1 0-5 16,-2 0-12-16,2 0-5 15,0 0-3-15,0 0 1 16,0 0-2-16,0 0-1 16,0 0-2-16,0 0 3 0,0 0-3 15,0 0 1 1,0 0 0-16,6 0-1 0,8 0 1 16,5 0 0-1,8 0 0-15,1 0 2 0,4 2-1 16,2-2 1-1,1 2 0-15,0-2 0 0,-4 0-1 16,-7 0-1-16,-4 2 0 0,-6-2 2 16,-8 5-2-1,-1-5 0-15,-3 0 0 0,-2 0-1 16,0 3 0 0,0-3 1-16,0 4-2 0,0 1 0 15,0 9-1 1,-15-1 3-16,-4 10 1 0,-1-5-1 15,-1 4 0 1,0-4 0-16,1-4 1 0,2 0-1 16,2 2 0-16,3-6 0 15,0 2 1-15,4-2-1 16,2-2 1-16,3-6-1 16,4 2 0-16,0 0 0 15,0-4 0-15,0 4-1 16,11 0 2-16,11 1 0 15,7 0-1-15,3 2 3 0,1-2-3 16,-4 1 0 0,-4 3 0-16,-12 0 1 0,-5-1-1 15,-6 1-3 1,-2 4 1-16,0-3 1 0,-8 6-1 16,-13-2 2-1,0 0 1-15,-8-6-1 0,0-2 0 16,-8 3 1-1,0-6-1-15,1-3 2 0,5 0-1 16,8 0-1-16,6 0 0 0,5 0 0 16,2 0 1-1,1 0-2-15,3 0-40 0,2 0-100 16,4 0-252 0</inkml:trace>
  <inkml:trace contextRef="#ctx0" brushRef="#br0" timeOffset="73671.86">5277 16120 641 0,'0'0'126'15,"0"0"-32"-15,0 0-35 0,0 0-17 16,0 0-31 0,0 0-5-16,-33-10-6 0,18 10 0 15,1 0-4 1,-1 0 4-16,-1 0 3 0,5 0-2 16,2-4 7-1,4 4 15-15,5 0 0 0,0-4-2 16,0 0-8-1,0-2-8-15,0-6-5 0,12 2-2 16,3 2 2-16,-3 4 1 16,-1 2-1-16,5 0-3 15,0 2 2-15,4 0 1 16,1 0 0-16,-3 0-1 16,-4 0 1-16,-5 12 0 15,-3 6 0-15,-2 0-4 16,-4 8 4-16,0 0 0 15,0 6 0-15,0 0 2 0,0 2-1 16,-6 2-1 0,-7 1 0-16,0-6 0 0,1-4 0 15,-4-6 1 1,-1 2 0-16,1-9-1 0,-1-6 3 16,0-2-3-1,1-6 2-15,3 0 2 0,0 0-1 16,4 0 3-1,4-6 12-15,3-7-4 0,2 4-4 16,0-7-9-16,0 2-1 0,0 0-12 16,2-4 2-1,8 6 6-15,3 2 2 0,2 1 1 16,6 5-1 0,1 3-1-16,3 1-13 0,-1 0-5 15,2 0-32 1,3 5-55-16,-3 7-109 0,2-2-99 15</inkml:trace>
  <inkml:trace contextRef="#ctx0" brushRef="#br0" timeOffset="74571.58">5864 15877 502 0,'0'0'340'0,"0"0"-224"0,0 0-34 15,0 0-34 1,0 0-29-16,0 0-19 0,0-12 0 15,-2 30 0-15,-3 8 0 0,3 2 0 16,0 6 0 0,-3 3 0-16,3-1 0 0,-2 4 0 15,2 0 0 1,2 1 0-16,0-2 0 0,0 1 0 16,0-8 0-1,0 3 0-15,0-14 0 0,0 0 0 16,0-9 0-1,0-7 2-15,0 0-4 0,0-5 4 16,0 0 0-16,0 0 1 16,0 0 1-16,-2 0 14 15,-1-10-3-15,3-9-11 16,-2 2 1-16,2-5-4 16,0 3-1-16,0-3 0 15,0 8 0-15,10-1 1 16,4 1-1-16,2 3 0 15,-1 3 0-15,0 4-5 0,4 4 3 16,-1 0 2 0,0 0 0-16,3 4-1 0,0 10 1 15,-1 8-1 1,0 0 1-16,-6 4-2 0,-8-2 1 16,-4 3 0-1,-2-1-1-15,0 1 1 0,-15 4 0 16,-12-7 1-1,-2-2 0-15,0-6 1 0,2-6 0 16,5-2-1-16,5-3 0 0,0-5 3 16,9 0-2-1,1 0 0-15,-2 0 0 0,2 0 0 16,2 0-1 0,4-13 1-16,1-5-1 0,0-4-3 15,22-6-4 1,12-7-10-16,3 8 7 0,3 1 6 15,-1 7-4-15,-2 1 6 16,-5 11-5-16,-5 0 1 16,-6 7 4-16,-5 0-1 15,-3 0 2-15,-1 0-1 16,-6 14 0-16,-1 4 1 16,-5 1-3-16,0-2 3 15,0 5-1-15,0-3 2 16,0-1-8-16,0 0-15 15,-9-1 9-15,-7-5-116 16,-3-1-169-16,-6-7-174 0</inkml:trace>
  <inkml:trace contextRef="#ctx0" brushRef="#br0" timeOffset="74741.52">6205 16172 623 0,'0'0'161'16,"0"0"-148"-16,0 0-9 0,0 0-4 15,0 0 0 1,0 0-116-16,36 7-63 0</inkml:trace>
  <inkml:trace contextRef="#ctx0" brushRef="#br0" timeOffset="75061.4">6586 16075 797 0,'0'0'144'15,"0"0"-79"-15,0 0-15 16,0 0-35-16,0 0-15 15,0 0 0-15,0 27-1 0,-2 4 1 16,-3 4 1 0,-3 1-1-16,1 4 2 0,0-3 0 15,0-2-1 1,5 2 1-16,0-2-2 0,0 0 0 16,0-3 0-1,-4-2-7-15,1-7-31 0,-7-4-132 16,-1-6-24-16,-3-13-115 0</inkml:trace>
  <inkml:trace contextRef="#ctx0" brushRef="#br0" timeOffset="75241.37">6321 16378 750 0,'0'0'191'0,"0"0"-112"15,0 0-32-15,0 0-24 16,0 0-17-16,0 0-4 16,98-22-2-16,-17 12-17 15,14-2-56-15,8 3-142 16,-6-5-372-16</inkml:trace>
  <inkml:trace contextRef="#ctx0" brushRef="#br0" timeOffset="75961.12">7137 16240 838 0,'0'0'130'16,"0"0"-63"-16,0 0-23 0,0 0-29 15,0 0-15-15,0 0-3 0,-3-3 3 16,3 20 0 0,3 5 3-16,-1 4 0 0,1 1-3 15,-3 0-3 1,0 4 3-16,0-3 0 0,0-7 0 16,0 2 4-1,0-5-4-15,0-6 0 0,0-2-3 16,2-6 3-16,-2-4 0 15,0 0 0-15,0 0 4 16,0 0-4-16,0 0 1 16,2 0 5-16,0 0 0 15,5-8 5-15,1-14 0 16,6-10-9-16,1-5-2 16,1 8 0-16,-3 5 0 15,-3 3 0-15,-2 11 2 16,-3 1 10-16,3 0-2 15,-1 2-10-15,0 2 0 0,2 3 0 16,-5 2 0 0,4 0 0-16,3 0-2 0,4 0 0 15,5 7 2 1,-2 5 2-16,-3 1-2 0,-3 6-4 16,-3-2 4-1,-3 5 0-15,-1 4-1 0,-1 3 0 16,0-3 1-16,0-4 0 0,4-4 0 15,-4-9 0 1,1 0 0-16,-1-6-1 0,-2-3-2 16,0 0 3-1,3 0 0-15,0 0 0 0,1-7 1 16,2-17 5 0,5-6-5-16,-5-10 10 0,1-4-8 15,0-2-3 1,2-2 0-16,-2 7 0 0,3 5 0 15,-2 14-2-15,-1 8-13 16,-2 11-50-16,2 3-150 16,-2 0-308-16</inkml:trace>
  <inkml:trace contextRef="#ctx0" brushRef="#br0" timeOffset="76211.03">7773 16401 856 0,'0'0'176'15,"0"0"-114"-15,0 0-10 0,0 0-21 16,0 0-25 0,0 0-6-16,-10-23-3 0,10 32-3 15,4 8 3 1,6 6 2-16,-8 5 0 0,-2-2-8 15,0 1-9-15,0 8-23 0,-2-7-18 16,-14-10-189 0,-1-9-486-16</inkml:trace>
  <inkml:trace contextRef="#ctx0" brushRef="#br0" timeOffset="76351">7830 16142 507 0,'0'0'0'0,"0"0"-106"0,0 0-98 16</inkml:trace>
  <inkml:trace contextRef="#ctx0" brushRef="#br0" timeOffset="76708.78">8303 16339 107 0,'0'0'905'0,"0"0"-856"16,0 0-9-16,0 0 4 15,0 0-34-15,-148-49-7 16,113 57 0-16,4 6-1 16,4 3-2-16,4 0 1 15,6 6-2-15,1 5 0 16,2 6 1-16,5 4 1 0,3 1-1 16,4-7 0-1,2-6-2-15,0 1 2 0,6-8 0 16,17-7-5-1,4-3-3-15,6-9-2 0,7 0-46 16,3-32-77 0,-3-15-486-16</inkml:trace>
  <inkml:trace contextRef="#ctx0" brushRef="#br0" timeOffset="77138.64">8303 15963 687 0,'0'0'148'15,"0"0"-108"1,0 0-23-16,0 0-17 0,0 0 10 16,0 0 36-1,-44 143-24-15,37-99 11 0,4 0-14 16,3 2-8-16,0-5-5 16,0 3 5-16,0-4-10 15,0-1 3-15,0-2-4 16,6-1 1-16,11-10 1 15,3-9-1-15,7-6 1 16,6-2-1-16,7-9-1 16,12 0 6-16,2-5-4 15,2-17 0-15,0-6-2 0,-8-7 2 16,-13 0-2 0,-10-2 1-16,-14 2-1 0,-11 8 1 15,0 6 5 1,-5 7 8-16,-17 3-3 0,-3 7-2 15,-2 4 5 1,3 0-14-16,4 0 1 0,4 22-1 16,5 2 0-1,6 10 0-15,5 7 0 0,0-1 0 16,16 6-10-16,20-2-42 0,15-14-161 16,21-2-443-1</inkml:trace>
  <inkml:trace contextRef="#ctx0" brushRef="#br0" timeOffset="78695.18">9754 16316 736 0,'0'0'152'16,"0"0"-95"-16,0 0-9 15,0 0-14-15,0 0-5 16,0 0-21-16,-5 0-6 16,5 0-1-16,14 0 2 15,6 0 2-15,6 0 6 16,6 0-2-16,4 0-2 16,4 0-5-16,5 0-2 0,1 0 2 15,-6 0-2 1,-6 0-13-16,-15 9-76 0,-19 12-134 15,0 2-124 1</inkml:trace>
  <inkml:trace contextRef="#ctx0" brushRef="#br0" timeOffset="78895.12">9628 16624 687 0,'0'0'190'15,"0"0"-76"-15,0 0-54 0,0 0-18 16,0 0-20 0,0 0-18-16,79-17-4 0,-34 15 1 15,6-2-1 1,-2 1-3-16,-2 3-27 0,-5 0-61 16,-4 0-124-16,-5 0-116 15</inkml:trace>
  <inkml:trace contextRef="#ctx0" brushRef="#br0" timeOffset="79294.98">10088 16156 459 0,'0'0'316'16,"0"0"-188"-16,0 0-78 0,0 0-8 15,0 0-21 1,0 0-17-16,-6-6-4 0,12 10 2 16,7 10 6-16,4-3 7 0,0 4-1 15,1 2-5 1,0 2-5-16,-3 3 3 0,-2 7 0 15,-3 1-5 1,-6 5-1-16,-4 7 5 0,0 1-6 16,0 3 1-1,-20-3-1-15,-11-2 0 0,-9 3 1 16,-7-8-1 0,-6 0-14-16,0-4-26 0,7-5-63 15,8-10-147-15,21-8-236 16</inkml:trace>
  <inkml:trace contextRef="#ctx0" brushRef="#br0" timeOffset="80184.7">11176 16307 581 0,'0'0'250'0,"0"0"-144"16,0 0-12-16,0 0-56 15,0 0-14-15,0 0-18 16,0-9-5-16,0 9 2 16,0 4-3-16,0 14-1 15,0 5 1-15,0-1 0 16,0 1 2-16,0 8-2 16,3-3 0-16,-3 2 0 0,0-4 0 15,0-2-17 1,0 3-23-16,0-10-70 0,0-5-102 15,-8-8-8 1</inkml:trace>
  <inkml:trace contextRef="#ctx0" brushRef="#br0" timeOffset="80374.64">11250 16204 662 0,'0'0'213'0,"0"0"-98"16,0 0-74-16,0 0-27 0,0 0-14 15,0 0-32 1,31 7-66-16,-20 12-146 16,-2 0-180-16</inkml:trace>
  <inkml:trace contextRef="#ctx0" brushRef="#br0" timeOffset="80794.5">11405 16383 527 0,'0'0'345'0,"0"0"-264"0,0 0-29 16,0 0-15-1,0 0-25-15,0 0-8 0,19-8-4 16,-11 11 1-1,1 11-1-15,-2 5 0 0,-2 1 0 16,-3 4 0 0,0-6 1-16,-2 4-1 0,0 0 0 15,0 1 1 1,0-6 0-16,0-3-1 0,-2-6 0 16,2-4 0-16,-2-1 0 0,2-3 0 15,0 0 0 1,0 0 7-16,0-11 21 15,8-10 0-15,21-16-28 16,5 1 0-16,-1 4 0 0,-5 6 0 16,-4 7-4-1,-11 12 4-15,-4 7 0 0,0 0 0 16,-1 0-3-16,4 22-2 16,-3 4-1-16,-3 10-18 15,-1 3-40-15,1-5-182 16,8-5-338-16</inkml:trace>
  <inkml:trace contextRef="#ctx0" brushRef="#br0" timeOffset="81424.31">12821 16281 625 0,'0'0'259'0,"0"0"-196"0,0 0-6 16,0 0-10-1,0 0-39-15,0 0-2 0,-4-9-6 16,4 25 1 0,0 3-3-16,0 4 3 0,-2 3-1 15,0 5 1 1,-4 1-1-16,-1-4 0 0,-1 2 1 16,0-4-1-16,-2-2-17 15,6-4-37-15,0-6-34 16,1-9-101-16,0 0 31 15,2-5-82-15</inkml:trace>
  <inkml:trace contextRef="#ctx0" brushRef="#br0" timeOffset="81644.23">12745 16240 697 0,'0'0'158'0,"0"0"-50"0,0 0-36 16,0 0-39 0,0 0-14-16,0 0-17 0,-2-36 0 15,2 36-2 1,0 0-5-16,12 14-19 0,-7 8-43 16,1 8-190-16,-6-2-175 0</inkml:trace>
  <inkml:trace contextRef="#ctx0" brushRef="#br0" timeOffset="81824.17">12578 16593 921 0,'0'0'118'15,"0"0"-84"-15,0 0 13 16,0 0-29-16,0 0-14 15,0 0-4-15,69-4-21 16,-21 2-48-16,-7-2-258 16</inkml:trace>
  <inkml:trace contextRef="#ctx0" brushRef="#br0" timeOffset="82543.92">13533 16250 637 0,'0'0'193'16,"0"0"-57"-1,0 0-62-15,0 0-28 0,0 0-14 16,0 0-20-1,-45-27-10-15,29 27 1 0,-1 0-3 16,3 14 1 0,1-1 0-16,6 3-1 0,2 2-1 15,3 0 1-15,2 5-1 0,0-2 1 16,0 2 0 0,0-4 0-16,9 2 0 0,9-3-3 15,0 0 0 1,6-8-3-16,0 2 4 0,2-2 2 15,0-2 0 1,-3 2 0-16,-8-2 0 0,-4-3 0 16,-6 0-2-1,-5-1 0-15,0 6-4 0,-16 6 4 16,-18-2-1-16,-8 4 2 16,3-7-16-16,4 1-4 15,11-9-18-15,13 1-41 16,11-4-119-16,0 0-75 15</inkml:trace>
  <inkml:trace contextRef="#ctx0" brushRef="#br0" timeOffset="83273.7">13713 16473 563 0,'0'0'182'0,"0"0"-142"15,0 0 4 1,0 0 1-16,0 0-31 0,0 0-12 15,31-6 2 1,-15 1 8-16,1-2 17 0,0-3-5 16,4-6-13-1,-2-2 14-15,3-3 2 0,-9 1-18 16,-4 6-3-16,-9 1 8 0,0-1-6 16,0 5 3-1,0 5 4-15,-12-1-9 0,2 5 5 16,-6 0-4-1,3 0-2-15,-6 0-4 0,4 5-1 16,1 9 1 0,1 7-2-16,7-2 1 0,2 1-1 15,2 5 1-15,2-7-1 16,0 4 1-16,0 0-2 16,4 0 2-16,9-1-4 15,5-1 8-15,4-3-8 16,0-3 3-16,5-6-12 15,-2-4 7-15,-1-4 2 16,2 0 3-16,1-4 1 16,4-18 0-16,-2 0 0 15,0-5 0-15,-6 6 0 16,-5 3 5-16,-7 4-1 0,-7 4 2 16,1 1 4-1,-5 6 0-15,0 3-9 0,0-2 0 16,2 2-2-1,-2 0 2-15,1-2 0 0,-1 2-1 16,4-2-1 0,-2 2 1-16,-2 0 1 0,0-4 0 15,0 0 4-15,0-6-4 0,-12 5-1 16,-3-2-5 0,-1 0 3-16,1 7 2 0,-1 0-1 15,3 0 1 1,-3 0-1-16,-1 11 0 0,-1 7-1 15,2 10 1 1,0 2 1-16,6 6-3 0,4-6 3 16,6-2 1-1,0-1-1-15,6-6-5 0,27-3 3 16,17-8-9-16,18-1-21 16,10-6-5-16,13-3-354 15</inkml:trace>
  <inkml:trace contextRef="#ctx0" brushRef="#br0" timeOffset="84163.42">15365 16561 34 0,'0'0'14'0,"0"0"-11"16,0 0-3-16,0 0-14 15,0 0 13-15,0 0-3 16,-56-7 4-16,52 0 91 16,0 3-38-16,-4 1-45 15,2-2-5-15,-1-3-3 0,1 6 0 16,-4-3 0 0,4 2 0-16,-3-6-9 0,-1 4-41 15,1-3-3 1,-1 0 15-16,0-2 26 0</inkml:trace>
  <inkml:trace contextRef="#ctx0" brushRef="#br0" timeOffset="84463.32">15137 16397 93 0,'0'0'38'0,"0"0"4"0,0 0 3 16,0 0 44-1,0 0-59-15,0 0-23 0,5-28-4 16,-5 24-3 0,4 0 0-16,-2-1 27 0,0 0-19 15,3 0-2-15,-2 2 15 16,-1 3-10-16,0-4 30 16,0 4-27-16,0 0-8 15,0 0-6-15,3 0-7 16,-1-5-31-16,1 5 16 15,-3 0 11-15,1 0 10 16,-1 0 0-16,-1 0 1 16,-1 0-14-16,0 0-187 0</inkml:trace>
  <inkml:trace contextRef="#ctx0" brushRef="#br0" timeOffset="84583.28">15137 16397 195 0</inkml:trace>
  <inkml:trace contextRef="#ctx0" brushRef="#br0" timeOffset="85213.07">15137 16397 195 0,'9'-90'296'0,"-11"85"-205"0,0 1 57 0,-1 4 6 0,3 0-67 16,0 0-36-16,0 0-25 0,-2 0-7 15,2 0-2 1,0 0-2-16,0 0 1 0,0 0 0 15,0 0-1 1,0 0-8-16,0 0-2 0,0 0-3 16,0 0-2-16,23 0 1 15,10 0-1-15,7 0 0 16,7 0 1-16,3 0 0 16,4 0 1-16,2 0-2 15,-6 0 0-15,-10 0 1 16,-19 0-2-16,-11 0-1 15,-8 0 2-15,-2 0 4 16,0 0-4-16,0 0 0 16,0 0 1-16,-7 0-1 15,-11 9-3-15,-5 4 3 0,-2 6 2 16,2-5 0 0,5 3-2-16,0 0 0 0,1-3 0 15,-1 4 0 1,2-1 1-16,1-4-1 0,0-3 0 15,10 0 0 1,0-6 0-16,3 0 0 0,2-4 0 16,0 4 0-16,0-4-1 0,0 4 0 15,9 2 1 1,9-2 0-16,7 0 2 0,5 0-2 16,0 1 0-1,0 4 1-15,-7-1-1 0,-7 2 0 16,-8-2-1-1,-4 3 1-15,-4 1-1 0,0-3 0 16,0 5 0 0,-14 2 1-16,-12-2 0 0,0 0 0 15,-8-2 0-15,-1-1 0 16,-6-4 0-16,2-7 0 16,-1 0 0-16,1 0 2 15,6 0-1-15,6 0 0 16,10-7 5-16,5 2 0 15,8-1-1-15,4-2-4 16,0 4-2-16,18-5-29 16,20 0-185-16</inkml:trace>
  <inkml:trace contextRef="#ctx0" brushRef="#br0" timeOffset="86012.87">15983 16365 671 0,'0'0'163'0,"0"0"-100"0,0 0-4 15,0 0-6 1,0 0-37-16,0 0-13 0,-7-9-2 15,4 9 0 1,3 0 12-16,-4 0 6 0,-3 0-7 16,-4 0-5-16,-3-3-6 15,1 3-1-15,2-2 1 16,2 2-1-16,4 0 3 16,1 0-3-16,0-3 1 15,0 1 0-15,0 2 0 16,4 0-1-16,0-3 2 15,0 3 0-15,0-4-2 16,0-3 2-16,0 4-1 16,0-1-1-16,0-1 3 15,0 5-3-15,0-4-1 0,0 4 1 16,9 0 0 0,3 0 0-16,2 0-1 0,-1 0-2 15,1 0 4 1,-1 0-5-16,0 4 7 0,-4 5-3 15,-2 5 0 1,-5 8 0-16,-2 3 0 0,0 8 0 16,0 3-3-16,0-6 6 0,-2 1-3 15,-7-4 2 1,-5-8-2-16,1 2 0 0,-1-3 0 16,-3 1 2-1,-4-6-2-15,4 1 0 0,-7-2 3 16,-2-2-1-1,0-1-2-15,-5 0 2 0,2-9-2 16,2 4 0 0,5-4-2-16,4 0 5 0,9 0 2 15,0 0-4-15,7 0 0 16,2 0 2-16,0-4 1 16,0-10 6-16,11-4-10 15,10 0-1-15,5 4 0 16,-4 2 1-16,-1 9-1 15,0-2 1-15,2 5-1 16,1 0 0-16,-1 0 1 16,1 0-2-16,0 17-1 0,1-4-8 15,2 1-7 1,2 0-33-16,-2-2-92 0,-2-6-133 16</inkml:trace>
  <inkml:trace contextRef="#ctx0" brushRef="#br0" timeOffset="86422.68">16300 16436 180 0,'0'0'612'0,"0"0"-485"0,0 0-62 15,0 0-16 1,0 0-29-16,0 0-20 0,-37 19 2 15,14 3 7 1,6-4-3-16,3 4 5 0,5 1-3 16,3-6-4-16,0 5 0 15,2-3-2-15,4-2 1 16,0 1-3-16,0-6 1 16,0 2-1-16,0-8 0 15,6 2 2-15,7-4-2 16,1-4 1-16,3 0 4 15,5 0-4-15,3 0 3 16,4-12 1-16,0-8 3 0,-7-1-3 16,-4-5-3-1,-9-6 12-15,-2 6-10 0,-7-6-2 16,0 9 0 0,0 0-2-16,-12 10-2 0,-17 0-18 15,-6 13-55 1,-3 0-67-16,5 5-164 0</inkml:trace>
  <inkml:trace contextRef="#ctx0" brushRef="#br0" timeOffset="87122.46">16715 16330 231 0,'0'0'267'16,"0"0"-162"-16,0 0 32 0,0 0 31 15,0 0-73 1,0 0-43-16,-9-14-20 0,8 14 11 16,1 0-16-16,0 0 0 15,0 0-9-15,0 0-9 16,0 0-9-16,0 9 0 16,-5 12 0-16,-4 11 1 15,2 1 0-15,1 1 0 16,1 2-1-16,-3-4 0 15,5 4 0-15,-4-2-8 16,1-5-26-16,-1-4-5 0,3-3-22 16,-3-8-40-1,4-4-46-15,0-6-19 0,3-4 17 16,0 0 9 0</inkml:trace>
  <inkml:trace contextRef="#ctx0" brushRef="#br0" timeOffset="87562.32">16693 16423 311 0,'0'0'340'0,"0"0"-182"16,0 0 12-16,0 0-87 15,0 0-34-15,0 0-25 16,0-36-17-16,0 36-4 16,0 0-3-16,0 0 0 15,0 0-1-15,0 3 1 16,0 16-1-16,0 1 0 15,10 0 1-15,0 0 0 0,9 2 0 16,-2-5 0-16,10 0-8 16,2-7 4-16,2-2-1 15,4-8-14-15,-1 0 11 16,-1 0 1 0,-2-23-5-16,-6-2 8 0,0-3 4 15,-7-3 0 1,-8-1 1-16,-3 6-1 0,-5 4 17 15,-2 9 3 1,0 0-5-16,0 8 6 0,0 5-9 16,0 0-4-16,0 0-4 0,0 0-4 15,0 0-1 1,0 5-2-16,0 21 2 0,0 5 0 16,0 5 1-1,0 8-9-15,0-3-26 0,0 5-38 16,0-11-111-1,0-5-221-15</inkml:trace>
  <inkml:trace contextRef="#ctx0" brushRef="#br0" timeOffset="88142.13">17324 16316 730 0,'0'0'211'0,"0"0"-184"15,0 0 17 1,0 0-32-16,0 0-6 0,0 0-5 16,0 53 2-1,0-21 4-15,-2 3 6 0,-5 2-9 16,0-2-1-1,0-3 3-15,1-6-3 0,-1 1-2 16,5-8 1-16,0-2-1 0,0-1 0 16,2-5-1-1,-2-4 1-15,2-7-1 0,0 0 0 16,0 0 4 0,0 0-1-16,0 0 2 0,0 0 9 15,0-7 5 1,0-8-9-16,0-7-1 0,6 1-2 15,15-6-6-15,5-4-1 16,-1 8 0-16,1 5 0 16,-5 4 0-16,-4 6 0 15,-3 4-1-15,1 4 1 16,-3 0-1-16,-2 0 0 16,1 14 1-16,-3 12 0 15,-4 1 0-15,-4-1 1 16,0 6-1-16,0-6-1 15,0-5 1-15,-14-3 0 16,-3-8 0-16,-4 0-1 0,-3-2-1 16,-3-8-2-1,3 0-15-15,-1 0 6 0,9 0 3 16,3 0-7 0,13-9-38-16,0-14-166 0,9-3-478 15</inkml:trace>
  <inkml:trace contextRef="#ctx0" brushRef="#br0" timeOffset="88581.99">17756 16404 678 0,'0'0'259'0,"0"0"-228"15,0 0 27-15,0 0-25 0,0 0-26 16,0 0-7 0,0 11 0-16,0 15 0 0,-4 0 0 15,-3 6 1 1,1 0-1-16,-8 3 0 0,1 4 0 16,0-7 1-1,-1 1 0-15,6-8-1 0,-2-2 0 16,2-10-3-1,7 0-49-15,1-8-25 0,0-5-96 16,0 0 39-16,0 0 86 0,16-13-40 16</inkml:trace>
  <inkml:trace contextRef="#ctx0" brushRef="#br0" timeOffset="88861.9">17799 16387 585 0,'0'0'118'0,"0"0"21"15,0 0-72-15,0 0 2 16,0 0-53-16,0 0 8 16,33-97-15-16,-25 97-6 15,5 0-2-15,0 0-1 16,5 8 2-16,1 10-1 16,0 5 6-16,-1 3-6 15,-1-4 0-15,-6 2 2 16,1-4-2-16,-11-4-1 15,-1-4 0-15,0 2 1 16,-11-6-1-16,-20 6 0 0,-11-6-11 16,-2 2-28-1,1-3-54-15,10-2-93 0,8-5 22 16</inkml:trace>
  <inkml:trace contextRef="#ctx0" brushRef="#br0" timeOffset="89291.76">18244 16307 588 0,'0'0'273'16,"0"0"-209"-1,0 0-10-15,0 0-14 0,0 0-37 16,0 0-1-1,-64 0-2-15,40 18 1 0,-1-4 0 16,7 3 1-16,3 2 3 16,3-4-4-16,1 10 3 15,5-4-3-15,-1 2-1 16,7-5 1-16,0-8 0 16,0 2-1-16,7-3 1 15,12-4 0-15,8 2 0 16,7 2 6-16,-2 2-6 15,5-4 1-15,-3 7-2 0,-7-4-1 16,-8 2 1 0,-5 3 3-16,-10-1-3 0,-4-2-6 15,0 1-3 1,-8 1-2-16,-24-2 10 0,-8 2-12 16,-15-5-24-1,-1-4-23-15,-7-1-33 0,5-4-45 16,11 0-135-1</inkml:trace>
  <inkml:trace contextRef="#ctx0" brushRef="#br0" timeOffset="90281.43">19112 16415 86 0,'0'0'152'0,"0"0"-1"0,0 0-55 15,0 0-21 1,0 0 38-16,0 0 50 0,-23-18-60 16,21 18-21-1,2 0-35-15,0 0-25 0,0 0-5 16,0 0-6 0,0 0-1-16,0 0 1 0,0 0-1 15,0 0 5 1,0 0 3-16,0 0-8 0,0 0-2 15,0-5-3-15,0 5-3 16,7 0 0-16,14 0-2 16,7 0 1-16,1 0-1 15,-2 0 1-15,-2 0-1 16,-6 5-14-16,1 7-21 16,-8 6-10-16,-7 2-29 15,-5 2-132-15,-6-2-143 16</inkml:trace>
  <inkml:trace contextRef="#ctx0" brushRef="#br0" timeOffset="90501.37">18929 16784 435 0,'0'0'290'15,"0"0"-175"1,0 0-3-16,0 0-11 0,0 0-43 15,0 0-26-15,4 0-23 0,21 0 2 16,6 0-9 0,9 0 1-16,5 0-5 0,9 0 2 15,6 0-19 1,8 0-58-16,4 0-142 0,2 0-454 16</inkml:trace>
  <inkml:trace contextRef="#ctx0" brushRef="#br0" timeOffset="91071.19">20362 16316 507 0,'0'0'179'0,"0"0"17"15,0 0-89 1,0 0-30-16,0 0-31 0,0 0-18 15,-15-28-20-15,15 28 5 16,0 0-4-16,0 0-8 16,0 0 1-16,-2 0-2 15,0 19 0-15,-3 6 3 16,0 12-3-16,-1 3 1 16,1 6 0-16,3-6-1 15,-2 5 0-15,2-2-2 16,0-2 1-16,-8-2-30 0,-2-3-34 15,-3-4-60 1,0-14-170-16,4-5-254 0</inkml:trace>
  <inkml:trace contextRef="#ctx0" brushRef="#br0" timeOffset="91790.95">20167 16332 843 0,'0'0'63'16,"0"0"-20"-16,0 0 28 0,0 0-20 16,0 0-32-1,0 0-16-15,-54-12-3 0,39 35 0 16,1 3-5-16,3-3 5 15,-1 8 5-15,4-9-5 16,1 6 0-16,-2-6 0 16,4-4 0-16,1-2 0 15,4-2 0-15,0-8-2 16,0 2 4-16,2 1-2 16,17-9 0-16,14 0 1 15,9 0 1-15,13 0-2 16,8-12-1-16,7-7 0 15,1 4 1-15,-4-2-7 0,1-1 0 16,-8 0 7 0,-7 6-4-16,-7 2 4 0,-15 1 4 15,-13 4-4 1,-9 3-4-16,-9 2 4 0,0 0 13 16,0 0-6-1,0 0 9-15,0 0 4 0,0 0 2 16,0 0-11-16,0 0-7 0,0 0 2 15,0 0-6 1,-12 7 0-16,-8 19 0 0,-4-3 1 16,0 0-1-1,3 4 0-15,6-8 0 0,1 2 0 16,6-7-4 0,1 4 4-16,5-1 4 0,2-4-4 15,0 1 0 1,0-2 0-16,9-2-5 0,6-1 5 15,4-5 1-15,11-3 1 16,6-1 0-16,7 0-1 16,-4-14 0-16,-1-12 1 15,-7-2 3-15,-7-5-2 16,-7 1-2-16,-8-2 1 16,-9 3-2-16,0 1 0 15,-23 7-8-15,-15 10-27 16,-9 5-52-16,3 8-273 0</inkml:trace>
  <inkml:trace contextRef="#ctx0" brushRef="#br0" timeOffset="92260.8">21221 16348 902 0,'0'0'92'0,"0"0"-20"0,0 0-19 16,0 0-10-16,0 0-27 16,0 0-13-16,-9-19-3 15,9 19-1-15,0 0-2 0,0 14 2 16,0 12 1-1,-5 6-1-15,-3 8 1 0,-1 4 0 16,-3-2 0 0,1 2 0-16,-5-8-1 0,6 2-29 15,-1-10-25 1,-1-2-30-16,7-11-86 0,-1-8-66 16,4-5-179-1</inkml:trace>
  <inkml:trace contextRef="#ctx0" brushRef="#br0" timeOffset="92740.65">21209 16481 617 0,'0'0'159'0,"0"0"-11"16,0 0-32-16,0 0-85 0,0 0-17 15,0 0-9-15,3-14-5 16,-2 14-3-16,2 0 1 15,-1 10 1-15,5 2 1 16,0 2 0-16,2 0 1 16,4-4-3-16,3 3 4 15,2-6 0-15,3 0-2 16,2-7-1-16,2 0-1 16,4 0-1-16,-1-19 3 15,0 1 1-15,-4 0-1 16,-6-4-1-16,-2 4 1 0,-3 0 0 15,-7 0 5 1,2 4 6-16,-6 2-2 0,-2 3 23 16,0 8-10-1,0-3-9-15,0 4-4 0,0 0-3 16,0 0-6 0,2 0-1-16,-2 0 1 0,0 0-2 15,2 0 0-15,0 4-4 0,0 13 5 16,0 8 2-1,-2 5-2-15,0 2 2 16,0 2-1-16,0 2 0 16,-6 1-11-16,0-2-29 0,-4-3-11 15,6 2-84 1,-1-5-27-16,5-8 19 0</inkml:trace>
  <inkml:trace contextRef="#ctx0" brushRef="#br0" timeOffset="93030.55">21892 16473 974 0,'0'0'79'15,"0"0"-36"-15,0 0 15 0,0 0-26 16,0 0-32-1,0 0-1-15,-10 8 1 0,6 19 1 16,0-4 2 0,-4 7-3-16,3-5 0 0,-3 4 0 15,0-3 0 1,-1 3 0-16,1-4-14 0,-2-6-29 16,1-2-21-1,5-8-91-15,4-5-126 0,0-4-100 16</inkml:trace>
  <inkml:trace contextRef="#ctx0" brushRef="#br0" timeOffset="93609.73">21916 16427 834 0,'0'0'84'15,"0"0"18"-15,0 0-28 0,0 0-40 16,0 0-10-16,27-102-19 15,-11 93-5-15,3 0 0 16,2 4 0-16,3 1-3 16,-1 4 6-16,-3 0-6 15,0 0 2 1,-7 9 1-16,0 4 0 0,-6 10-2 16,-7 4 2-1,0 4-1-15,0-1 1 0,-15-2 0 16,-6-6-1-16,-1-4 5 15,-1-4-3-15,4-2-1 16,3-6-4-16,9-2 4 0,5-4 4 16,2 0-3-1,0 0-1-15,0 0 2 0,0 0-1 16,0 0-1 0,0 0 0-16,5 0 0 0,15 0-2 15,7 0 1-15,6 0 0 16,-5 0 1-16,4 0 0 15,-7 0 0-15,-6 8-1 16,0 6-2-16,-11 4 1 16,-8 5 0-16,0-2 1 15,0 1-1-15,-17-4-2 16,-10 5 4-16,-2-10-1 16,-6-4 1-16,-2 1 0 0,-3-10 0 15,1 4-1 1,-1-4 1-16,8 0 2 0,8 0-2 15,8 0 1 1,7 0-1-16,9 0 0 0,0 0-18 16,4-13-19-16,26-1-143 15,7-4-506-15</inkml:trace>
  <inkml:trace contextRef="#ctx0" brushRef="#br0" timeOffset="94739.34">23321 16369 670 0,'0'0'196'15,"0"0"-122"-15,0 0 17 0,0 0-48 16,0 0-26-1,0 0-6-15,-56-44-4 0,36 44 0 16,-3 0 0 0,-3 4-2-16,-1 10-3 0,-2 4 1 15,0 4-3 1,2-1 1-16,7-2-1 0,5-1 0 16,5-4 0-16,8 4 0 0,2-4 0 15,0 2 0 1,0 1-1-16,14-2 1 0,3-1 0 15,2-2 1 1,-3 2-1-16,-3-6 0 0,-5-4 1 16,2 7 0-1,-4-8-1-15,3 3 0 16,-1 2 0-16,2 1-1 0,-3 0 1 16,-3 3 0-1,-4 2-3-15,0-3-3 0,-2 1-7 16,-19-3 6-1,-6 4 4-15,-4-12-2 0,-4 3 0 16,-1-4-8-16,0 0 3 16,3 0-16-16,4 0-67 15,11 0-118 1,12 0-86-16</inkml:trace>
  <inkml:trace contextRef="#ctx0" brushRef="#br0" timeOffset="94879.32">23612 16647 1084 0,'0'0'62'16,"0"0"-47"-16,0 0-15 0,0 0-55 16</inkml:trace>
  <inkml:trace contextRef="#ctx0" brushRef="#br0" timeOffset="120365.04">22775 16102 248 0,'0'0'139'0,"0"0"-89"15,0 0 21-15,0 0-9 16,0 0-9-16,0 0-2 16,0 0 1-16,-12-10 13 15,10 10-9-15,0 0-14 16,2 0-20-16,0 0-4 16,0 0-7-16,-3 0 2 0,3 0 2 15,0 0-6 1,0 0-3-16,0 0 15 0,0 0-8 15,0 0-4 1,-2 0-4-16,2 0-1 0,0 0-2 16,0 0-2-1,0 0 1-15,-2 0-1 0,-2 0 0 16,0 10 1 0,-8 8 0-16,-1-2 1 0,-3 8 0 15,1 2 2-15,-4 0 1 0,4 6-2 16,-3 5 1-1,3-2 0-15,-1 2-3 0,0 0 1 16,1 0-1 0,0-2 2-16,-4 2-2 0,3-1-1 15,-1 4 1 1,-3 0-1-16,0 1 1 0,0-2 5 16,1 2 0-16,4-1-4 15,-3 0 0 1,3-4-1-16,2 0 1 0,4-9-2 15,-1-1 0-15,4-3 1 16,-1-5-1-16,1-1 0 16,1 0 0-16,1 1 0 15,0 0 1-15,0-4 0 16,-2 4-1-16,2 1 0 16,-1-3 0-16,1-2 2 15,2-5-2-15,-1 0 0 0,2-6-1 16,-2 4 1-1,3-7 0-15,-3 0 0 0,1 0 0 16,2 0 1 0,0 0-1-16,0 0 1 0,0 4-1 15,0-4-21 1,0 0-141-16,0-4-580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2-24T06:09:06.355"/>
    </inkml:context>
    <inkml:brush xml:id="br0">
      <inkml:brushProperty name="width" value="0.05292" units="cm"/>
      <inkml:brushProperty name="height" value="0.05292" units="cm"/>
      <inkml:brushProperty name="color" value="#FF0000"/>
    </inkml:brush>
  </inkml:definitions>
  <inkml:trace contextRef="#ctx0" brushRef="#br0">13399 10557 49 0,'0'0'524'16,"0"0"-426"-16,0 0-36 15,0 0 2-15,0 0-4 16,0 0-15-16,0 0-21 15,0 0-14-15,0-11-5 16,0 11-4-16,0 0-1 0,0 0-13 16,0 0-47-16,0 0-254 15</inkml:trace>
  <inkml:trace contextRef="#ctx0" brushRef="#br0" timeOffset="6479.96">13328 11369 312 0,'0'0'105'16,"0"0"-66"-16,0 0-32 0,0 0 8 15,0 0 26-15,0 0-8 16,0 0-27-16,11-14-4 16,-11 14 1-16,0 0 0 15,0 0 4-15,0 0 0 16,0 0-6-16,0 0-1 15,3 0-8-15,6 0-72 16,1 3-13-16,1 0-173 16</inkml:trace>
  <inkml:trace contextRef="#ctx0" brushRef="#br0" timeOffset="7035.32">17326 11143 636 0,'0'0'20'16,"0"0"-14"-16,0 0-1 15,0 0-1-15,0 0-4 16,0 0-6-16,-4 0-121 16,-7 0-106-16</inkml:trace>
  <inkml:trace contextRef="#ctx0" brushRef="#br0" timeOffset="7447.76">13774 11223 279 0,'0'0'443'0,"0"0"-410"16,0 0-17-16,0 0-8 16,0 0 9-16,0 0-12 15,-18 0-5-15,22 3-123 16,13 11 15-16,0-1-92 15</inkml:trace>
  <inkml:trace contextRef="#ctx0" brushRef="#br0" timeOffset="7839.16">17716 11142 364 0,'0'0'60'16,"0"0"-31"-16,0 0-16 15,0 0 0-15,0 0 14 16,0 0-27-16,-57-3-5 15,41 3-73-15,-8 0-103 16</inkml:trace>
  <inkml:trace contextRef="#ctx0" brushRef="#br0" timeOffset="8308.86">13637 11131 500 0,'0'0'96'0,"0"0"-76"0,0 0-20 16,0 0-1-16,0 0-11 16,0 0-67-16,32 17-23 15,-8-6 44-15,7-9-199 16</inkml:trace>
  <inkml:trace contextRef="#ctx0" brushRef="#br0" timeOffset="8645.93">17565 11147 480 0,'0'0'64'0,"0"0"-29"0,0 0-5 16,0 0 12-16,0 0 1 16,0 0-43-16,0 0-12 15,0 0-121-15,-9 6-13 16,-18 6 23-16</inkml:trace>
  <inkml:trace contextRef="#ctx0" brushRef="#br0" timeOffset="22719.37">7580 10565 309 0,'0'0'149'16,"0"0"-121"-16,0 0-25 15,0 0 10-15,0 0 57 16,0 0 15-16,0 0-23 15,-15 10-21-15,15-10-4 16,0 0-1-16,-2 0-13 0,-2 0-7 16,3 0 0-16,1 0-5 15,-2 0-4-15,2 0 2 16,0 0-9-16,-3 0 2 16,3 0 0-16,0 0 8 15,0 0-7-15,0 0 7 16,-3 0-6-16,2 3-4 15,-3 9-4-15,-3 4 4 16,-1 6 0-16,0 0 0 16,2 2 0-16,4 0-1 0,-3 6 2 15,1 2-1 1,-3 4 1-16,-4 4-1 0,-4 2 0 16,-4 1 0-16,1-2-16 15,-1-2-15-15,-2-1-2 16,4-4-36-16,1-4-24 15,12-11-93-15,4-10-142 16</inkml:trace>
  <inkml:trace contextRef="#ctx0" brushRef="#br0" timeOffset="23120.71">7871 10780 541 0,'0'0'126'16,"0"0"-38"-16,0 0-47 16,0 0-31-16,0 0 0 15,0 0-5 1,-61 44 3-16,42-17 1 0,5-4 7 16,4 3-7-16,2 0-6 15,-1 1 0-15,-1-1 0 16,4-1-1-16,0 0-2 15,6-3 4-15,0-4-4 16,0-4 1-16,0-4-1 16,16-2 0-16,3-6 0 15,6-2 0-15,2 0 0 16,2-10 5-16,-2-14-3 0,-3-4 2 16,-6-5 3-16,-8 1-6 15,-4 0 13-15,-6 5-11 16,0 2-2-16,-21 10 1 15,-8 6-2-15,-2 9-22 16,-2 0-55-16,6 20-124 16,9 1-66-16</inkml:trace>
  <inkml:trace contextRef="#ctx0" brushRef="#br0" timeOffset="23570.25">8178 10871 501 0,'0'0'156'0,"0"0"-20"16,0 0-78-16,0 0-39 16,0 0-14-16,0 0 2 15,0-27-7-15,2 27-3 16,7 7 2-16,3 10 2 15,-2 7-1-15,-3 2 0 16,-1 0 0-16,-4 5 3 16,-2-5-3-16,0 0 4 0,0-5-6 15,0-5 6 1,0-7-3-16,0-6 1 0,0-3 0 16,0 0-2-1,0 0 1-15,0 0 4 0,7-9 2 16,5-14 3-16,4-4-8 15,1-1-2-15,-2 3 1 16,-3 9 2-16,-6 7-1 16,-3 5-2-16,-1 4 1 15,-2 0-1-15,3 0-4 16,1 0-5-16,5 1 6 16,4 18-3-16,3-2-17 15,1 4-17-15,6-3-59 16,-1 0-47-16,-7-4-64 15</inkml:trace>
  <inkml:trace contextRef="#ctx0" brushRef="#br0" timeOffset="24098.29">7433 10955 391 0,'0'0'135'0,"0"0"-82"16,0 0-12-16,0 0-15 15,0 0-8-15,0 0-3 16,85-33-4-16,-60 33-6 16,-3 6-5-16,-2 10 5 15,-5 4-5-15,-8 6-6 16,-7 7 2-16,0 3-13 15,-2 1-73-15,-16-2-21 16,-4-1-119-16</inkml:trace>
  <inkml:trace contextRef="#ctx0" brushRef="#br0" timeOffset="25051.6">7416 11071 314 0,'0'0'87'0,"0"0"-53"16,0 0-14-16,0 0 25 15,0 0 9-15,0 0-5 16,11 2 26-16,-5 8-35 16,1 0-19-16,4-2-11 15,2 1-2-15,3-2-1 16,11 1 4-16,9-4-11 16,21-4 0-16,19 0-50 15,11-19-245-15</inkml:trace>
  <inkml:trace contextRef="#ctx0" brushRef="#br0" timeOffset="26439.04">7817 10507 244 0,'0'0'101'0,"0"0"65"0,0 0-74 16,0 0-46-16,0 0 52 15,0 0-41-15,0 0-24 16,-11-34-9-16,4 32-10 15,-2 2-1-15,-4 0-8 16,-5 0-2-16,-9 5-2 16,-6 16 0-16,-6 7 3 15,4 2 1-15,2 2-4 16,4-1 1-16,4-1-2 16,1-1 1-16,1 4-1 15,2-3 0-15,0 2 0 16,5 1 1-16,1-4-1 15,3 2 3-15,4 4-3 16,1 0-2-16,3-3 2 0,4-2 0 16,0-6-1-1,0-4 0-15,0-2-2 0,0-4 1 16,6 2 1-16,10-4-1 16,2-3-2-16,0 0-6 15,3-6 1-15,6 0 8 16,0-3-1-16,3 0-3 15,0-6 2-15,-3-10-9 16,-4-2 10-16,-10-3 2 16,-9 1 2-16,-4 1-2 15,-4-3 18-15,-21 4-3 16,-1 0-12-16,-7 6-3 0,1 5-5 16,0 7-40-1,7 0-42-15,4 5-68 0,15 6-64 16</inkml:trace>
  <inkml:trace contextRef="#ctx0" brushRef="#br0" timeOffset="27022.58">8793 10904 398 0,'0'0'170'0,"0"0"45"16,0 0-144-16,0 0-7 15,0 0-36-15,0 0-15 16,-91-50-13-16,70 59-1 16,0 14 1-16,2 5 1 15,11 1-1-15,8-5-6 16,0-2-5-16,8-3 4 15,21 2-2-15,7-3 0 16,7-4 3-16,-5 1 4 0,-5-1-5 16,-11 3 2-1,-17 5-28-15,-5 6-73 0,-38 4-57 16,-26 0-273-16</inkml:trace>
  <inkml:trace contextRef="#ctx0" brushRef="#br0" timeOffset="33401.53">15436 9330 516 0,'0'0'78'16,"0"0"-73"-16,0 0 0 15,0 0 9-15,0 0 30 16,0 0-12-16,0 0-19 16,0 0-8-16,0 0 13 15,0 0 14-15,0 0-17 16,0 0-5-16,0 0-5 16,0 0-5-16,0 2 1 15,0 5 1-15,0 0 1 16,0 7-1-16,0 0 0 15,0 4 0-15,-2 4 0 0,-1 4-2 16,-1 8 2 0,-3 5-2-16,-3 3-11 15,3-2-53-15,-2-2-53 0,2-10-98 16,2-9-170-16</inkml:trace>
  <inkml:trace contextRef="#ctx0" brushRef="#br0" timeOffset="33984.9">15450 9330 128 0,'0'0'468'0,"0"0"-360"0,0 0-55 16,0 0-33-16,0 0-20 15,0 0 0-15,-45-8 2 16,22 32-2-16,4 0 1 15,1-2-2-15,-1 0 1 16,2 0 0-16,-2 0 0 16,1-1 2-16,1-3 0 15,9-7-4-15,6-2 2 16,2-6-2-16,0 0-6 16,0-1-9-16,13-2 17 15,16 0 6-15,13 0-1 16,13-5 5-16,10-12-7 15,5-3-1-15,-3-1 3 16,-5 2-4-16,-8-1-1 0,-15 6 3 16,-14 4 3-16,-12 3-5 15,-13 7 13-15,0 0 5 16,0 0-2-16,0 0-3 16,0 0-14-16,0 0-5 15,0 5 5-15,-13 11 8 16,-3 3-7-16,5 2-1 15,3-3 0-15,5-3 0 16,3 0-1-16,0-1 1 16,0-4-1-16,13-4 0 15,0-5 1-15,-1-1 4 16,-1 0-3-16,-1-3 5 0,-2-18 16 16,-4-2-11-1,-4-4 2-15,0 1-13 0,0 3 2 16,0 2-2-16,-8 7-10 15,-6 12-20-15,3 2-69 16,2 0-167-16,4 14 65 16</inkml:trace>
  <inkml:trace contextRef="#ctx0" brushRef="#br0" timeOffset="34370.92">16022 9388 339 0,'0'0'258'0,"0"0"-115"0,0 0-74 16,0 0-24-16,0 0-17 16,0 0-18-16,4-14-10 15,2 14-10-15,-2 18 2 16,0 6 2-16,-2 6 6 16,-2-2 2-16,0-3-1 15,0-6-1-15,0-2 1 16,0-8-1-16,0-2-6 15,0-3-3-15,3-4 6 16,-1 0 2-16,6 0 1 16,10-18 12-16,7-8-7 15,0 0-3-15,-3 1 3 0,-8 9 7 16,-6 7 0-16,-4 2-3 16,-4 7 5-16,0 0-12 15,2 0-2-15,1 0-25 16,5 12-16-16,0 10 32 15,3 2-7-15,3-4-42 16,1 1-70-16,7-11-6 16,1-8-62-16</inkml:trace>
  <inkml:trace contextRef="#ctx0" brushRef="#br0" timeOffset="34619.68">16525 9302 321 0,'0'0'234'0,"0"0"-86"16,0 0-58-16,0 0-81 0,0 0-5 16,0 0 1-16,-68 42-4 15,50-19 1-15,12-4 0 16,6-1-2-16,0 1-3 16,4-2 2-16,19 1-1 15,6-2 2-15,4 0 1 16,2 0-1-16,5-7 1 15,-2 1 3-15,-4-3-2 16,-12 5-2-16,-22 8-18 16,-9-1-160-16,-51 1-245 0</inkml:trace>
  <inkml:trace contextRef="#ctx0" brushRef="#br0" timeOffset="51373.41">10200 15562 667 0,'0'0'93'16,"0"0"-86"-16,0 0-5 16,0 0-2-16,0 0-2 15,0 0-11-15,0 0-47 16,-20 0 31-16,28 0-18 15,-1 4-16-15,-3 0 22 16,-3-4-19-16,-1 5 7 0,0-1-11 16,0 0-6-16,0 0-55 15</inkml:trace>
  <inkml:trace contextRef="#ctx0" brushRef="#br0" timeOffset="52483.91">14049 14950 601 0,'0'0'64'0,"0"0"-17"16,0 0-7-16,0 0 0 16,0 0 2-16,0 0-15 15,-8 0-15-15,8 0-5 16,0 0-4-16,0 0 3 16,0 0-2-16,0 0 1 15,0 0 0-15,0-5 1 16,0 5 0-16,0 0-4 15,0 0-1-15,0 0-1 16,0 0 0-16,0 0 0 16,0 0 0-16,0 0 0 15,0 0 0-15,6 5 2 16,2-5 0-16,2 7 0 16,0-2-2-16,7 0 1 0,3-5 1 15,9 0-2-15,14-12 1 16,9-25-1-16,14-12 4 15,3-13-4-15,6-6-1 16,1-3 1-16,-1 3 0 16,-2 2 4-16,-11 8-4 15,-2 4 1-15,-4 9 5 16,-12 5 2-16,-11 12 2 16,-10 12-1-16,-14 7-4 15,-5 6-2-15,-2 3-2 16,-2 0 0-16,0 0-1 15,0 0-5-15,0 0-26 0,0 3-42 16,-6 12-139 0,-19 2-120-16</inkml:trace>
  <inkml:trace contextRef="#ctx0" brushRef="#br0" timeOffset="53288.92">9407 15545 368 0,'0'0'72'0,"0"0"-72"16,0 0-109-16,0 0-54 16,0 0-4-16</inkml:trace>
  <inkml:trace contextRef="#ctx0" brushRef="#br0" timeOffset="53973.25">14304 15145 120 0,'0'0'200'0,"0"0"-200"16,0 0-101-1,0 0 58-15,0 0 15 0,0 0-28 16</inkml:trace>
  <inkml:trace contextRef="#ctx0" brushRef="#br0" timeOffset="117365.19">11428 15195 343 0,'0'0'192'0,"0"0"-109"0,0 0-11 15,0 0 25-15,0 0-36 16,0 0-32-16,0 0-16 15,0 0-5-15,0-8 0 16,0 8-3-16,0 0-1 16,0 0-1-16,0 0-2 15,0 0 2-15,0 0-3 16,0 0 4-16,0 0-4 16,0 0 1-16,0 0-1 0,0 0 2 15,0 0-2 1,0 0 1-16,0 0 1 0,0 0 1 15,4-1 0-15,5-3-1 16,9-8 10-16,7-7 14 16,10-3-13-16,5-6-2 15,5-7 9-15,6 0-3 16,0-2-3-16,-1 2 0 16,-8 5 0-16,-11 5-2 15,-10 8-8-15,-13 9 1 16,-6 1-1-16,-2 7 2 15,0 0-6-15,0 0-19 16,0 23-59-16,0 9-121 16,-13 0-308-16</inkml:trace>
  <inkml:trace contextRef="#ctx0" brushRef="#br0" timeOffset="118417.82">15932 17119 632 0,'0'0'121'0,"0"0"-97"15,0 0-6-15,0 0 22 16,0 0-4-16,0 0-24 15,-12 0-9-15,12 0 0 16,0 0 8-16,0 0-1 16,0 0 8-16,0 0-3 0,0 0 5 15,0 0-2-15,0 0 2 16,0 0-8-16,0 0 1 16,0 0 0-16,0 0-12 15,0 0 3-15,0 0 0 16,0 0-1-16,0 0-3 15,6 0 1-15,19 0-1 16,13-4 1-16,15 0 1 16,26-4-1-16,21-2-1 15,22-4 4-15,20-8-4 16,17-1-3-16,10 1 3 16,3 4 0-16,-7-3 1 15,-10 2 0-15,-22 6 0 16,-23 4 1-16,-33 1 1 0,-30 8-2 15,-25-4 2-15,-16 2-3 16,-6 2 5-16,0-3 28 16,0-2-9-16,0 1-21 15,0-2-3-15,0 6-6 16,0 0-25-16,0 0-24 16,0 0-62-16,0 0-300 15</inkml:trace>
  <inkml:trace contextRef="#ctx0" brushRef="#br0" timeOffset="119305.21">11461 15258 406 0,'0'0'107'15,"0"0"-28"-15,0 0-4 16,0 0-8-16,0 0-16 16,0 0-26-16,0-10-21 15,0 10 6-15,0 0 0 0,0 0-4 16,0 0 2-16,0 0-8 16,0 0-11-16,3 0-107 15,-2 0-185-15</inkml:trace>
  <inkml:trace contextRef="#ctx0" brushRef="#br0" timeOffset="170936.92">8988 10694 94 0,'0'0'128'0,"0"0"-42"16,0 0-10-16,0 0-37 15,0 0 52-15,0 0-6 16,0 0-47-16,-4-18-8 16,4 18-1-16,-2 0-2 15,2 0-3-15,0 0-8 16,0 0 1-16,0 0-16 16,0 0 1-16,0 0-1 15,0 0-1-15,0 0-1 16,0 0-1-16,0 0-10 15,0 0-7-15,0 0 3 16,0 0 11-16,0 0 3 16,0 0-13-16,0 1-32 0,0 8 40 15,8-1-22-15,-4-1-10 16,7 2 11-16,-1-1-20 16,5-2 17-16,9-2 4 15,3-4-25-15,8 0-184 16</inkml:trace>
  <inkml:trace contextRef="#ctx0" brushRef="#br0" timeOffset="174640.58">9544 10796 16 0,'0'0'26'16,"0"0"18"-16,0 0-14 0,0 0-7 16,0 0 12-1,0 0-12-15,0 0 13 0,0-8-3 16,0 8-5-16,0 0-9 15,0 0 5-15,0 0-6 16,0 0-7-16,0 0 0 16,0 0 0-16,0 0-4 15,0 0 8-15,0 0 3 16,0 0 0-16,0 0-3 16,0 0-9-16,0 0-1 15,0 0-3-15,0 0 0 16,0 0-2-16,0 0 3 15,0 0-2-15,0 0 0 16,0 0-1-16,0 0-1 16,0 0-9-16,0 0-24 15,0 0 6-15,0 5-65 0,0 0-160 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2-24T06:54:42.972"/>
    </inkml:context>
    <inkml:brush xml:id="br0">
      <inkml:brushProperty name="width" value="0.05292" units="cm"/>
      <inkml:brushProperty name="height" value="0.05292" units="cm"/>
      <inkml:brushProperty name="color" value="#FF0000"/>
    </inkml:brush>
  </inkml:definitions>
  <inkml:trace contextRef="#ctx0" brushRef="#br0">15108 15406 465 0,'0'0'190'0,"0"0"-119"16,0 0-29-16,0 0 15 15,0 0-19-15,0 0-9 0,0 0-10 16,0 0-10-1,0 0 6-15,-15-14 8 0,15 14-4 16,0 0-6-16,0 0-9 16,0 0-1-16,0 0 1 15,0 0-3-15,0 14 0 16,0 6 0-16,0 2 2 16,0-4-3-16,0-2 1 15,0-4 0-15,0-7 0 16,0-4-1-16,0 1 0 15,0-2 2-15,0 0-2 16,15 0 0-16,12-20 1 16,9-12-1-16,13-10 0 15,11-15 0-15,13-4 3 0,8-11-3 16,4-1 0-16,2-3-1 16,-7 6 1-16,-9 4 4 15,-10 8-4-15,-13 12 0 16,-10 12-1-16,-14 15 4 15,-7 15-6-15,-11 4 1 16,-6 7-13-16,0 21-60 16,-6-6-203-16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2-24T06:55:11.036"/>
    </inkml:context>
    <inkml:brush xml:id="br0">
      <inkml:brushProperty name="width" value="0.05292" units="cm"/>
      <inkml:brushProperty name="height" value="0.05292" units="cm"/>
      <inkml:brushProperty name="color" value="#FF0000"/>
    </inkml:brush>
  </inkml:definitions>
  <inkml:trace contextRef="#ctx0" brushRef="#br0">5405 6621 271 0,'0'0'107'0,"0"0"-68"0,0 0-17 16,0 0 11-16,0 0 27 16,0 0 12-16,0 0-18 15,0 0-8-15,0 0 11 16,-11 0 1-16,8 0-13 15,1 0-13-15,0 0-13 16,2 0-7-16,-2 0-2 16,2 0-4-16,0 0-3 15,0 0-3-15,0 0 0 16,0 0 1-16,0 0-1 0,0 0 0 16,0 0 1-1,0 0-1-15,0 0 0 0,0 0 0 16,0 0 0-16,0 0-1 15,0 0 2-15,13 0-2 16,20 0 3-16,21 0 1 16,15-17 4-16,7-12-6 15,5-9 5-15,-2-6-5 16,6 0 0-16,0 2 3 16,-12 5 2-16,-15 8 3 15,-18 9 11-15,-15 3-1 16,-11 8 3-16,-8 2-6 15,1 1-4-15,-3 4 16 16,-2 2-7-16,0 0-12 16,-2 0-6-16,2 0-3 15,2 0-1-15,-4 0-2 0,4 0-27 16,5 0-19-16,-3 8-48 16,-4 14-176-16,-2 4-48 15</inkml:trace>
  <inkml:trace contextRef="#ctx0" brushRef="#br0" timeOffset="552.55">5296 7200 415 0,'0'0'217'0,"0"0"-87"0,0 0-76 16,0 0-13-16,0 0 0 16,0 0-14-16,0 0-14 15,0 0-12-15,0 0 2 16,0 0 1-16,0 0 4 15,0 0 0-15,0 0 3 16,0 0 5-16,0 0-8 16,0 0 5-16,0 0-1 15,0 0-3-15,0 0 3 16,0 0-12-16,0 0 3 16,0 0-1-16,0 0-2 15,0 0-6-15,0 0 5 0,0 0-5 16,0 0-2-16,0 0-16 15,2 0-11-15,6 0-42 16,0 0-232-16,-2 0-156 16</inkml:trace>
  <inkml:trace contextRef="#ctx0" brushRef="#br0" timeOffset="1931.03">6009 6882 342 0,'0'0'88'0,"0"0"-19"0,0 0 13 16,0 0 7-16,0 0-43 16,0 0-21-16,-9-8-13 15,9 6-8-15,0 2 7 16,0 0-1-16,0 0-1 16,0 0-1-16,0 0 1 15,0 0-1-15,0 0 1 16,0 0 5-16,0 0-9 15,0 0-3-15,-2 0 2 16,2 0-3-16,0 0 7 16,0 0 0-16,0 0 1 0,0 0 3 15,0 0 4 1,0 0-1-16,0 0-3 0,0 0-1 16,0 0-3-16,0 0-5 15,0 0 1-15,0 0 3 16,0-2-4-16,0 2 3 15,0-5 0-15,0-2-2 16,14-7-2-16,12-6 0 16,7-2-2-16,8-6 1 15,3 1 0-15,5-3 0 16,1-3 0-16,-2-4 2 16,-1-1-2-16,-3 2 1 15,-4 4 7-15,-5 6-7 16,-12 8 3-16,-7 6 2 0,-11 8-5 15,-3 2 9-15,-2 2 2 16,0 0-7-16,0 0 0 16,0 0-4-16,0 0-1 15,0 0-1-15,0 0 0 16,0 0 0-16,0 0 0 16,0 0 0-16,0 0 0 15,0 0 0-15,0 0 0 16,0 0-1-16,0 0-1 15,0 0-2-15,0 0-3 16,0 0 4-16,1 0-4 16,-1 0 1-16,0 0-6 15,3 0 7-15,-3 0-2 0,0 0-5 16,0 0-5 0,2 0-5-16,-2 0-13 0,2 0-9 15,0 0-12-15,2 0-4 16,2 0-18-16,1 0 55 15,1 0-50-15,2 0 16 16,-4 0 1-16,1 0-71 16,-5 0-43-16</inkml:trace>
  <inkml:trace contextRef="#ctx0" brushRef="#br0" timeOffset="3163.56">5917 7631 456 0,'0'0'97'0,"0"0"-57"0,0 0-40 16,0 0-23-16,0 0-33 15,0 0-21-15,0 0-197 16</inkml:trace>
  <inkml:trace contextRef="#ctx0" brushRef="#br0" timeOffset="3927.82">8013 7863 436 0,'0'0'59'15,"0"0"-47"-15,0 0 6 16,0 0 27-16,0 0 14 16,0 0-30-16,-3-5-29 15,3 5 8-15,0 0-5 16,0 0-1-16,0 0-1 15,0 0 13-15,0 0 22 16,0 0 5-16,0 0 2 16,0-2-11-16,0 0-4 0,0 2-8 15,0-1 1-15,0 1-4 16,0 0-8-16,0 0-3 16,0 0 0-16,0 0-4 15,0 0-1-15,0 0 0 16,0 0 1-16,0 0-1 15,0 0-1-15,0 0 2 16,0 0-2-16,0 0 0 16,0 0 0-16,0 0 2 15,0 0-2-15,0 0-3 16,0 0 0-16,0 0-6 16,0 0 3-16,0 0 3 15,0 0-4-15,0 0 6 16,0 0 1-16,0 0-3 0,0 0-8 15,0 0-39-15,0 0-98 16,3 3-9-16,6 1-123 16</inkml:trace>
  <inkml:trace contextRef="#ctx0" brushRef="#br0" timeOffset="6417.89">9694 6863 256 0,'0'0'84'0,"0"0"-64"16,0 0-11-16,0 0 18 0,0 0 13 16,0 0-14-16,-2 0-9 15,0 0 6-15,2 0 42 16,-3-3 10-16,3-3-29 16,-3 4-31-16,1-3 26 15,0 2-22-15,0-1-6 16,0 0 6-16,0 0-3 15,-4 1-3-15,5-1-9 16,-1 3 5-16,0-1 1 16,2 2-2-16,0-2 6 15,0 2-2-15,0 0 6 16,0 0-8-16,0 0 0 16,0 0-7-16,0-3 10 0,0 3-10 15,0 0 1-15,0 0 0 16,0 0-3-16,0 0 1 15,0 0-2-15,0 0 0 16,0 0-1-16,0 0 0 16,0 0-5-16,0 0 0 15,0 0 3-15,8 3 3 16,3 1 1-16,3 1 1 16,-2-2-2-16,3 1 0 15,0-4 0-15,3 0 0 16,3 0 2-16,0 0 0 15,4-12 1-15,0-5 3 16,-4-1 2-16,-3-1-1 16,3-2 4-16,-4 1 2 0,-1 2-3 15,-1 2-2 1,-3 5-5-16,-1 2 4 0,-3 1-4 16,2 3-2-16,-3 2-2 15,-2 3 1-15,6 0-12 16,-3 0-15-16,3 3-34 15,-2 14-66-15,-4 1-104 16,-5 2-22-16</inkml:trace>
  <inkml:trace contextRef="#ctx0" brushRef="#br0" timeOffset="7135.23">10120 6883 482 0,'0'0'191'16,"0"0"-107"-16,0 0-37 16,0 0-3-16,0 0-20 15,0 0-19-15,0-5-3 16,0 5-2-16,0 0 0 15,0 0 4-15,4 0 1 16,7-4-3-16,9-9 24 16,11-2-10-16,3-2-3 15,-1-5-5-15,8 3 0 0,-1-8 2 16,4 4 1 0,1-6-6-16,-5 4 10 0,-3 0-3 15,-2 2-6-15,-14 8 1 16,2 3 5-16,-12 4-8 15,-2 2-1-15,-2 3-2 16,-7 3 0-16,2 0 1 16,-2 0-2-16,0-2 0 15,0 2-3-15,0 0 3 16,0 0 0-16,0 0 3 16,0 0-3-16,0 0 0 0,0 0-5 15,0 0 4-15,0 0 0 16,0 0 0-16,0 0 1 15,0 0 2-15,0 0-2 16,0 0 1-16,0 0-3 16,0 0 2-16,0 0 0 15,0 0 0-15,0 0 0 16,0 0 2-16,0 0 0 16,0 0-2-16,0 0 0 15,0 0 0-15,0 0-2 16,0 0 5-16,0 0-1 15,0 0-2-15,0 0 0 16,0 0 1-16,0 0-1 16,0 0 0-16,0 0 0 15,0 0-5-15,0 0 9 16,0 0-8-16,0 0 2 0,0 0-1 16,6 0-32-16,6 0-38 15,4 14-88-15,6-3-120 16</inkml:trace>
  <inkml:trace contextRef="#ctx0" brushRef="#br0" timeOffset="9399.63">9935 7954 381 0,'0'0'124'0,"0"0"-77"16,0 0-2-16,0 0 25 16,0 0-22-16,0 0-23 15,0 0-16-15,-14-1-4 16,14 1 2-16,0 0 11 15,0 0 7-15,0 0-2 0,0 0-6 16,0 0 1-16,0 0 0 16,0 0 2-1,0-3-4-15,0 3-1 0,0 0 1 16,0-1-4-16,0-3-1 16,7-6 3-16,37-12 11 15,37-14-14-15,42-11-11 16,21-13-39-16,-1-7-341 15</inkml:trace>
  <inkml:trace contextRef="#ctx0" brushRef="#br0" timeOffset="10991.33">12271 7856 300 0,'0'0'160'15,"0"0"-126"-15,0 0-32 16,0 0 18-16,0 0 33 15,0 0-29-15,-4 0-17 16,4 0-6-16,0 0 7 16,0 0 8-16,0 0 0 15,0 0-6-15,0 0-4 16,0 0-6-16,0 0-39 0,0 0-67 16,0 0-63-1,0 2-129-15</inkml:trace>
  <inkml:trace contextRef="#ctx0" brushRef="#br0" timeOffset="11601.72">12267 7728 450 0,'0'0'129'0,"0"0"-99"15,0 0-26-15,0 0 57 16,0 0-1-16,0 0-39 15,0 0-19-15,0 0 2 16,0 0-3-16,0 1-2 0,0 5 0 16,4-3-1-16,-2 3-20 15,0 2-58-15,3-2-32 16,-3 0-36-16,2-6-144 16</inkml:trace>
  <inkml:trace contextRef="#ctx0" brushRef="#br0" timeOffset="12006">12928 7631 575 0,'0'0'150'0,"0"0"-99"0,0 0-26 16,0 0 9-1,0 0-17-15,0 0-17 0,-7 0 0 16,7 1-41-16,0 5-14 16,0 4 6-16,3-1-86 15,8 2 9-15,2-8-277 16</inkml:trace>
  <inkml:trace contextRef="#ctx0" brushRef="#br0" timeOffset="12424.72">13964 7579 439 0,'0'0'190'0,"0"0"-168"15,0 0-10-15,0 0 29 16,0 0-12-16,0 0-29 15,-15 11-48-15,15-2-117 16,0 3 106-16,2-3-101 16</inkml:trace>
  <inkml:trace contextRef="#ctx0" brushRef="#br0" timeOffset="12960.99">15280 7689 650 0,'0'0'61'0,"0"0"-61"0,0 0-25 16,0 0 25-16,0 0 0 16,0 0-8-16,-6 2-121 15,4 10 39-15,2 0-3 16,-4-3 6-16</inkml:trace>
  <inkml:trace contextRef="#ctx0" brushRef="#br0" timeOffset="14102.19">16431 6671 317 0,'0'0'70'0,"0"0"-54"15,0 0 0-15,0 0 41 16,0 0 16-16,0 0-13 16,-6 0-26-16,6 0-6 15,0 0 12-15,0 0 6 16,0 0-9-16,0 0-13 15,0 0-11-15,0 0-2 16,0 0 2-16,0 0-7 0,0 0-2 16,0 0 0-16,0 0-3 15,0 0 0-15,0 4-1 16,0 0 1-16,0 2 0 16,0 3 0-16,0-1 0 15,0-1-1-15,0-1 2 16,0 3-2-16,6-5 1 15,-4 1-1-15,2 0 1 16,2-1-1-16,1-1 3 16,5-1-1-16,7-2 10 15,8 0 7-15,8 0 2 16,15-12 5-16,4-10-9 16,8-2-12-16,0-3 12 15,5-4-3-15,-5 1-3 0,-1 2 0 16,-8 0 6-16,-9 3-11 15,-3 0 15 1,-10 1-3-16,-8 7-14 0,-10 2 5 16,-7 6 7-16,-6 6-5 15,3 3-10-15,-3 0-1 16,-8 3-55-16,-35 12-120 16</inkml:trace>
  <inkml:trace contextRef="#ctx0" brushRef="#br0" timeOffset="22916.47">5993 10807 220 0,'0'0'151'15,"0"0"-107"-15,0 0-5 16,0 0 46-16,0 0 49 16,0 0-54-16,0 0-15 15,-9 0-14-15,9 0 2 16,0 0-11-16,0 0-19 0,0 0-12 15,0 0 0-15,0 0 0 16,0 0-4-16,0 0-3 16,0 0-1-16,0 0 2 15,0 0-2-15,0 0-3 16,0 0 0-16,0 0 2 16,16 0-2-16,13 0 0 15,13-7 0-15,9-7 1 16,11-4-1-16,3-3 0 15,3 0 1-15,-3-4 1 0,-13 8-2 16,-7 2 0 0,-16 3 4-16,-14 9-4 15,-5-1 0-15,-8 2 2 16,-1 2-1-16,-1 0-1 0,0 0 1 16,0 0 4-16,0-3 1 15,0 3-2-15,0 0-3 16,0 0-2-16,4 0-4 15,0 0-20-15,2 0-58 16,-1 0-205-16</inkml:trace>
  <inkml:trace contextRef="#ctx0" brushRef="#br0" timeOffset="24596.1">13565 10993 370 0,'0'0'136'16,"0"0"-74"-16,0 0-41 15,0 0 35-15,0 0 2 16,0 0-24-16,-6-3-24 15,6 3-3-15,0 0 6 16,0 0 17-16,0 0-9 16,0 0-4-16,0 0-6 0,0 0-1 15,0 0 4-15,0 0-2 16,0 0 3-16,0 0 0 16,0 0-6-16,0 0-1 15,0-1-2-15,0 1-2 16,0 0-4-16,0 0 6 15,0-3-5-15,15 2 2 16,13-5-2-16,4-1 3 16,11-1-4-16,9-3 2 15,1 1 0-15,5-3-2 16,-5 1 0-16,-5 4 0 16,-11 0 1-16,-10 5 0 15,-10 1 1-15,-9-1-1 0,-8 1 6 16,0 2 7-16,0 0 0 15,0 0 1-15,0 0-8 16,0 0-5-16,0 0 0 16,0 0-2-16,0 0-6 15,0 0-21-15,0 0-39 16,0 5-180-16,0 0-58 16</inkml:trace>
  <inkml:trace contextRef="#ctx0" brushRef="#br0" timeOffset="38358.98">3785 12176 270 0,'0'0'132'0,"0"0"-45"15,0 0 23-15,0 0 6 16,0 0-33-16,0 0-36 16,0 0-24-16,0 0-7 15,-16-21-4-15,16 21-5 16,-2 0-3-16,2 0-2 15,0 0 2-15,0 0-1 16,0 0-2-16,0 0 0 0,0 0 2 16,0 0 6-16,0 0-9 15,0 0 2-15,0 0-2 16,0 0 0-16,0 0 4 16,-3 0-3-16,-2 5-1 15,-1 12-4-15,-5 7 4 16,-3 7 4-16,-3 4 6 15,-6 6-10-15,-3 2 5 16,-3 3 0-16,-3-2-5 16,8-5 3-16,2-4-3 15,1-5 3-15,6-2-3 16,-1-2-10-16,6-4-32 0,4-10-98 16,6-12-170-1</inkml:trace>
  <inkml:trace contextRef="#ctx0" brushRef="#br0" timeOffset="38784.96">3796 12214 785 0,'0'0'99'0,"0"0"-45"16,0 0-36-16,0 0-8 15,0 0-3-15,0 0-7 16,0 8-2-16,0 12 2 15,0 2 0-15,0 2 2 16,0 0-1-16,0-2-1 16,4-2 3-16,7-3-5 15,2-2 2-15,5-4-4 16,7-6-3-16,4-5-1 0,6 0 1 16,3-7 5-16,-2-16 2 15,-5-3 0-15,-9 5 5 16,-8 1 7-16,-9 8 13 15,-3 5 5-15,-2 7-4 16,0 0-3-16,0 0-18 16,0 0-5-16,0 2-3 15,-2 22-1-15,-17 12 3 16,0 6 1-16,-4 4 0 16,1 3 0-16,-1 1-15 0,4-2-8 15,1-2-30 1,5-4-31-16,7-10-124 0,6-16-67 15</inkml:trace>
  <inkml:trace contextRef="#ctx0" brushRef="#br0" timeOffset="39037.35">4250 12497 687 0,'0'0'172'16,"0"0"-129"-16,0 0-2 0,0 0 6 16,0 0-7-1,0 0-22-15,-23 0-14 0,20 4-4 16,-7 13-1-16,-1 8 1 16,-6 7 0-16,8 2 0 15,-2-2-17-15,3 0-8 16,6-5-21-16,-2-4-42 15,2-8-78-15,2-15-175 16</inkml:trace>
  <inkml:trace contextRef="#ctx0" brushRef="#br0" timeOffset="39182.18">4307 12267 847 0,'0'0'99'0,"0"0"-77"16,0 0 20-16,0 0-32 15,0 0-10-15,0 0-68 16,30 26-32-16,-21 7-194 16</inkml:trace>
  <inkml:trace contextRef="#ctx0" brushRef="#br0" timeOffset="39686.89">4349 12655 508 0,'0'0'384'16,"0"0"-331"-16,0 0-8 16,0 0-2-16,0 0-21 0,0 0-7 15,-8-45-15 1,28 24 2-16,3-2-1 0,4-5-1 16,-2 1 3-16,-4 1-1 15,-3 3 3-15,-7 7 11 16,-4 9 1-16,0 2-7 15,-5 3-3-15,0 2-7 16,-2 0-4-16,4 0 3 16,3 9 0-16,0 10-5 15,-1 8 2-15,-6 1 2 16,0 4-9-16,0 0 6 16,0-4-7-16,0-4 8 15,5-8-14-15,4-6 7 0,-3-6 7 16,4-4 2-16,3 0-1 15,10-12 3-15,4-20 5 16,8-6-3-16,-6-4 1 16,-10 2 2-16,-2 10 4 15,-11 4 10-15,-4 11-2 16,-2 7 0-16,0 4 1 16,2 4-16-16,0 0-2 15,4 2-6-15,2 23-3 16,4 5-1-16,8 5-4 15,-3 6-7-15,-4-4-9 16,-4 1-17-16,-6-1-40 0,-3-9-95 16,0-10-126-16</inkml:trace>
  <inkml:trace contextRef="#ctx0" brushRef="#br0" timeOffset="40649.19">5320 12305 570 0,'0'0'160'15,"0"0"-52"-15,0 0-39 16,0 0-20-16,0 0-24 0,0 0-14 16,-6-15-9-1,6 15-2-15,15 6-3 0,5 16 3 16,2 8 0-16,-4 5 4 16,-2 3-4-16,-5-1 1 15,0-3 0-15,-5-1 0 16,0-8-1-16,-3-2 0 15,-3-7 3-15,0-6-3 16,0-4-3-16,0-6-14 16,0 0 16-16,0 0 1 15,0-6 1-15,0-22 11 16,14-14-10-16,11-11-2 16,10-1 0-16,8 3-1 15,3 8-19-15,4 13-39 0,-4 16-58 16,-7 14-143-16,-16 0 21 15</inkml:trace>
  <inkml:trace contextRef="#ctx0" brushRef="#br0" timeOffset="41033.44">5871 12446 458 0,'0'0'259'16,"0"0"-126"-16,0 0-59 15,0 0-31-15,0 0-15 16,0 0 5-16,-71-7-28 15,50 7 1-15,-3 0-1 16,-1 7-4-16,0 15-1 16,2 4 1-16,3 5-2 0,6 1 1 15,3-2 0-15,6 0-2 16,3-8 1-16,2-4-9 16,0-7 6-16,0-4-5 15,2-5 6-15,14-2 3 16,2 0 0-16,4-18 1 15,-3-8 0-15,-3 0 6 16,1-2-1-16,-11 4 4 16,3-1-3-16,-3 8-7 15,-4 5 2-15,1 3-2 16,-3 7 0-16,0 2 1 16,2 0-1-16,3 0-9 0,1 18-19 15,5 9 9-15,8 0 9 16,0 0-48-16,8-7-35 15,4-10-155-15,5-10-78 16</inkml:trace>
  <inkml:trace contextRef="#ctx0" brushRef="#br0" timeOffset="41502.37">6222 12160 449 0,'0'0'195'0,"0"0"15"16,0 0-133-16,0 0-77 15,0 0-2-15,0 0 0 16,-19 92 2-16,-1-28 2 0,5 0 1 16,1-3-3-16,1-8-15 15,-1-10-55-15,1-11-53 16,-5-12-27-16,-2-10 65 16,-2-10 46-16,1 0 39 15,6-3 22-15,1-14 35 16,6 2 76-16,1 1-34 15,5 5-15-15,-2 3-20 16,4 6-13-16,0 0-30 16,0 0-21-16,13 0-3 15,18 10 2-15,9 2 1 16,9-3-2-16,5-4 2 16,-2-5-1-16,4 0 1 15,-4 0 5-15,-10-14-5 0,-9-6 0 16,-15-1 1-16,-7-3 1 15,-10 3 3-15,-1 0 3 16,0 3-8-16,-5 4 23 16,-12 6-19-16,-4 8 3 15,1 0-7-15,5 6 0 16,1 19-9-16,5 5-1 16,7 5-25-16,2 2-12 15,0-7-73-15,23-10-195 16</inkml:trace>
  <inkml:trace contextRef="#ctx0" brushRef="#br0" timeOffset="41754.08">6863 12460 869 0,'0'0'63'0,"0"0"-21"15,0 0-19-15,0 0-2 16,0 0-20-16,0 0-2 16,98 15 1-16,-38-7-39 0,-9-1-38 15,-22 2-262 1</inkml:trace>
  <inkml:trace contextRef="#ctx0" brushRef="#br0" timeOffset="41898.84">6793 12726 796 0,'0'0'75'0,"0"0"-44"16,0 0 5-16,0 0-17 15,0 0-15-15,152-9-4 16,-51-13-54-16,5-8-273 15</inkml:trace>
  <inkml:trace contextRef="#ctx0" brushRef="#br0" timeOffset="42183.94">7700 12298 856 0,'0'0'66'0,"0"0"-29"15,0 0 0-15,0 0-12 16,0 0-17-16,0 0-7 15,-97 41 0-15,74-8 0 16,8-1 0-16,6-2-1 16,6-4 0-16,3-3 0 15,0-2 0-15,12 0 2 16,12-1-2-16,3-1 0 0,0-2 0 16,2-2 3-16,-2-1-3 15,-1-2 1-15,0 0-2 16,2 1 2-16,-11-3-2 15,-5 1-7-15,-10 4-17 16,-2 2-29-16,-19 0-50 16,-21-8-232-16</inkml:trace>
  <inkml:trace contextRef="#ctx0" brushRef="#br0" timeOffset="42342.44">7659 12460 538 0,'0'0'362'0,"0"0"-290"16,0 0-53-16,0 0 3 0,0 0-10 16,156-89-9-16,-83 89-3 15,14 0 0 1,4 0-72-16,-6 0-178 0</inkml:trace>
  <inkml:trace contextRef="#ctx0" brushRef="#br0" timeOffset="42599.87">8891 12351 918 0,'0'0'100'0,"0"0"-43"16,0 0-4 0,0 0-21-16,0 0-22 0,0 0-10 15,-46 49-2 1,30 4 2-16,-2 2 1 0,-2 3 4 15,-1 1-4-15,0-4-1 16,-2 4 1-16,1-5-6 16,2-5 0-16,-4-5-18 15,-5-7-4-15,-3-1-21 16,-1-13-35-16,-3-17-216 16</inkml:trace>
  <inkml:trace contextRef="#ctx0" brushRef="#br0" timeOffset="42837.71">8530 12545 877 0,'0'0'76'0,"0"0"-36"0,0 0-15 16,0 0-13-16,0 0-12 15,0 0-1-15,-7-10-2 16,17 18 3-16,5-3 2 15,3-5-2-15,2 0 0 16,0 0 2-16,0 0-2 16,2-3-5-16,0-5-7 15,-1 6-23-15,-6 2-54 16,-1 0-248-16</inkml:trace>
  <inkml:trace contextRef="#ctx0" brushRef="#br0" timeOffset="43034.23">9196 12735 925 0,'0'0'85'16,"0"0"-31"-16,0 0-17 16,0 0 8-16,0 0-7 15,0 0-27-15,0-14-11 16,0 14-18-16,6 0-39 15,13 0-29-15,6 0-148 16</inkml:trace>
  <inkml:trace contextRef="#ctx0" brushRef="#br0" timeOffset="43490.08">11412 11983 990 0,'0'0'81'15,"0"0"-12"-15,0 0-32 16,0 0-30-16,0 0-7 0,0 0-1 16,-22 56-4-16,0 10 5 15,-3 13 0-15,0 3-21 16,-1 3-30-16,-10-2-14 16,-6-11-67-16,2-19-440 15</inkml:trace>
  <inkml:trace contextRef="#ctx0" brushRef="#br0" timeOffset="43969.52">11292 12316 937 0,'0'0'59'0,"0"0"-1"0,0 0-32 16,0 0-19-16,0 0-7 15,0 0 0-15,111-36-5 16,-5 26-15-16,14-2-23 15,-5-8-40-15,-18-2-35 16,-28-3-4-16,-25 2 49 16,-24 1 73-16,-15 4 74 15,-5 0 64-15,0 5-48 16,-13 8-19-16,-10 5-16 16,-8 0-30-16,-7 13-19 15,-5 23-4-15,-3 9-1 16,7 4 4-16,8 2-5 15,10 2 3-15,9-4-3 16,12-1 0-16,0-5 1 16,2-7-1-16,23-8 0 15,4-10-1-15,4-10-8 16,6-8-4-16,3 0 8 0,4-12 3 16,-3-12-7-16,-3-5 6 15,-9 1-4-15,-9 0 7 16,-6 9 3-16,-9 2 0 15,-3 9 1-15,-4 4 3 16,0 4-7-16,0 0-1 16,0 4-5-16,-8 18-15 15,-8 9 5-15,3-1-18 0,-4-2-80 16,7-10-203 0</inkml:trace>
  <inkml:trace contextRef="#ctx0" brushRef="#br0" timeOffset="44109.25">12084 12298 760 0,'0'0'94'0,"0"0"-58"16,0 0-36-16,0 0-15 16,0 0-103-16,0 0-235 15</inkml:trace>
  <inkml:trace contextRef="#ctx0" brushRef="#br0" timeOffset="44315.82">12469 12031 911 0,'0'0'99'0,"0"0"-45"16,0 0-42-16,0 0-1 15,0 0-10-15,0 0 8 16,4 142-3-16,1-68 2 15,-5 1-7-15,0 3-2 16,-24 2-24-16,-19-5-49 16,-9-17-138-16</inkml:trace>
  <inkml:trace contextRef="#ctx0" brushRef="#br0" timeOffset="44452.49">12333 12434 853 0,'0'0'53'0,"0"0"-31"16,150-63-12-16,-74 56-10 16,8 7 0-16,7 0-54 15,1 0-294-15</inkml:trace>
  <inkml:trace contextRef="#ctx0" brushRef="#br0" timeOffset="44765.88">13113 12305 878 0,'0'0'62'0,"0"0"-39"0,0 0-22 15,0 0 1-15,0 0-1 16,129 83 6-16,-95-45-2 16,-11 3-3-16,-12-7-2 15,-9-2 1-15,-2-10-1 16,0-8-1-16,0-7-2 15,-5-7-1-15,-10 0 4 16,5 0 1-16,2-15 5 16,4-11 7-16,4-8 7 15,0-9-1-15,21-3 4 16,20-2-15-16,9 4-8 16,11 8 1-16,1 12-2 0,-4 14-21 15,-6 10-53 1,-12 0-323-16</inkml:trace>
  <inkml:trace contextRef="#ctx0" brushRef="#br0" timeOffset="45103.11">13889 12332 857 0,'0'0'96'16,"0"0"-33"-16,0 0-20 15,0 0-19-15,-135 8-14 16,94 12-9-16,5 5 2 15,3 2-2-15,8 4 1 16,5 1-2-16,4-1 0 16,10-2-1-16,3-7-1 0,3-3-2 15,0-6-6-15,12-3-2 16,10-10 2-16,7 0 3 16,7-6 1-16,2-21-3 15,-1-2 2-15,2-4 7 16,-8 5-1-16,-4 2 1 15,-8 8 0-15,-8 4 24 16,-3 10-17-16,-4 4-5 16,0 0-2-16,3 2-4 15,0 21-3-15,2 0-8 16,-3 7-45-16,3-6-70 16,0-7-219-16</inkml:trace>
  <inkml:trace contextRef="#ctx0" brushRef="#br0" timeOffset="45634.8">14201 12059 864 0,'0'0'128'0,"0"0"-64"16,0 0-40-16,0 0-24 15,0 0-6-15,0 0 2 16,4 114 4-16,-4-37 1 15,-2-1-1-15,-15-4-12 16,-6-6-34-16,5-14-24 16,1-11 0-16,-4-15-30 0,4-13-107 15,-3-13 160-15,4 0 47 16,3 0 21-16,4-20 60 16,5 1 31-16,-2-3-24 15,4 2-12-15,2 4-15 16,0 6-34-16,0 6-8 15,0 4-15-15,0 0-4 16,14 0 0-16,7 0 0 16,9 0 0-16,0 4 1 15,10-1-2-15,-3-1 0 16,5-2-2-16,3 0 6 16,2-5-3-16,0-16 1 15,-4-3-1-15,3-4 2 0,-11 0-2 16,-8 3 0-16,-14-1 0 15,-7 3 4-15,-6 5 14 16,0 4 1-16,-6 5-1 16,-14 9-11-16,-4 0-7 15,-7 7 0-15,0 21 0 16,0 10-1-16,7 2-3 16,14 3-1-16,10-4-29 15,5-1-53-15,43-9-118 16,20-12-59-16</inkml:trace>
  <inkml:trace contextRef="#ctx0" brushRef="#br0" timeOffset="45832.68">15249 12273 795 0,'0'0'226'0,"0"0"-185"15,0 0-29-15,0 0-11 16,0 0-1-16,141-49 1 16,-88 49-1-16,-11 18-52 15,-16 2-55-15,-12 4-217 16</inkml:trace>
  <inkml:trace contextRef="#ctx0" brushRef="#br0" timeOffset="45966.18">15264 12545 398 0,'0'0'455'0,"0"0"-392"16,0 0-48-16,0 0-3 15,152-15-10-15,-63 3-2 16,14-3-182-16</inkml:trace>
  <inkml:trace contextRef="#ctx0" brushRef="#br0" timeOffset="46384.14">16539 12051 907 0,'0'0'54'15,"0"0"13"-15,-58-121-26 16,32 96-23-16,-4 11-8 16,2 12 6-16,-10 2-15 15,-2 15-1-15,-2 18-1 16,-1 9 1-16,7 2-2 15,9 2-3-15,10 0 5 16,8-3 0-16,9-3-5 16,0-8-7-16,16-4-13 15,21-10-13-15,8-12-1 16,6-6 3-16,3 0 12 16,-5-22 19-16,-7-6 4 0,-6-4 1 15,-12 4 9-15,-9 3 25 16,-5 9 8-16,-9 8 6 15,-1 7-17-15,0 1-21 16,0 0-10-16,0 25-2 16,-11 14 0-16,-10 10 2 15,-2 4 0-15,1 5-1 16,-2 0 4-16,-1 2-5 16,-4-2 2-16,-4-1-29 15,-8-5-51-15,6-10-104 16,6-12-450-16</inkml:trace>
  <inkml:trace contextRef="#ctx0" brushRef="#br0" timeOffset="46751.45">17029 12119 562 0,'0'0'451'0,"0"0"-417"15,0 0-24-15,0 0-9 16,0 0 2-16,0 0 0 16,-131 32-1-16,96 6 3 15,6 1-3-15,4-1-2 16,8-6 0-16,9-5 0 0,6-6 0 16,2-3-1-1,3-4 1-15,23-2 0 0,9-2 0 16,4 0 0-16,1-2 1 15,0 3-1-15,-4 1 0 16,-2 0 1-16,-7-3-1 16,-10 5 0-16,-9 0-1 15,-8 2 1-15,0 0-1 16,0 0 0-16,-15 1-8 16,-14-6-2-16,-4-1-25 15,-2-7-42-15,1-3-166 16</inkml:trace>
  <inkml:trace contextRef="#ctx0" brushRef="#br0" timeOffset="46903.9">16972 12129 818 0,'0'0'94'16,"0"0"-86"-16,0 0-3 15,175-61-3-15,-96 61-2 16,13 0-7-16,5 0-93 15,-7 1-563-15</inkml:trace>
  <inkml:trace contextRef="#ctx0" brushRef="#br0" timeOffset="47202.55">18171 11976 958 0,'0'0'45'0,"0"0"-23"16,0 0-19-16,0 0 3 16,0 0 1-16,0 0-5 15,-4 111 6-15,2-65-3 16,-5 1 6-16,-5 1 24 16,-3 3-22-16,-5 2 1 15,-10 5-9-15,-5 5-3 16,-4-3-1-16,-6-2 0 15,11 2 0-15,3 0-1 16,6 2-2-16,6 1 1 0,1-3-37 16,5-2 2-16,5-10-42 15,2-18-231-15</inkml:trace>
  <inkml:trace contextRef="#ctx0" brushRef="#br0" timeOffset="47562.14">17710 12421 948 0,'0'0'34'0,"0"0"-23"16,0 0 1-16,0 0 37 15,0 0-19-15,0 0-28 0,2 5 0 16,7 13-2-16,0 2 7 15,-7 3-7-15,-2 1-2 16,0 0 2-16,0 0 0 16,0-2 0-16,-2-4 5 15,2-4-5-15,0-6 0 16,0-4-3-16,0-4 6 16,18 0 2-16,6-3-5 15,3-18 0-15,2-5 10 16,-2-4-5-16,-3 0-2 15,-8 4-3-15,-8 8-1 16,-1 9-1-16,-7 9-15 16,0 0-56-16,0 0-359 0</inkml:trace>
  <inkml:trace contextRef="#ctx0" brushRef="#br0" timeOffset="47847.51">18396 12629 1041 0,'0'0'34'15,"0"0"-27"-15,0 0-5 16,0 0 4-16,0 0-6 16,0 0-5-16,-4 44-7 0,-6-20 3 15,4-2-1 1,4-6 8-16,0-8 0 0,2-4-2 15,0-4 4-15,0 0 5 16,10 0-1-16,9-8 14 16,1-12-2-16,-4 1-4 15,-6-1-11-15,-5 3-1 16,-5-4-46-16,-27-4-357 16</inkml:trace>
  <inkml:trace contextRef="#ctx0" brushRef="#br0" timeOffset="49949.11">4587 13892 644 0,'0'0'96'16,"0"0"-69"-16,0 0-17 16,0 0 16-16,0 0 11 15,0 0-4-15,0 0-17 16,-12-28-6-16,10 24 16 16,0 2 2-16,2 0-6 0,-3 0-4 15,2-1-9-15,-1 0-4 16,-1 1 3-16,1 0-2 15,0 0 3-15,0 2-4 16,-1 0 0-16,-2 0-2 16,-3 0-1-16,-4 0-3 15,-1 0 4-15,-2 6-2 16,-1 6-1-16,3-1-2 16,1-2 2-16,-3 6-1 15,3-1-1-15,-5 9 2 16,-3 3-1-16,0 5 2 15,0 1-1-15,0 2 1 16,2 0 1-16,2-1-1 0,5-1 0 16,7-9-1-16,4-5 0 15,0-1 0-15,0 0 0 16,0-5 2-16,0 5-2 16,9-10 0-16,6 3-2 15,2-4 2-15,7-3 0 16,0 0 0-16,2-3 3 15,3 0-3-15,-2 0 1 16,4-8 1-16,-6-13-1 16,0 2-1-16,-3-8 1 15,-2 0 14-15,-2 1-14 16,-5-4 0-16,-1 2 0 16,-7 3 4-16,0-1-5 15,-2 2 0-15,-3 0 3 0,0 2-2 16,-5 4 0-16,-10 0 0 15,3 8-1-15,2 5 0 16,5 2-10-16,-2 3-18 16,-2 6-42-16,1 15-201 15,3 1-160-15</inkml:trace>
  <inkml:trace contextRef="#ctx0" brushRef="#br0" timeOffset="50120.61">4843 14131 932 0,'0'0'75'0,"0"0"-22"15,0 0-10-15,0 0-30 16,0 0-13-16,0 0-12 16,2-4-67-16,7 4-130 15,0 2-107-15</inkml:trace>
  <inkml:trace contextRef="#ctx0" brushRef="#br0" timeOffset="50765.21">5289 14015 304 0,'0'0'426'0,"0"0"-316"15,0 0-64-15,0 0 0 16,0 0 7-16,29-106-8 16,-27 95-28-16,-2 1-13 15,0 2-3-15,0-1 12 16,0 2-9-16,0-6 7 16,-4 6-10-16,-11 0 2 15,-4 0 3-15,-5 5-2 16,-5 2-2-16,-4 0-1 15,-6 6 0-15,1 14-1 0,5 2-1 16,6 0 1 0,10-2 0-16,3-4 0 0,8 0 0 15,1 2 1-15,5-4-1 16,0 3-2-16,0-3 2 16,0-2 0-16,20-3 1 15,3 0-2-15,10-5 1 16,-4-4-3-16,2 0-1 15,-4 0-5-15,-3 0 1 16,-1-10 5-16,-2-5 3 16,-2 1 0-16,-9 3-1 15,0 3 2-15,-8 3 0 16,0 1 4-16,-2 4 3 16,0 0-2-16,0 0-6 15,0 0 0-15,0 0-2 0,0 10-3 16,0 15 5-16,0 5 3 15,-11 4-3-15,0 2 8 16,2 0-7-16,-1-2 0 16,1 2-1-16,1 1 0 15,0-6 0-15,-2 3 1 16,1-2-1-16,1-1-6 16,6-8-2-16,2-2-19 15,0-7-24-15,4-10-21 16,27-4-23-16,13-12-119 0</inkml:trace>
  <inkml:trace contextRef="#ctx0" brushRef="#br0" timeOffset="51320.63">5797 13946 423 0,'0'0'496'16,"0"0"-472"-16,0 0-9 15,0 0-4-15,0 0 10 16,0 0-8-16,-15-10-13 16,6 20 1-16,-5 12 0 15,1 4 1-15,-1 1 3 0,1-1-4 16,-1 0-1 0,6-3 0-16,-1-6 0 0,4-3 1 15,1-4-1 1,4-2 0-16,0-2 0 0,0-3 0 15,0 2-1-15,0-5 0 16,18 0 1-16,8 0 1 16,8 0 1-16,4 0-2 15,-2-10-3-15,-8 6 3 16,-5 1 0-16,-5 3 5 16,-3 0-5-16,-1 0-3 15,-5 0 3-15,-4 7 0 16,0 7 4-16,-3 3-5 15,-2 6 5-15,0 5 1 0,0 2-5 16,-8-2 6-16,-7-1-4 16,-6-10-1-16,3 0 6 15,3-5-4-15,-1-5 3 16,5-2-2-16,0-2-4 16,-1-3 5-16,2 0 5 15,3 0 2-15,-2 0 4 16,4-3-9-16,3-6 5 15,0 3-10-15,2 2-1 16,0 0-2-16,0 3-5 16,0-4-36-16,4-3-55 15,13-13-374-15</inkml:trace>
  <inkml:trace contextRef="#ctx0" brushRef="#br0" timeOffset="51538.86">5900 13944 660 0,'0'0'251'0,"0"0"-212"16,0 0 0-16,0 0 2 16,0 0-16-16,0 0-20 15,3-22-5-15,34 16 0 16,12-1-1-16,11-4-8 0,9 3-31 15,0 1-49 1,-5-5-337-16</inkml:trace>
  <inkml:trace contextRef="#ctx0" brushRef="#br0" timeOffset="51920.78">6805 13941 674 0,'0'0'142'16,"0"0"-119"-16,0 0-11 0,0 0 36 15,0 0-11 1,0 0-9-16,-36 48-12 0,24-33-4 15,0 2 2-15,-2 0 2 16,0 6 4-16,-1-1-12 16,0 5-7-16,-3 4 6 15,-3-1-4-15,4 2 1 16,-3 0-3-16,2-4 0 16,0-2 1-16,3 1-2 15,-1-10 1-15,7 1-2 16,-1-4 1-16,4 3-11 15,3-4-23-15,0-7-51 0,-2-6-106 16,-1 0-189 0</inkml:trace>
  <inkml:trace contextRef="#ctx0" brushRef="#br0" timeOffset="52198.09">6500 14110 627 0,'0'0'126'0,"0"0"0"16,0 0-56-16,0 0-17 16,0 0 0-16,0 0-35 15,0-41-6-15,0 41-9 16,0 0-3-16,0 0 2 16,0 2-1-16,13 11 1 0,7 8 0 15,4 1 4-15,5 2-4 16,7 2 1-16,4 2 2 15,6 2-7-15,8-2 4 16,4 0-4-16,2-3-34 16,3-12-56-16,-5-13-335 15</inkml:trace>
  <inkml:trace contextRef="#ctx0" brushRef="#br0" timeOffset="56947.71">4611 10774 4 0,'0'0'457'0,"0"0"-403"0,0 0-43 15,0 0-3 1,0 0 47-16,0 0 26 0,0 0-43 16,0 4-10-16,0-4 5 15,0 0 17-15,0 0-15 16,0 0-3-16,0 0-8 16,0 0-4-16,0 0-5 15,0 0 2-15,0 0 2 16,0 0-2-16,0 0-2 15,12 0-7-15,21 0-3 16,23 0 2-16,31 0-7 16,15 0-29-16,2 0-236 0</inkml:trace>
  <inkml:trace contextRef="#ctx0" brushRef="#br0" timeOffset="58098.35">7570 14002 57 0,'0'0'773'0,"0"0"-734"16,0 0-37-16,0 0 8 16,0 0-2-16,0 0-6 15,-98-15-1-15,75 18 0 16,1-1 2-16,5-2-3 16,2 0 19-16,2 0 6 15,0 0 4-15,-3-8-7 16,0-1-17-16,1-4 0 15,2 1-5-15,8 1 1 16,3-4 0-16,2 0 2 16,0-2 4-16,0 1-2 15,16 4-5-15,-1-1 0 16,3 6 0-16,0 5-1 16,0 2-2-16,-1 0 1 0,3 24 2 15,1 10-4-15,-7 7 5 16,3 7-1-16,-6-3 0 15,0 0 1-15,-2-5-1 16,-2-8 0-16,-3-3 2 16,-2-2 0-16,-2-5-2 15,0 2 0-15,-6 2 0 16,-17-1 5-16,-2 0-5 16,-1 1 5-16,-5-4 1 15,-3-2-4-15,-4-2 1 16,5-3-3-16,-2-4 3 15,5-4 0-15,8-1-3 0,4-6 1 16,3 0-1 0,4 0 5-16,1 0-2 0,5 0 5 15,5-15 3-15,0 1 0 16,0-6-11-16,0 3 0 16,15-2-2-16,-2 7 0 15,7-3 2-15,9-2-1 16,0 3 4-16,6 4-6 15,-5 6 3-15,-6 4-1 16,1 0-1-16,-4 7 1 16,4 10-10-16,0 4-16 15,-2-1-16-15,0-3-44 16,4-1-55-16,4-10-130 16</inkml:trace>
  <inkml:trace contextRef="#ctx0" brushRef="#br0" timeOffset="58448.23">8182 14166 986 0,'0'0'61'0,"0"0"-18"0,0 0-17 15,0 0 0 1,0 0-13-16,0 0-13 0,-8-12 0 16,12 12-4-16,19 0 2 15,9 0 2-15,11-5 4 16,6-2-4-16,-2 2 3 16,2-7-3-16,4 0 0 15,0 0 0-15,-3 2 1 16,-8 3 0-16,-8 3-1 15,-10 3-20-15,-8 1-13 16,-7 0-14-16,-9 0-48 16,0 0-81-16,0 0-117 0,-18 0-162 15</inkml:trace>
  <inkml:trace contextRef="#ctx0" brushRef="#br0" timeOffset="58731.45">8496 14022 496 0,'0'0'289'0,"0"0"-173"16,0 0-44-16,0 0-8 15,0 0-21-15,0 0-20 16,-13-14-13-16,13 14-8 16,0 0 2-16,0 0-2 15,0 7-2-15,0 11 1 16,0 1 6-16,0 5 1 15,-2 5 0-15,0-1-4 0,0 5-4 16,-2 6 1 0,-6 5-1-16,4 4 0 0,1-2-19 15,1 6 1-15,2-8-51 16,0-12-122-16,-1-25-598 16</inkml:trace>
  <inkml:trace contextRef="#ctx0" brushRef="#br0" timeOffset="59764.94">9524 13726 64 0,'0'0'668'15,"0"0"-606"-15,0 0-29 0,0 0 6 16,0 0-3-1,0 0-13-15,-73 9-8 0,48 15-4 16,-2 1 1-16,3 1 6 16,2-2-5-16,2 6 3 15,-3-4-5-15,1 6-1 16,1 1-2-16,4 1-2 16,4-2-1-16,2-5-5 15,10 1 3-15,1-3-3 16,0-6 1-16,0 2-2 15,8-1 3-15,7-2-4 16,3-2 5-16,4-2-1 16,2-6-2-16,5-4-1 15,0-4 1-15,0 0 0 16,3 0-4-16,-6-14 4 16,-3-4 0-16,-4-5 0 0,0-2 1 15,-10-1 4-15,8-5-5 16,-8 8 0-16,-2-8 5 15,-5 5 9-15,-2 2-6 16,0-1-5-16,0 2 5 16,-5 0-4-16,-8 9-2 15,0-3-2-15,-3 7-1 16,4 6 1-16,-2 0-16 16,3 4-6-16,-3 0-25 15,5 18-48-15,5 0-182 16,4 2-348-16</inkml:trace>
  <inkml:trace contextRef="#ctx0" brushRef="#br0" timeOffset="59953.24">9861 14173 781 0,'0'0'266'0,"0"0"-204"15,0 0-10-15,0 0-19 16,0 0-21-16,0 0-12 16,8-46-6-16,-2 46-68 0,-2 0-36 15,-2 0-299-15</inkml:trace>
  <inkml:trace contextRef="#ctx0" brushRef="#br0" timeOffset="61760.13">5445 13612 56 0,'0'0'622'0,"0"0"-578"16,0 0-44-16,0 0-79 15,0 0 11-15,0 0 9 16,31 7-180-16</inkml:trace>
  <inkml:trace contextRef="#ctx0" brushRef="#br0" timeOffset="65967.33">10356 13922 306 0,'0'0'92'16,"0"0"-35"-16,0 0 10 16,0 0 17-16,0 0 7 15,0 0-10-15,-2-58-13 0,2 52-28 16,0 2 5 0,-4 1-10-16,-2 0-18 0,0 1 3 15,-5 2-15-15,2 0 2 16,-8 0-2-16,5 0-5 15,-4 0 2-15,2 8-2 16,2 9 2-16,-1 2-4 16,-1 7 4-16,-1 2-1 15,0 3-1-15,7 2 6 16,-3 2-6-16,4-3 1 16,2 1-1-16,3 0 2 15,2-8-3-15,0 0 2 16,0-4-1-16,0-7 0 15,0 1 0-15,9-5 0 16,3-3 3-16,0 0-3 0,5-2 1 16,0-5 1-1,6 0-3-15,1 0 1 0,5-3 0 16,2-15 3-16,-2-8-2 16,-7 3-1-16,-3-9 3 15,-6 5-1-15,-6-4 6 16,-3 0 2-16,-2 2-5 15,-2 1 2-15,0 3-1 16,0 4 3-16,0 7-9 16,0 2 0-16,0 8-3 0,0 4-16 15,0 0-28 1,0 16-159-16,0 2-275 0</inkml:trace>
  <inkml:trace contextRef="#ctx0" brushRef="#br0" timeOffset="66415.37">10811 13984 836 0,'0'0'77'16,"0"0"-3"-16,0 0-29 16,0 0-6-16,0 0-23 15,0 0-5-15,0-43-11 16,0 43 0-16,-2 0-2 15,-1 12 2-15,-4 14 1 0,-4 3 3 16,-5 6-4-16,3-3 1 16,-1 1-2-16,6 0 3 15,3-6-2-15,5-4 0 16,0-5-2-16,0-6-8 16,0-7 5-16,9 2 4 15,3-1 1-15,3-4 0 16,12 0-2-16,6 0 3 15,3-2-1-15,3 4 2 16,-2 0-2-16,-4 1 0 16,-4 4 3-16,-8-1-3 15,-8-4 0-15,-7 1-1 16,-5-2 2-16,-1 7-5 16,0-2 4-16,-12 3-9 0,-16 6-2 15,0-7-34-15,-4-2 2 16,4-4-6-16,6-4-83 15,2 0-140-15,6-18-218 16</inkml:trace>
  <inkml:trace contextRef="#ctx0" brushRef="#br0" timeOffset="66538.42">10891 14091 588 0,'0'0'166'0,"0"0"-104"15,0 0 2-15,0 0-33 16,0 0-25-16,0 0-3 0,143-44-3 15,-83 44-24-15,2 0-241 16</inkml:trace>
  <inkml:trace contextRef="#ctx0" brushRef="#br0" timeOffset="66794.6">11766 13957 890 0,'0'0'77'0,"0"0"-3"16,0 0-26-16,0 0-26 16,0 0-17-16,0 0-4 15,-60 51-1-15,36-9 0 16,2-1 1-16,2 2 0 0,-1 2 0 16,4-3 0-16,3-2 0 15,1-4 0-15,7-5-1 16,-2-2-11-16,0-4-30 15,1-6-20-15,-7-11-85 16,4-8-238-16</inkml:trace>
  <inkml:trace contextRef="#ctx0" brushRef="#br0" timeOffset="67016.08">11446 14083 725 0,'0'0'138'0,"0"0"-65"15,0 0-11-15,0 0-31 0,0 0-19 16,0 0-10-16,-18-10-1 16,36 38-1-16,8 2 9 15,13 5-3-15,5 2-3 16,10 1 3-16,2 2-6 16,4-2-7-16,2-2-23 15,1-12-37-15,1-15-129 16,-6-9-333-16</inkml:trace>
  <inkml:trace contextRef="#ctx0" brushRef="#br0" timeOffset="67564.84">12275 13948 874 0,'0'0'41'15,"0"0"-19"-15,0 0-1 16,0 0-11-16,0 0 5 15,0 0-14-15,-17-12 1 16,16 12 1-16,1 0-3 16,0 0 1-16,-2 0 2 15,2 0-1-15,0-2 17 16,0-2-13-16,0-4 8 16,14 0-9-16,10-2-5 15,5 6 0-15,0 4 0 16,4 0 0-16,-2 4 0 0,3 16 0 15,-5 9 0-15,-3 7 0 16,-5 5 0-16,-6 8 2 16,-6-1 3-1,-4 5 2-15,-5 0-1 0,0-2 5 16,0-2-3-16,-29-5-6 16,-13-12-2-16,-14-4 1 15,-7-7-1-15,-3-8 1 16,6-6-1-16,10-7 1 15,10 0 0-15,10-7 1 16,17-10 3-16,9-1 0 16,4-9-2-16,9 4-3 0,25 1-5 15,6 1 0 1,2 10 5-16,-7 7 0 0,-3 4-1 16,-3 0 0-1,0 9 1-15,0 9 0 0,0 1 0 16,-5-2 0-16,1 0-6 15,0-3-25-15,2-4-16 16,3-6-20-16,13-4-65 16,1 0-66-16,-1-6-137 15</inkml:trace>
  <inkml:trace contextRef="#ctx0" brushRef="#br0" timeOffset="67964.5">12986 14113 468 0,'0'0'305'0,"0"0"-201"16,0 0-35-16,0 0-5 16,0 0-28-16,0 0-16 15,-11-26-17-15,-5 49-1 16,-5 8 1-16,0-4 1 16,3 5 2-16,5-3 0 15,0 5 1-15,-1 2-2 16,1 2 4-16,1-6-8 15,6 3-1-15,4-7 0 16,2-2 1-16,0-6-1 16,6-4 0-16,15-8 0 15,7-4 3-15,10-4-2 16,7 0 2-16,8-4-3 16,3-20 2-16,0-6 1 0,-7-5-2 15,-13-1-1-15,-18-4 3 16,-9 0 3-16,-9 1 2 15,0 2 10-15,-25 5-3 16,-6 6-10-16,-3 5-5 16,-4 10-1-16,4 9-46 15,5 0-25-15,10-6-195 16</inkml:trace>
  <inkml:trace contextRef="#ctx0" brushRef="#br0" timeOffset="68880.98">19797 9886 98 0,'0'0'666'16,"0"0"-575"-16,0 0-75 16,0 0 2-16,0 0 19 15,0 0-9-15,-21 0-14 16,21 0-10-16,0 2 1 16,0-2 5-16,13 2 16 15,12 0 0-15,10-1-11 16,13 4-5-16,18-5-9 0,13 0 2 15,14 0 0 1,7 0 0-16,0-5-2 0,-4-5 4 16,-17 1-1-16,-21 0 7 15,-21 4-4-15,-21 1 2 16,-11-1-7-16,-5 3 0 16,0 2-2-16,-40 9-54 15,-26 9-141-15</inkml:trace>
  <inkml:trace contextRef="#ctx0" brushRef="#br0" timeOffset="73616.42">1089 13779 820 0,'0'0'79'0,"0"0"-22"15,0 0 7-15,0 0-13 16,0 0-27-16,0 0-2 15,0 0-19-15,-58-39-3 16,47 39-1-16,-7 26 1 16,-13 13-2-16,-9 16 2 0,-4 7 0 15,-1 5 0 1,9-1 0-16,7-2 0 0,14-6 1 16,10-10-1-16,5-3 2 15,5-6-6-15,24-6 0 16,6-8-12-16,10-6 13 15,8-10-8-15,5-9-9 16,5 0 9-16,1-16-11 16,-6-12-3-16,-8-2 3 15,-15-2 7-15,-13 4 15 16,-13 2 4-16,-9 8 19 16,0 1 5-16,0 0 15 15,-2 11-19-15,-5 0-1 16,2 1-17-16,3 5 4 15,2 0-10-15,0 0 0 16,0 0-7-16,0 11 1 16,0 7-6-16,0 4 12 0,0 0-6 15,5-3-1-15,9-2-3 16,-2-8-1-16,5 0 2 16,-2-5 1-16,-4-4-1 15,-2 0 3-15,2 0 6 16,1-18 0-16,-4 0 1 15,-1 0 2-15,-5 4 2 16,0 6 8-16,-2 4 2 16,2 4 5-16,-1 0-18 15,6 0-2-15,1 8-5 0,3 25 0 16,3 18 5 0,-1 5 0-16,-4 6 0 0,-4-1-2 15,-5-8 2-15,0-7 0 16,0-5 0-16,-8-10 2 15,-7-8-2-15,1-7-1 16,-1-11-1-16,-3-5 2 16,5 0 0-16,-1-9-1 15,8-13 1-15,6-17-1 16,0-10-5-16,27-6-2 16,20-8-9-16,13-2-9 15,9 1-14-15,0 6-32 16,-3 5-44-16,-8 14 45 0,-12 13 71 15,-11 7 25 1,-13 10-6-16,-9 3 25 0,-8 6-13 16,-5 0-24-16,0 0-7 15,0 2 1-15,0 10 1 16,0 6 8-16,-5-4-3 16,-1 0 2-16,-1-1 4 15,3-4-10-15,4-1-1 16,-3-6 1-16,3 0-3 15,0-2 0-15,0 0 1 16,0 0-1-16,0 0 1 16,0 0-1-16,0 0 4 15,0 0-1-15,-2 0 12 16,-5-9-11-16,-1 2-3 0,-6 2-1 16,-3 5-2-16,-6 0 2 15,-4 0 0-15,-2 23 0 16,0 7 0-16,2 4 2 15,8 2-2-15,6 5 0 16,8-4 0-16,5-2 0 16,0-9 1-16,16-8-1 15,21-8 0-15,16-10 2 16,21 0-4-16,11-31-10 16,2-19-103-16,-9-16-378 15</inkml:trace>
  <inkml:trace contextRef="#ctx0" brushRef="#br0" timeOffset="74286.78">2202 13774 899 0,'0'0'79'15,"0"0"-63"-15,0 0-5 16,0 0-9-16,0 0 1 16,-114 126 8-16,101-69-4 15,6-1-5-15,2 0 1 16,5 0-2-16,0-1 0 15,0-2 2-15,0-5-3 16,0-6 0-16,0-8 1 16,0-8 0-16,0-8-1 15,5-6-2-15,4-3-3 0,-1-6-7 16,6-3 3 0,1 0 4-16,2 0 3 0,2-10 2 15,0-10 0-15,1-6 0 16,-1-1 3-16,-1 1-3 15,-5-1 6-15,-3 8 0 16,-8 0 1-16,-2 9 18 16,0 0-21-16,0 5 4 15,0 4 10-15,0-1-3 16,0 2-8-16,0 0-6 16,0 0-1-16,0 0-5 15,0 16 5-15,0 6-1 16,-5 6 0-16,-2 4 2 0,3 2-2 15,2-6 1 1,2 2 0-16,0-7 1 0,0-5-1 16,20-6 1-16,4-7-2 15,8-5 1-15,1 0 0 16,3-5 1-16,-1-22 1 16,-1-3-2-16,-5-2 0 15,-9-3 4-15,-6 4 1 16,-6 9-2-16,-1 8 4 15,-5 6 10-15,-2 6 5 16,0 2-6-16,0 0-15 16,0 0-1-16,0 10-11 15,0 12 9-15,0 9 1 16,5-2 1-16,-1-3-2 0,5-5-3 16,0-5-6-16,2 0-4 15,2 2-2-15,3-1-7 16,-1 0 21-16,-1-3-62 15,-3-12-67-15,-7-2-472 16</inkml:trace>
  <inkml:trace contextRef="#ctx0" brushRef="#br0" timeOffset="74510.85">2930 14275 1035 0,'0'0'49'0,"0"0"-7"16,0 0 2-16,0 0-7 16,0 0-19-16,0 0-18 15,50-12 0-15,2 0 3 16,11 0 1-16,-1-2-3 16,-6 6-1-16,-11 3-27 15,-7 5-39-15,-11 0-15 16,-9 0-149-16</inkml:trace>
  <inkml:trace contextRef="#ctx0" brushRef="#br0" timeOffset="74677.23">3138 14548 899 0,'0'0'73'15,"0"0"-24"-15,0 0 15 16,0 0-24-16,0 0-40 15,0 0-2-15,133-44-35 16,-73 28-80-16,-4-6-601 16</inkml:trace>
  <inkml:trace contextRef="#ctx0" brushRef="#br0" timeOffset="75520.22">14201 14200 797 0,'0'0'141'15,"0"0"-85"-15,0 0-15 16,0 0-8-16,0 0-3 16,0 0-7-16,-15-11-16 15,28 5-2-15,20 0-5 16,14 0 0-16,7 1 1 16,-1 5-1-16,-8 0-6 15,-12 11-43-15,-12 17-34 16,-21 6-125-16,-6 2-183 0</inkml:trace>
  <inkml:trace contextRef="#ctx0" brushRef="#br0" timeOffset="75681.58">14148 14610 781 0,'0'0'131'0,"0"0"-105"0,0 0-10 15,0 0 32-15,0 0 1 16,0 0-28-16,51-18-18 15,15 1-3-15,24-4-20 16,19 5-34-16,7-6-146 16,-7-6-496-16</inkml:trace>
  <inkml:trace contextRef="#ctx0" brushRef="#br0" timeOffset="76287.48">15403 14395 843 0,'0'0'120'15,"0"0"-81"-15,0 0-32 16,0 0 9-16,0 0-16 0,0 0-27 15,40-18-112 1,-12 18-212-16</inkml:trace>
  <inkml:trace contextRef="#ctx0" brushRef="#br0" timeOffset="76797.1">15993 14185 850 0,'0'0'41'15,"0"0"14"-15,0 0-12 16,0-106 0-16,0 88-11 16,0 0-15-16,-2 5-12 15,-7 4 3-15,0 1-8 16,0 3 9-16,-4 1-3 0,-6 4-1 16,-2 0-5-16,-7 0-2 15,-2 9-1-15,1 12 3 16,-4 6-2-16,4-1 4 15,8 2 0-15,8-1-2 16,8 2-2-16,5 0 2 16,0-8 0-16,23-1 0 15,10-3 0-15,6-10 0 16,1-2-14-16,-3-5 8 16,-6 0-3-16,-6 0 0 15,-5-17 9-15,-8 3 1 16,2-6 0-16,-4 6 2 15,-6 4 11-15,-2 4 0 0,-2 4 7 16,0 2-6 0,0 0-10-16,3 0-5 0,-3 0-6 15,2 22 1-15,-2 10 5 16,2 6 2-16,-2 6-2 16,0 0 0-16,0 2 1 15,0 0 0-15,0 7 0 16,0 1-2-16,0 6-1 15,-9 0-36-15,-7-14-74 16,1-20-311-16</inkml:trace>
  <inkml:trace contextRef="#ctx0" brushRef="#br0" timeOffset="77599.4">16720 14359 749 0,'0'0'120'0,"0"0"-64"15,0 0 3-15,0 0-4 0,0 0-10 16,0 0-3 0,-36-43-19-16,36 43-10 0,0-5 8 15,0 5 5-15,0 0-10 16,1-4-2-16,38-6-5 16,22-3-4-16,25-6-4 15,12-1 2-15,8 0 0 16,3 2-3-16,-5 0 1 15,-8 6 0-15,-15 1 0 16,-31 8-1-16,-23 3-2 16,-17 0-7-16,-10 0-57 15,-21 10-18-15,-26 2-73 16,-10-6-426-16</inkml:trace>
  <inkml:trace contextRef="#ctx0" brushRef="#br0" timeOffset="77784.28">17278 14127 892 0,'0'0'105'15,"0"0"-38"-15,0 0-32 16,0 0-7-16,0 0 0 16,0 0-22-16,0 36-5 15,0 18-1-15,0 8 0 16,0 10-2-16,-11 13-49 15,-9-9-37-15,-21-13-338 16</inkml:trace>
  <inkml:trace contextRef="#ctx0" brushRef="#br0" timeOffset="85767.59">18201 14079 337 0,'0'0'70'16,"0"0"-23"-16,0 0-41 15,0 0-6-15,0 0-23 16,0 0-90-16,0 0 0 15</inkml:trace>
  <inkml:trace contextRef="#ctx0" brushRef="#br0" timeOffset="86898.57">15039 14187 214 0,'0'0'129'0,"0"0"-9"0,0 0-37 16,0 0 71-16,0 0-35 15,0 0-49-15,-24-28-29 16,21 28-12-16,3 0-4 16,0 0 1-16,0 0-8 15,-3 0-14-15,3 0-2 16,0 0-2-16,0 6-2 16,0 14 2-16,0 7 2 15,0 2-1-15,0 5 6 16,0-5-7-16,-1 4 1 15,-1 4-4-15,-5 2 4 0,4 2-1 16,-1 2 1-16,0 0 0 16,2 1-1-16,-1 0 0 15,1-4 0-15,2-4 0 16,-4-8 0-16,2-6 0 16,0-6-17-16,2-2-11 15,0-3-20-15,0-4-60 16,23-7-69-16,16 0-118 15</inkml:trace>
  <inkml:trace contextRef="#ctx0" brushRef="#br0" timeOffset="97248.95">18389 14316 1 0,'0'0'50'0,"0"0"-9"15,0 0 33-15,0 0-5 16,0 0-15-16,0 0 17 16,0 0 14-16,56-77-49 0,-54 67 36 15,-2 2 47-15,0 4-92 16,0-1 11 0,0 5-21-16,0 0-11 0,0 0 9 15,0 0 4-15,0-3 1 16,0 1 16-16,0 0-3 15,0 0 0-15,0 2-8 16,0-3 6-16,0 3-14 16,0 0 2-16,0 0-12 15,0 0-1-15,0 0 2 16,-2 0-8-16,-1 0 1 0,0 0-1 16,-6 0 0-1,-3 9 0-15,-3 5 0 0,-6 4 1 16,7 2-1-16,-2 3 0 15,3-3 0-15,-1 1 1 16,3 1-1-16,-2 5 0 16,4-6 0-16,-2 7 0 15,1-1 0-15,6-1 0 16,2-2 0-16,0-2 1 16,2-1-1-16,0 0 0 15,0-3 0-15,0-2 0 16,0 0 1-16,6-6-1 15,1-1-1-15,2-6-2 16,2-1 3-16,5 0 1 16,6-2 1-16,6 0 3 0,-1-7-4 15,2-10 3 1,0-7 1-16,-4 2 5 0,4-10-9 16,-4 6 5-16,-9-1-1 15,1 0-3-15,-4 1 11 16,-5 2 4-16,-5-1-14 15,-3 1-3-15,0 4 7 16,0 0-5-16,-7 2-2 16,-6 1 0-16,3 3-1 15,-4 5-13-15,-2 6 2 16,1 3-13-16,-3 0-19 16,0 0-38-16,5 17-90 0,6 1-114 15,7 0-155-15</inkml:trace>
  <inkml:trace contextRef="#ctx0" brushRef="#br0" timeOffset="97640.99">18774 14408 685 0,'0'0'150'0,"0"0"-94"15,0 0 4-15,0 0-25 16,0 0-18-16,0 0-13 15,0 0-2-15,0 0-1 16,0 1-1-16,0 3 0 16,0 1 0-16,0 0 0 15,0 2 2-15,0 2-2 0,0-2 1 16,0 1 0-16,0-7-1 16,0 2 0-16,0-3 0 15,0 0 3-15,0 0-3 16,0 0 4-16,0 0 25 15,0 0 5-15,4-4-6 16,1-9-14-16,2 2-14 16,-1 4 1-16,-4 2 4 15,-2 0-5-15,2 1-1 16,-2 3 1-16,0-2 2 0,2 3-2 16,-2 0-19-1,0 0-22-15,0 8-54 0,0 6-67 16,-6 3-159-16</inkml:trace>
  <inkml:trace contextRef="#ctx0" brushRef="#br0" timeOffset="98836.06">19265 14200 141 0,'0'0'193'0,"0"0"-86"0,0 0-17 15,0 0 34-15,0 0-57 16,0 0-27-16,0-9-7 15,0 9-18-15,0 0 0 16,0 0 0-16,0 0-10 16,0 0-4-16,0 0 3 15,0 0-1-15,0 0-3 16,0 0 6-16,0 0-4 16,0 0-1-16,0 0 2 15,0 0-3-15,0 0 1 0,0 0 2 16,0 0-3-16,0 0 0 15,0 0-1-15,0 0 1 16,0 0-2-16,0 0-45 16,0 9 0-16,0 8-84 15,-9-5-42-15,-4-2-217 16</inkml:trace>
  <inkml:trace contextRef="#ctx0" brushRef="#br0" timeOffset="100362.96">18376 14444 76 0,'0'0'179'0,"0"0"-142"16,0 0 35-16,0 0 16 16,0 0 6-16,0 0 30 15,25-39-62-15,-23 34-30 0,-2 2 24 16,0 1-15-16,0 2-12 15,0 0-17-15,0 0-1 16,0 0-8-16,0 0-2 16,0 0-1-16,-18 2 1 15,-9 14-1-15,-2 8 1 16,0 3-1-16,2 3 0 16,4 0 0-16,0 0-1 15,7-2 1-15,5-3 1 16,7-6-1-16,4-7-2 15,0-5-8-15,5-7 6 16,25 0 4-16,12-3 2 16,12-23-2-16,1-6 1 0,2 0-1 15,-6-4 1-15,-13 2 1 16,-9 6-1-16,-14-3-1 16,-5 12 7-16,-10 3 0 15,0 7 0-15,0 7 5 16,0 2 1-16,-6 0-10 15,-15 0 0-15,-6 6-3 16,-2 15 0-16,-4 5-1 16,6-1 1-16,4 5 1 15,1-3-1-15,13-5-2 16,6-4-4-16,3-4-11 16,0-5 15-16,14 0 0 0,6-9 2 15,11 0 2 1,7-9-1-16,0-14 4 0,2-7 2 15,-6 2 2-15,-12-7-4 16,-9 8-3-16,-8 4-2 16,-5 5 3-16,0 6 0 15,0 7-1-15,0-2-2 16,-7 7-8-16,-8 0-37 16,-5 2-202-16,5 8-69 15</inkml:trace>
  <inkml:trace contextRef="#ctx0" brushRef="#br0" timeOffset="101613.08">20249 14337 226 0,'0'0'152'0,"0"0"-37"15,0 0-46-15,0 0 85 16,0 0-64-16,0 0-18 15,0-53-26-15,0 50-1 16,0 3-12-16,-5 0-11 16,-12 0-14-16,-12 0-3 15,-11 3-3-15,-5 17 0 16,3-3-2-16,10-1 0 16,8 4-1-16,4 0 1 15,9 3 1-15,-3 2-1 0,7 4 0 16,2 0 0-16,2 4 0 15,3-1 0-15,0-2 1 16,3 2 0-16,13-6-2 16,-2-6-1-16,-4-2 2 15,3-6 0-15,-3-7 0 16,6-2-6-16,4-3 6 16,7 0 4-16,2-15-2 15,0-12-2-15,-4-1 3 16,-2-4 4-16,0-2 10 15,-1 0-10-15,-1-2 0 16,-4 3-3-16,-3 1-1 16,-5 4-2-16,-7 10-1 0,-2-2 2 15,0 8-2 1,0 9-16-16,-31 3-45 0,-9 0-150 16,-12 0-463-16</inkml:trace>
  <inkml:trace contextRef="#ctx0" brushRef="#br0" timeOffset="104299.78">19616 14297 182 0,'0'0'398'16,"0"0"-170"-16,0 0-131 15,0 0-24-15,0 0-12 16,0 0-35-16,0-22-15 16,0 22-6-16,0 0-5 15,0 0 0-15,0 9 0 0,0 14 1 16,-7 7-1 0,-6 7 1-16,-7 2 0 0,1 12-1 15,-3 9 1-15,0 3 0 16,-3 0-1-16,4 1-6 15,-2-8-31-15,1-5-37 16,6-11-83-16,6-14-186 16</inkml:trace>
  <inkml:trace contextRef="#ctx0" brushRef="#br0" timeOffset="105396.92">20686 14436 141 0,'0'0'78'0,"0"0"-23"15,0 0-12-15,0 0-8 16,0 0 11-16,0 0-12 0,2-9-16 16,-2 7 13-1,0 0 0-15,0 2-4 0,0-1-11 16,0 1 40-16,0 0-3 16,0-2-21-16,0 2-14 15,0 0 9-15,0 0-12 16,0 0 2-16,0 0-7 15,0 0-6-15,0 0 0 16,-2 0-4-16,-3 0 2 16,1 0-2-16,-3 0 1 15,2 0-1-15,1 0 0 16,-2 0 0-16,-1 0 2 16,-2 7 2-16,-9 5-2 15,-2 3 5-15,-3 7 17 0,0-4 4 16,-1 5-18-16,5 3 0 15,1 1-3-15,2 3-5 16,3-4-1-16,-2 0 6 16,4 1-5-16,-1-6 0 15,3-1 1-15,5 0-3 16,2-3 0-16,-1-2 3 16,3 1-3-16,0-6 1 15,0 3-1-15,3-5 2 16,10-2-2-16,-2-2 1 15,2-4-1-15,1 0 4 16,-1 0 1-16,8 0 17 16,5-18-2-16,6-9 22 15,-1-5-34-15,-5 0-3 0,-8-2 10 16,-4 0-8 0,-3-2-5-16,-7 7 14 0,-2 6-13 15,-2 7-3-15,0 9-9 16,-27 7-73-16,-17 0-215 15</inkml:trace>
  <inkml:trace contextRef="#ctx0" brushRef="#br0" timeOffset="106237.5">20057 14672 116 0,'0'0'109'0,"0"0"-57"16,0 0 34-16,0 0 13 15,0 0-54-15,0 0-24 0,-33-48 93 16,28 44-31-16,3 0-35 15,0 2-4-15,-2 2-23 16,-1 0-11-16,0-4-8 16,1 4 0-16,-1 0-1 15,1 0 1-15,0 0-2 16,2 0 1-16,2 0 0 16,0 0 1-16,0 0-2 15,0 0 0-15,0 0-2 16,0 0 2-16,0 0-3 15,0 0-3-15,0 0 5 16,0 0 1-16,0 0 0 16,0 0 1-16,0 0-1 0,0 0 0 15,0 0 0 1,0 0 0-16,-5 0 0 0,2 0-1 16,1 0 0-16,0 0 1 15,0 0 0-15,0 0 0 16,2 0-1-16,0 0 0 15,-3 0 0-15,-2 0-18 16,-4 6-13-16,6 2-2 16,-5 1-45-16,4-6-14 15,2 3 39-15,0-3 21 16,2 2-16-16,0 1-4 16,0-4 11-16,-2 2-89 0</inkml:trace>
  <inkml:trace contextRef="#ctx0" brushRef="#br0" timeOffset="106496.47">19915 14668 420 0,'0'0'121'0,"-5"0"-21"16,5 0 6-16,-3 0-27 15,3 0-39-15,0 0-14 16,0 0-11-16,-2 0 5 15,2 0 23-15,0 0-11 16,0 0-5-16,0 0 0 16,0 0-12-16,25-10 4 0,13-3-11 15,15-4 5-15,18-4-12 16,23-2-1-16,19 3 0 16,15 4-29-16,0 2-63 15,-12-14-355-15</inkml:trace>
  <inkml:trace contextRef="#ctx0" brushRef="#br0" timeOffset="109775.7">14807 15200 426 0,'0'0'95'0,"0"0"79"15,0 0-40-15,0 0-46 16,0 0-12-16,0 0-23 16,0 0-19-16,-64-85-9 15,64 85-8-15,0-2-9 16,0 2-8-16,4 0-3 16,14 0 3-16,7 0 0 15,8 6-18-15,7 16-20 16,-5 5-48-16,-5-4-161 15,-16-5-385-15</inkml:trace>
  <inkml:trace contextRef="#ctx0" brushRef="#br0" timeOffset="109947.05">14649 15441 771 0,'0'0'67'0,"0"0"-44"0,0 0 15 16,0 0 27-16,0 0-27 15,0 0-25-15,123 0 0 16,-34 0-13-16,13 0-4 16,10 0-56-16,0 0-197 15,-9-15-426-15</inkml:trace>
  <inkml:trace contextRef="#ctx0" brushRef="#br0" timeOffset="110428.83">15926 15204 880 0,'0'0'93'16,"0"0"-62"-16,0 0 5 15,0 0-20-15,0 0-15 16,0 0-1-16,-44-22-15 16,20 22 6-16,-2 0 9 15,6 0-1-15,7 0 2 16,3 0-1-16,4 0 1 15,6-14 15-15,0-3-12 16,8-1-4-16,19 0 3 16,4 8-4-16,2 2 1 15,3 8 0-15,-5 0 1 0,0 16 2 16,-6 18-3-16,-10 13 0 16,-13 7-4-16,-2 3 4 15,-13 1 2-15,-23-3-2 16,-5-7 1-16,-2-10-1 15,-5-8 1-15,6-12 0 16,0-9-1-16,11-5 0 16,9-4 0-16,6 0 1 15,9-8-1-15,7-11 5 16,0 1-5-16,9 0-5 16,18 3 4-16,4 4-8 15,2 8 8-15,6 3-2 16,1 0-10-16,-1 3-10 15,-1 11-35-15,3 0-59 0,-3-2-126 16,1-8-140-16</inkml:trace>
  <inkml:trace contextRef="#ctx0" brushRef="#br0" timeOffset="110579.5">16410 15441 786 0,'0'0'95'0,"0"0"-54"15,0 0 17-15,0 0-44 16,0 0-14-16,0 0-69 16,31-9-42-16,-4 18-24 15,11-4-43-15,13-3-220 0</inkml:trace>
  <inkml:trace contextRef="#ctx0" brushRef="#br0" timeOffset="111013.56">17166 15279 376 0,'0'0'226'0,"0"0"-14"16,22-120-121-16,-22 85-12 16,-24 6-25-16,-5 9-26 15,-5 6-4-15,-3 7-11 16,-4 7-3-16,-1 0-10 16,4 3 3-16,1 19-1 0,5 4-1 15,2 5-1-15,9 1 0 16,7 0-1-16,10-6 1 15,4-2 1-15,0-2 0 16,27-4-1-16,7-6 0 16,6-9 0-16,8-3 0 15,-1 0-3-15,-2-7 3 16,-1-12 0-16,-4-6 1 16,-6 3 0-16,-12 3 1 15,-7 10-2-15,-9 0 7 16,-3 8 12-16,-3 1 8 15,0 0-19-15,0 0-8 16,0 15-9-16,-4 20 9 16,-11 7-1-16,-1 6 4 15,-1 1-2-15,6-3-1 0,3 1 0 16,-1 1-2-16,-2-2 0 16,-1 4-6-16,4-1-20 15,6-6-21-15,2-2-51 16,0-15-179-16</inkml:trace>
  <inkml:trace contextRef="#ctx0" brushRef="#br0" timeOffset="111175.51">17672 15566 958 0,'0'0'74'16,"0"0"-23"-16,0 0-20 15,0 0-31-15,0 0-36 16,0 0-107-16,34-18-672 16</inkml:trace>
  <inkml:trace contextRef="#ctx0" brushRef="#br0" timeOffset="120178.6">17619 15703 276 0,'0'0'107'15,"0"0"-32"-15,0 0 25 16,0 0 8-16,0 0-26 16,0 0-8-16,0 0-21 0,60-70-10 15,-56 66-14 1,-2 0-6-16,0 2 5 0,-2 2-11 15,0 0-3-15,0 0 1 16,0 0-3-16,0 0 1 16,0 0-9-16,0 0 1 15,0 0 0-15,0 0-5 16,0 0-3-16,0 0 3 16,0 0 0-16,0 0 0 15,0 0 0-15,0 2 0 16,0 2 0-16,2 0 4 15,5 0-4-15,9-4 0 16,12 0 4-16,15 0 3 0,29-4 13 16,19-18 2-1,18-14-10-15,9-1-3 0,-4-1-7 16,2 2-1 0,-13 4 4-16,-12 4-2 0,-25 7 1 15,-25 12-1-15,-23 4 6 16,-17 5-8-16,-1 0-1 15,0 0-3-15,0 0-51 16,-26 9-93-16,-16-9-390 16</inkml:trace>
  <inkml:trace contextRef="#ctx0" brushRef="#br0" timeOffset="121306.19">20431 14480 161 0,'0'0'167'16,"0"0"-99"-16,0 0-18 0,0 0 17 15,0 0 28-15,0 0-22 16,0 0-27-16,0 0 0 16,0 0 3-16,0 0-18 15,0 0-18-15,0 0-10 16,0 0 0-16,0 0-2 15,0 0-1-15,0 0-3 16,0 0-27-16,9 5-84 16,0 0-126-16</inkml:trace>
  <inkml:trace contextRef="#ctx0" brushRef="#br0" timeOffset="121545.64">20119 14618 233 0,'0'0'316'16,"0"0"-298"-16,0 0 7 15,0 0 24-15,0 0-4 16,130-17-41-16,-57 16-4 15,14-1-142-15,11-9-31 16,-6-10-15-16</inkml:trace>
  <inkml:trace contextRef="#ctx0" brushRef="#br0" timeOffset="129312.75">1680 15857 415 0,'0'0'187'0,"0"0"-27"15,0 0-52-15,0 0-27 16,0 0-2-16,-12-104-39 15,12 95 7-15,0 3-13 16,0 3 7-16,0 3-3 16,0 0-14-16,0 0-15 15,0 0-4-15,0 0 0 16,12 0-4-16,13-4 2 0,17 0-3 16,18 0-2-1,15 0 2-15,11 2 5 0,2 2-4 16,-5 0-1-16,-16 0-3 15,-18 18-43-15,-27 5-41 16,-22 9-21-16,-11-6-66 16,-36-5-267-16</inkml:trace>
  <inkml:trace contextRef="#ctx0" brushRef="#br0" timeOffset="129579.34">2003 15869 717 0,'0'0'210'0,"0"0"-173"15,0 0-10-15,0 0 39 16,0 0-11-16,0 0-34 16,-15 0-17-16,15 0-4 0,0 12-2 15,-3 6-1-15,-1 10 3 16,-2 8 0-16,-6 1 0 16,-3 7 1-16,-8 4 0 15,5 2-1-15,-1 2 1 16,-2 3-1-16,8-11-19 15,-1-3-1-15,12-6-8 16,2-3-9-16,0-10-1 16,36-9-73-16,15-8 4 15,16-5-324-15</inkml:trace>
  <inkml:trace contextRef="#ctx0" brushRef="#br0" timeOffset="129819.78">2617 16186 853 0,'0'0'117'0,"0"0"-47"15,0 0 5-15,0 0-13 16,0 0-1-16,0 0-35 16,-19-30-17-16,19 30-5 15,0 0 1-15,0-2-5 16,12 2-1-16,16 0-3 15,11 0 2-15,9 0 0 16,2 11-18-16,-4 6-38 0,-8 9-30 16,-20-4-15-16,-18 0-377 15</inkml:trace>
  <inkml:trace contextRef="#ctx0" brushRef="#br0" timeOffset="129997.59">2563 16481 800 0,'0'0'151'0,"0"0"-111"16,0 0 21-16,0 0 7 15,0 0-35-15,0 0-33 16,143-36-1-16,-48 24-22 0,8 2-34 16,2-9-98-16,-9-2-727 15</inkml:trace>
  <inkml:trace contextRef="#ctx0" brushRef="#br0" timeOffset="130579.89">4212 15507 198 0,'0'0'638'0,"0"0"-548"0,0 0-47 16,0 0-10-16,0 0 2 16,0 0-14-16,-15-8-18 15,15 8-2-15,0 9-1 16,0 12 3-16,-2 7-3 16,-7-1 0-16,2 9 9 15,-5 3-8-15,1 2-1 16,-2-3 5-16,-4 5-2 15,1 5 1-15,-2-3-2 16,-2-4-2-16,2 1-7 0,5-5-28 16,8-2-17-1,5-12-91-15,7-13-275 0</inkml:trace>
  <inkml:trace contextRef="#ctx0" brushRef="#br0" timeOffset="130727.58">4567 15954 780 0,'0'0'118'0,"0"0"-65"15,0 0-33-15,0 0-20 16,0 0-38-16,0 0-51 0,-110 49-368 16</inkml:trace>
  <inkml:trace contextRef="#ctx0" brushRef="#br0" timeOffset="131028.93">3381 16307 625 0,'0'0'195'16,"0"0"-98"-16,0 0-46 15,0 0-1-15,0 0-10 16,0 0-24-16,27-23-5 16,21 15 1-16,26-2 8 0,26-7-1 15,29-2-9-15,17-3-5 16,12 5-4-16,-5-2-1 16,-8 7-2-16,-20 8-5 15,-29 4-23-15,-36 0-27 16,-40 16-39-16,-20 3-310 15</inkml:trace>
  <inkml:trace contextRef="#ctx0" brushRef="#br0" timeOffset="131278.74">3697 16495 863 0,'0'0'121'0,"0"0"-41"15,0 0-28-15,0 0 1 16,0 0-20-16,0 0-30 16,-13-18-3-16,13 28-9 15,-2 23 6-15,-12 8 3 16,-5 13 0-16,-6 1-10 16,-2 6-16-16,0-2-12 15,5-5-6-15,4-3-14 16,4-5-44-16,8-19-178 15,6-15-329-15</inkml:trace>
  <inkml:trace contextRef="#ctx0" brushRef="#br0" timeOffset="131829.16">3907 16665 763 0,'0'0'164'15,"0"0"-72"-15,0 0-53 16,0 0-26-16,0 0-10 15,0 0-2-15,-34 75 2 16,19-31-5-16,2-3 4 16,12-4-1-16,1-4 1 15,0-8 1-15,1-4-3 16,14-12-1-16,-4-1-9 0,0-8 9 16,-4 0-2-16,2 0 3 15,0-17 1-15,-1-6 2 16,0-7-2-16,-8 2-1 15,0 2 2-15,0 0 3 16,0 4 3-16,0 3 0 16,2 1 0-16,9 0 2 15,9 1-7-15,5 7-2 16,1-3 0-16,3 9-1 16,-5 4-5-16,-1 0 4 15,-5 0 0-15,-5 12 0 16,-4 12-7-16,-7 6 6 15,-2 7-1-15,0 3 3 0,0-1 1 16,-15-2 1 0,1-7-2-16,4-5 0 0,9-6 1 15,1-9 0-15,0-1 1 16,0-4-2-16,0-1-1 16,9-4 1-16,11 0 2 15,9-18 3-15,9-14 2 16,-1-6-5-16,-2-4 2 15,-14 1-4-15,-9 2 2 16,-11 8-8-16,-1 9 2 16,0 13-1-16,-3 9-43 15,-9 0-94-15,7 8-286 16</inkml:trace>
  <inkml:trace contextRef="#ctx0" brushRef="#br0" timeOffset="132077.66">4816 16736 925 0,'0'0'122'0,"0"0"-31"15,0 0-15-15,0 0-19 16,0 0-27-16,0 0-30 16,-2-32 0-16,-4 49-11 15,-6 20 9-15,-3 3 0 16,-7 4 2-16,0 2-15 15,-3-5-3-15,-2 3-2 0,-2-9-21 16,-2-5-1-16,2-6-15 16,-2-7-3-16,4-7-61 15,6-10-297-15</inkml:trace>
  <inkml:trace contextRef="#ctx0" brushRef="#br0" timeOffset="132296.41">4591 16772 922 0,'0'0'94'16,"0"0"-43"-16,0 0-3 15,0 0-13-15,0 0-27 16,0 0-8-16,30 12 0 0,7 15 2 16,7 6-2-1,8 6-2-15,-1-4-17 0,0 1-9 16,1 0-11-16,-3-6-30 15,-9-10-7-15,-7-8-214 16,-10-12-274-16</inkml:trace>
  <inkml:trace contextRef="#ctx0" brushRef="#br0" timeOffset="132534.72">5213 16825 768 0,'0'0'142'15,"0"0"-39"-15,0 0-33 16,0 0-3-16,0 0-24 16,0 0-17-16,-15-27-26 0,15 27-3 15,0 0-3 1,0 10 0-16,0 16 6 0,0 6-1 16,-8 8 1-16,-5 4-7 15,-5-4-21-15,1 1-6 16,1-10-20-16,3 3-12 15,0-11-77-15,8-14-196 16</inkml:trace>
  <inkml:trace contextRef="#ctx0" brushRef="#br0" timeOffset="133080.09">5474 16811 824 0,'0'0'124'0,"0"0"-59"16,0 0-18-16,0 0-9 16,0 0-21-16,0 0-16 15,-41 14 1-15,35 3-2 16,2-3 1-16,1-1-1 16,3-4 0-16,0 1 1 15,0 2 1-15,0-6-1 16,0 3-1-16,0-4 2 15,-4 4-2-15,2-6 0 16,2 1-4-16,0 1 9 0,0-5-4 16,0 0-1-16,0 9 0 15,-2-1-1-15,-3 2 1 16,-2 9 1-16,-2-2 0 16,1 5-1-16,-4-3 0 15,6 2 0-15,-1-3 0 16,5 1 0-16,2-7 1 15,0-3-1-15,0 0-4 16,2-5-7-16,9-4 8 16,7 0 3-16,11 0-4 15,0-4 9-15,7-18-5 16,-1 0 2-16,-6-1-1 0,-2-5 2 16,-9 6-1-1,-7 0 0-15,-5 4 2 0,-3 0 8 16,-3 1-3-16,0 5-2 15,-3-2-3-15,-19 1-4 16,-2 6-19-16,-12 4-22 16,-2 3-33-16,3 0-131 15,1-4-436-15</inkml:trace>
  <inkml:trace contextRef="#ctx0" brushRef="#br0" timeOffset="133529">5674 16332 688 0,'0'0'193'16,"0"0"-113"-16,0 0-24 15,0 0-3-15,0 0-5 16,0 0-21-16,-37-70-17 16,32 70-9-16,-6 4-2 15,-8 20-5-15,-7 15 6 0,-3 7 1 16,2-6-1 0,8 4 1-16,0-4-2 0,5 4 1 15,7-4 0-15,4-4 0 16,3 1 1-1,0-11-1-15,18-4 1 0,7-8-2 16,2-11 2-16,-1-1 0 16,1-2-1-16,-3 0 3 15,-8-14-2-15,0-9 4 16,-14 0-1-16,-2-3-2 16,-18 4-2-16,-31 5-16 15,-13-2-19-15,-7 11-13 16,9 3-12-16,12 5-51 15,16 0-207-15</inkml:trace>
  <inkml:trace contextRef="#ctx0" brushRef="#br0" timeOffset="133787.54">6199 16058 952 0,'0'0'96'15,"0"0"-42"-15,0 0 2 16,0 0-4-16,0 0-24 0,0 0-28 16,6-14-6-1,23 14 4-15,12 0 0 0,14 8-7 16,3 6-30-16,-2 7-14 15,-14 4-13-15,-20-4-143 16</inkml:trace>
  <inkml:trace contextRef="#ctx0" brushRef="#br0" timeOffset="133945.91">6139 16462 924 0,'0'0'93'15,"0"0"-38"-15,0 0 5 0,0 0-27 16,0 0-33 0,0 0-9-16,160 0-61 0,-113-3-248 15</inkml:trace>
  <inkml:trace contextRef="#ctx0" brushRef="#br0" timeOffset="138218.6">7178 16052 813 0,'0'0'156'16,"0"0"-73"-16,0 0-22 15,0 0 3-15,0 0-15 16,0 0-23-16,0 0-22 15,-12-30-4-15,12 30-1 16,0 0 0-16,0 0-7 16,0 0-35-16,2 0-26 15,8 12-6-15,2 6 7 16,2-8-183-16,5-6-292 0</inkml:trace>
  <inkml:trace contextRef="#ctx0" brushRef="#br0" timeOffset="138645.41">7748 15877 826 0,'0'0'143'0,"0"0"-71"16,0 0-22-16,0 0-22 15,0 0-13-15,0 0-15 16,-29 0-1-16,15 24 1 15,1 7 2-15,-1-6-2 16,1 8 0-16,2-7 0 0,0 6 0 16,0 0 0-16,2 1 1 15,0-1 0-15,4 0-1 16,3-5 0-16,2-5 0 16,0-4-1-16,0-4 0 15,16-6-5-15,1-8 5 16,8 0 2-16,9-4-1 15,3-28 3-15,4-7-1 16,-1 0 2-16,-7-3-3 16,-10 7 3-16,-10-2-4 15,-9 11 3-15,-4 0-2 16,0 8-1-16,-9 4 0 16,-11 10-14-16,-4 4-18 15,-2 0-21-15,9 5-21 16,13 8-127-16,4-8-316 0</inkml:trace>
  <inkml:trace contextRef="#ctx0" brushRef="#br0" timeOffset="138880.84">8273 15897 846 0,'0'0'161'0,"0"0"-78"16,0 0-27-1,0 0-9-15,0 0-38 0,0 0-9 16,-8-6-4-16,8 24 4 16,0 9-2-16,0 0 2 15,0 8 0-15,0 1-12 16,0 5-20-16,0 4-1 16,0 3-27-16,-13-2-8 15,8-2-119-15,3-14-217 16</inkml:trace>
  <inkml:trace contextRef="#ctx0" brushRef="#br0" timeOffset="140030.93">9615 15865 714 0,'0'0'166'15,"0"0"-92"-15,0 0-32 16,0 0-11-16,0 0 0 16,0 0-18-16,-41-32-10 15,20 35-3-15,-5 12 0 16,-2 8 1-16,5-2 0 16,2-1-1-16,5 1 0 15,3-2-1-15,4 2 0 16,5-3 1-16,4 0-1 15,0-4-1-15,0 4 2 16,22 0-1-16,7-2 1 0,14 4 0 16,5-2 1-16,4-1 1 15,-6 0-2-15,-7-2 0 16,-15-6-1-16,-15 3-5 16,-9 2-21-16,-29 4-4 15,-35 4 28-15,-20-4-52 16,-4 0-86-16,10-10-30 15,22-4-32-15</inkml:trace>
  <inkml:trace contextRef="#ctx0" brushRef="#br0" timeOffset="148997.18">8610 16311 31 0,'0'0'58'0,"0"0"3"16,0 0-13-16,0 0 5 15,0 0-15-15,0 0 4 16,0-4-17-16,0 4 7 0,0 0-12 16,0-5 4-16,0 1-2 15,0-1-2-15,0 2 9 16,0 1-4-16,0 2 24 15,-2-4 10-15,0 4-14 16,2-3-7-16,-2 3 6 16,2 0-2-16,0-5-3 15,0 5-11-15,0 0-6 16,0 0 0-16,0 0 2 16,-2 0-13-16,2 0 6 15,0 0 0-15,0 0-4 16,-3 0 1-16,3 0-10 15,-2 0-2-15,2 0 1 0,0 0-2 16,0 0 2-16,0 0-2 16,0 0 1-16,0 0-4 15,0 0 4-15,0 0 0 16,0-6 2-16,11-10 7 16,18-8 18-16,13-10-7 15,12-6-13-15,-3 0-9 16,-1-1 9-16,-2 2-8 15,-10 1 0-15,-3 3 1 16,-12 8-2-16,-7 0 15 16,-10 13-1-16,-6 2-3 15,0 8 6-15,0 4-5 16,0 0-6-16,0 0-6 0,0 0-1 16,0 0-3-1,0 0 2-15,-4 4-3 0,-4 12 4 16,-5 5-4-16,5-4 4 15,0 3 1-15,0 1-1 16,6-1 1-16,0 4-2 16,2-2 0-16,0 0 2 15,0-4-4-15,2-8-4 16,8 2-3-16,2-8 9 16,1-4-9-16,3 0 11 15,7 0-4-15,4-23 4 16,4 2 4-16,-2-5-3 15,-9 3-1-15,-4 9 2 16,-8 1-2-16,-6 4 2 0,-2 6 10 16,0 3 3-16,0 0-4 15,0 0-11-15,0 0-3 16,0 0 2-16,5 25-15 16,0 24 0-16,4 19-19 15,-1 6-77-15</inkml:trace>
  <inkml:trace contextRef="#ctx0" brushRef="#br0" timeOffset="150171.51">10382 16211 587 0,'0'0'199'0,"0"0"-104"16,0 0-26-16,0 0-14 16,0 0-10-16,0 0-20 15,-13-7-6-15,13 7-15 16,0 0 13-16,0 0-15 16,0 0 3-16,2 0-9 15,17 0 4-15,10 0 0 16,6 0-5-16,7 14 4 15,-7 8-47-15,-8 4-13 16,-13-2-49-16,-12 6-220 16</inkml:trace>
  <inkml:trace contextRef="#ctx0" brushRef="#br0" timeOffset="150361.07">10323 16557 461 0,'0'0'194'0,"0"0"-54"15,0 0-41-15,0 0-10 16,0 0-35-16,0 0-36 16,48-8-15-16,10 2-3 15,11-2 0-15,10 4-26 16,-2 2-40-16,-15-2-173 16,-10-8-374-16</inkml:trace>
  <inkml:trace contextRef="#ctx0" brushRef="#br0" timeOffset="151594.97">11147 16026 327 0,'0'0'76'15,"0"0"2"-15,0 0 49 0,0 0-10 16,0 0-84 0,0 0 18-16,-11-14-7 0,9 14-8 15,2 0 4-15,0 0-15 16,-3 0-10-16,3 0-4 15,-2 0-2-15,2 0 4 16,0 0-7-16,0 0-4 16,-2 0 3-16,2 0-4 15,-3 4 1-15,0 9 1 16,0 2-2-16,1 3-1 16,2 0 2-16,0 0-1 15,0 4 0-15,0 3 0 16,0 4 0-16,0 1 0 15,0 3-1-15,0 0 1 0,-2 4-1 16,-7-1-3-16,-2 4-14 16,-5-4-23-16,1-5-86 15,-5-4-30-15,8-9-138 16</inkml:trace>
  <inkml:trace contextRef="#ctx0" brushRef="#br0" timeOffset="152062.57">11472 16106 760 0,'0'0'110'0,"0"0"-68"0,0 0 6 16,0 0-17-16,0 0-8 15,0 0-19-15,-37 6-2 16,21 18-1-16,-4 5 2 16,2 6-3-16,2 0 1 15,3 0 1-15,4-3-1 16,1-5-1-16,3-8 1 16,0 3-2-16,5-4 1 15,0 3 0-15,0-3 0 16,0-4 0-16,10-5 0 15,10 0 0-15,2-6 0 16,6 2 1-16,4-5-1 0,5 0 2 16,2-5-2-1,-4-10 6-15,-3-5-5 0,-10-3 0 16,-5-3 4-16,-5-6-5 16,-12 2 12-16,0-5 5 15,0-6-4-15,-16 1-6 16,-1 8-5-16,-1 6-2 15,2 12-1-15,7 2-6 16,5 9-24-16,1 3-18 16,3 0-147-16,0 7-334 15</inkml:trace>
  <inkml:trace contextRef="#ctx0" brushRef="#br0" timeOffset="152527.69">11889 16124 784 0,'0'0'137'0,"0"0"-60"0,0 0-16 15,0 0-20-15,0 0 3 16,0 0-43-16,7-40-1 16,-2 40-2-16,6 8-6 15,2 20 8-15,1 2 0 0,-1 6-4 16,-2 4 8-1,-4-8-6-15,-5 3 2 0,0-8 0 16,0-4-1-16,-2-5 3 16,3-9-1-16,-1-4-1 15,0-2 0-15,0-3-1 16,0 0-1-16,-2 0 2 16,2 0-3-16,4 0 3 15,6 0-1-15,13-13 1 16,4-6 2-16,2-7 0 15,-5 4-2-15,-5 5 1 16,-7 2-1-16,-6 7 1 16,-3 8 2-16,-5 0 2 15,2 0-2-15,-2 0-3 16,7 0-3-16,2 0-1 16,5 18 3-16,6 13-1 15,4 1-13-15,-8-1-36 0,-1 8-5 16,-6-7-77-16,-5-11-229 15</inkml:trace>
  <inkml:trace contextRef="#ctx0" brushRef="#br0" timeOffset="152994.88">12786 16062 703 0,'0'0'202'15,"0"0"-100"-15,0 0-36 16,0 0-33-16,0 0-8 16,0 0-25-16,-33-28 0 15,1 42 0-15,-2 4 3 16,1 3-2-16,6 2-2 16,7-5 2-16,7 4-2 15,2-4-2-15,4 0-5 16,3-4 2-16,2 0 0 15,2 2 2-15,0-6-2 16,0 8 1-16,17-6-2 16,8-1 7-16,8 1 2 15,2 2 0-15,-1-5-2 16,-3 4 1-16,-4 1-1 16,-9-1 0-16,-5 1 0 15,-3 4 0-15,-8 3-3 16,-2-3 0-16,0 0-4 0,-5-1 1 15,-17 2 6-15,-7-9 1 16,0-2-1-16,-2-8 0 16,2 0 2-16,-1 0-1 15,8 0-1-15,7-14 2 16,6 2-2-16,9 1-5 16,0-4-31-16,0 1-209 15</inkml:trace>
  <inkml:trace contextRef="#ctx0" brushRef="#br0" timeOffset="154518.54">13991 16637 301 0,'0'0'0'0,"0"0"-38"16,0 0-13-16,0 0-81 15</inkml:trace>
  <inkml:trace contextRef="#ctx0" brushRef="#br0" timeOffset="156029.51">14485 16682 602 0,'0'0'131'16,"0"0"-35"-16,0 0-35 16,0 0-6-16,0 0-19 15,0 0-13-15,0-35-19 16,-6 35-3-16,-6 0-1 15,-2 0 5-15,-6 0-4 16,0 0-1-16,0 0 3 0,6 0-3 16,2 0 1-16,7 0 1 15,-1 0-1-15,6-2 3 16,0-14 5-16,0-1-4 16,11-2-5-16,13-3 2 15,1 8-1-15,1 0 3 16,-2 2-5-16,-3 8 3 15,-8 4-4-15,3 0 2 16,-1 13-1-16,1 13 1 16,-1 6-3-16,-3 11 3 15,-8 7 0-15,-4 3 0 0,0-3 3 16,-12 0-1 0,-11-6-2-16,-14-8 1 15,-2-2-1-15,-1-12 0 16,-3-3 0-16,5-10-1 0,2-5-1 15,12-4 2 1,5 0-4-16,4 0 4 0,9-4-2 16,4-5-13-16,2-3 8 15,0-2-4-15,0 2-9 16,17 5 11-16,3 3 5 16,5 4-1-16,0 0-2 15,0 0-8-15,5 14 5 16,3 2-15-16,4 3-66 15,2-10-111-15,5 3-165 0</inkml:trace>
  <inkml:trace contextRef="#ctx0" brushRef="#br0" timeOffset="156191.64">14979 16895 639 0,'0'0'206'15,"0"0"-157"-15,0 0-31 16,0 0-18-16,0 0-24 16,0 0-114-16,127-17-162 15</inkml:trace>
  <inkml:trace contextRef="#ctx0" brushRef="#br0" timeOffset="156611.87">15517 16709 466 0,'0'0'223'0,"0"0"-41"16,0 0-93-16,0 0 8 16,-23-111-37-16,17 100-51 15,-4 10-6-15,-1 1-3 16,-13 0-3-16,-10 15 3 16,3 8-1-16,3-2 1 15,16 7-4-15,8-2-21 16,0-2 25-16,4 2 3 15,0-8-3-15,4-1-2 16,11-7 0-16,3-6 0 0,2-4 2 16,7 0 0-16,4 0 3 15,4-14-1-15,0-7 1 16,-10 3-2-16,-4 4 4 16,-11 4 7-16,-2 7-11 15,-6-1 9-15,-2 4-4 16,0 0-6-16,2 9-8 15,3 17 2-15,-3 15 5 16,2-1 1-16,-2 8 0 16,-2-2 0-16,0-2 0 15,0 0-5-15,0-4-18 0,0-3-20 16,7-6-15 0,13-9-121-16,8-13-197 0</inkml:trace>
  <inkml:trace contextRef="#ctx0" brushRef="#br0" timeOffset="156866.53">16465 16663 911 0,'0'0'95'0,"0"0"-35"15,0 0-3-15,0 0-43 0,0 0-14 16,0 0 1-1,-115 41-1-15,77 4 0 0,3 8 4 16,6-7-10-16,4 1 2 16,2-6 3-16,7-4-16 15,5-6-7-15,1-4-2 16,-1-10-12-16,-3-3-47 16,3-6-85-16,-3-8-220 15</inkml:trace>
  <inkml:trace contextRef="#ctx0" brushRef="#br0" timeOffset="157074.03">16069 16758 664 0,'0'0'171'0,"0"0"-70"16,0 0-71-16,0 0-17 15,0 0-11-15,0 0 0 16,78 76 2-16,-31-32 4 15,9 2-6-15,6-2-2 16,7 0-5-16,2-4-12 16,1-8-45-16,-5-5-203 15,-9-18-96-15</inkml:trace>
  <inkml:trace contextRef="#ctx0" brushRef="#br0" timeOffset="157321.88">16883 16784 696 0,'0'0'200'0,"0"0"-102"15,0 0-42-15,0 0-7 16,0 0-27-16,0 0-22 16,-22-21-3-16,22 52 3 15,0 5 0-15,0 3 0 16,4 7 0-16,0-7 1 15,1 1-1-15,-3 0-16 16,-2-4-12-16,2-3-4 16,-2-3-19-16,7-12-80 0,6-8-216 15</inkml:trace>
  <inkml:trace contextRef="#ctx0" brushRef="#br0" timeOffset="157644.77">17326 16830 783 0,'0'0'113'15,"0"0"-27"-15,0 0-46 16,0 0-31-16,0 0-3 16,0 0-1-16,-109 70-3 15,98-34 1-15,11 8 0 16,0-4-3-16,4-3 2 15,23-1-3-15,8-14 1 0,8-9 0 16,0-8-1 0,6-5 1-16,-9-9 1 0,-5-19 10 15,-9-11-2-15,-13-6 2 16,-13-3-6-16,-8-1-5 16,-32 0-11-16,-11 5-20 15,-2 8-17-15,6 3-152 16,11 1-486-16</inkml:trace>
  <inkml:trace contextRef="#ctx0" brushRef="#br0" timeOffset="159394.64">11702 16954 56 0,'0'0'54'0,"0"0"-47"15,0 0-7-15,0 0 0 16,0 0-6-16,0 0 2 16,-4-25 3-16,4 20 2 15,0-1 22-15,0 3 36 16,-2 3-4-16,-3-5-10 16,-2 1-13-16,1 4-29 0,-1 0 0 15,5 0 0-15,2 0 0 16,0 0 9-16,0 0 9 15,-3 0 19-15,3 0-9 16,0 0-12-16,-1 0-7 16,1 0 5-16,0 0-1 15,-3 0 7-15,3 0 22 16,-2 0 14-16,2 0 2 16,0 0-18-16,0 0-18 15,0 0-25-15,-3 0-7 16,-1 0-160-16,-3 0-103 15</inkml:trace>
  <inkml:trace contextRef="#ctx0" brushRef="#br0" timeOffset="160044.37">11083 16936 306 0,'0'0'149'0,"0"0"-119"0,0 0 78 15,0 0 21-15,0 0-43 16,0 0-32-16,-27-18-24 16,27 18 6-16,0 0 2 15,0 0-15-15,0 0-3 16,0 0-14-16,0 0 0 15,2 0-3-15,15 0 3 16,6 0 4-16,8 0 0 16,7-3 6-16,9-6-4 15,9 3-3-15,4-2-6 16,3-1 3-16,-8 0-3 0,-13 9-3 16,-8-5 2-16,-14 5-4 15,-5 0 0-15,-5 0-29 16,-8 5-27-16,-2 9-75 15,-10-2-47-15,-19-2-177 16</inkml:trace>
  <inkml:trace contextRef="#ctx0" brushRef="#br0" timeOffset="160277.44">11399 16918 326 0,'0'0'115'15,"0"0"-17"-15,0 0 74 16,0 0-62-16,0 0-54 0,0 0-24 15,0 0 5 1,0 0-1-16,0 0-13 0,-2 0-18 16,0 14-1-16,-3 0-4 15,-2 13 6-15,-2-1 1 16,-4 9-4-16,-4 10 4 16,-2-4-7-16,0 4-22 15,0-1-29-15,6-4-50 16,3-8-83-16,4-11-104 15</inkml:trace>
  <inkml:trace contextRef="#ctx0" brushRef="#br0" timeOffset="160780.61">11542 17253 565 0,'0'0'191'0,"0"0"-86"15,0 0-14-15,0 0-30 16,0 0-30-16,0 0-10 15,-2-44-21-15,-14 44 0 0,3 0 0 16,-5 0 1 0,-1 0-1-16,2 0-1 0,-8 14 1 15,1 4 2-15,1 4-2 16,6-4-3-16,8 0 3 16,9-6-8-16,0-2 6 15,0-2-7-15,6-4 7 16,14-4-2-16,5 0 0 15,4 0 4-15,0-17-1 16,-4 0 0-16,-5 3 2 16,-3-1 3-16,-7 8-4 15,-6 2 4-15,0 0 1 16,-4 5-4-16,3 0-1 0,1 0-1 16,2 10-11-1,4 12 1-15,-1-5-36 0,-1 6-17 16,-1-9-35-16,2 2-77 15,-4-9-66-15</inkml:trace>
  <inkml:trace contextRef="#ctx0" brushRef="#br0" timeOffset="160851.27">11542 17253 325 0</inkml:trace>
  <inkml:trace contextRef="#ctx0" brushRef="#br0" timeOffset="162061.4">11542 17253 325 0,'147'-22'176'0,"-145"18"9"0,-2 0-25 0,0 4-90 0,5 0-47 15,-1 0-20-15,5 4-3 0,2 13 4 16,2 2-3-16,0-1 1 16,1 0-2-16,-1-1 1 15,1-4 1-15,-5-3-2 16,-1-6 1-16,-2 1 3 16,-2-5-3-16,-1 0 3 15,6 0 1-15,1-15 2 16,6-7-7-16,-2 1 17 15,7-2-13-15,-3 0-3 16,2 6-1-16,2 2-6 16,-3 3-12-16,-2 9-15 0,-3 3 12 15,-6 0-25 1,-1 0-21-16,2 8 38 16,-4 6 21-16,-1 2-3 0,0-7 11 15,1 0 1 1,-1-4 1-16,6 0 11 0,-2-1 3 15,10-4-3-15,4 0 10 16,1 0-2-16,-3 0-5 16,-1-9-3-16,-10-8 12 15,-1 3 2-15,-6-1-13 16,-2 8 34-16,0-3-12 16,0 6-15-16,-2-1-9 15,-8 5-3-15,-2 0-9 16,0 0-2-16,-4 14 2 15,4 5 0-15,1-1-1 0,7 3 1 16,4-2-2-16,0-1-4 16,0-2-2-16,0-2 6 15,7-6 0-15,7 2-4 16,3-5 5-16,0-5 2 16,7 0-1-16,-3 0 1 15,0 0 3-15,-5-9-4 16,-3-1 0-16,1-3 2 15,-1-1-2-15,0 2 0 16,-2-1-1-16,-2 3 1 16,-4 1 0-16,4 9-1 15,-1 0 1-15,1 0-10 0,2 0-19 16,1 19-15-16,1-3-1 16,-2-2 19-1,7 0-16-15,2-6 8 0,7-1 19 16,6-7 10-16,5 0 5 15,2 0 2-15,0-11-1 16,-4-7 3-16,-9 4 2 16,-10-2 10-16,-9 2 5 15,-8 4 18-15,0 1 11 16,0 0-13-16,0 5-16 16,0-4-3-16,-6 8-6 15,-3 0-1-15,-1 0-11 16,-2 0-4-16,-3 0 4 15,-1 12 1-15,3 2-1 16,2 4-1-16,4 0 1 0,2-4 1 16,5 3-1-16,0-8-3 15,0-1-5-15,0-5 6 16,0 0-3-16,5-3 3 16,9 0 2-16,6 0 0 15,2-6 2-15,2-6-2 16,-1 2 0-16,-4-2 4 15,-5 3-2-15,-6 0 3 16,-1-2-2-16,-5 4 4 16,-2 2-5-16,0 0 4 15,0 1-4-15,0-1 0 0,0 5 5 16,0 0-6 0,0 0 1-16,0 0-2 0,0 0-5 15,4 9-11-15,-4 15 2 16,0 6 14-16,0 2 0 15,0 3-1-15,0 4 0 16,-6 2-3-16,2-1 1 16,0-3 2-16,-1 4 0 15,-1-11 1-15,-1-4-2 16,-2-9 2-16,-3-10 0 16,-3-7 0-16,-4 0 5 15,-4 0 4-15,-2-14 1 0,5-8 1 16,7-7 2-1,6 0-4-15,7-12-4 0,9-3-5 16,40-6-11-16,15 1-31 16,8-4-142-16</inkml:trace>
  <inkml:trace contextRef="#ctx0" brushRef="#br0" timeOffset="162269.88">13189 17038 778 0,'0'0'120'15,"0"0"-51"-15,0 0-20 0,0 0-18 16,0 0-19-16,0 0-10 16,62-4 1-1,-24 4-2-15,1 0-1 0,-8 6-33 16,-18 11-92-16,-13-4-335 15</inkml:trace>
  <inkml:trace contextRef="#ctx0" brushRef="#br0" timeOffset="162411.69">13131 17325 43 0,'0'0'706'0,"0"0"-602"16,0 0-63-16,0 0-5 15,0 0-36-15,0 0-23 16,125-23-317-16</inkml:trace>
  <inkml:trace contextRef="#ctx0" brushRef="#br0" timeOffset="164468.23">17779 16495 175 0,'0'0'143'15,"0"0"-102"-15,0 0 65 16,0 0-50-16,0 0 24 15,0 0-23-15,-25-26-28 16,25 26-16-16,0 0-12 16,0 0-1-16,-2 0-77 15,-2 0-25-15,-5 0 42 0,-3 8-81 16,6 0-71 0</inkml:trace>
  <inkml:trace contextRef="#ctx0" brushRef="#br0" timeOffset="166644.24">17835 16598 54 0,'0'0'75'0,"0"0"-7"15,0 0-62-15,0 0 1 0,0 0-6 16,0 0-1-16,0 0 0 16,-96-5-7-16,89 5 2 15,2 5 4-15,5-2-9 16,0 1-30-16,0-4 29 16,-2 0 5-16,-2 0 1 15,-1 0 5-15,1 2 0 16,4-2-6-16,-4 0-75 15</inkml:trace>
  <inkml:trace contextRef="#ctx0" brushRef="#br0" timeOffset="166843.72">17634 16575 137 0,'0'0'12'0,"0"0"33"15,0 0 59-15,0 0-31 16,0 0-20-16,0 0-22 16,-3-9-6-16,3 9-7 15,0 0-15-15,0 0-3 16,12 0-49-16,-3 0-114 16</inkml:trace>
  <inkml:trace contextRef="#ctx0" brushRef="#br0" timeOffset="176626.47">17677 16848 775 0,'0'0'135'16,"0"0"-84"-16,0 0 6 15,0 0-23-15,0 0-6 16,0 0-13-16,0 0-13 15,19-46-2-15,-7 46 2 0,1 0-2 16,1 6 2-16,-1 2-2 16,-3 6 5-16,2 0-10 15,-1 2 3-15,-2 7 2 16,-2 4 0-16,-5 4 0 16,-1-4 2-16,-1-1-2 15,0 2 0-15,0-10-1 16,0-1 3-16,0-8-2 15,0-1 1-15,0-8-1 16,0 0 2-16,3 0 4 16,-3 0-2-16,0 0-1 15,0 0 5-15,7-4 17 0,7-14-8 16,5-8-15 0,10-1-2-16,5-4 0 0,0 4 0 15,1 4-3-15,-3 5 2 16,-11 6 1-16,-3 7 0 15,-11 5 0-15,-1 0 0 16,-3 0-6-16,0 0-14 16,3 23 9-16,-6 7 7 15,0-2-8-15,2 2-16 16,6 2-13-16,7-6 6 16,6-4-55-16,8-12-220 15,6-10-298-15</inkml:trace>
  <inkml:trace contextRef="#ctx0" brushRef="#br0" timeOffset="176927.73">18490 16837 644 0,'0'0'294'0,"0"0"-222"16,0 0-15-16,0 0-17 15,0 0-22-15,0 0-18 16,-43-21-4-16,33 47 2 15,-9-2 2-15,9 2 0 16,3 0-16-16,7-8 6 16,0 0 8-16,2 1 1 0,16-5-1 15,8-2 1 1,8 1 1-16,8-3 3 0,1-1-2 16,-3-2 1-1,-11 3-2-15,-11-1-6 0,-14-4-20 16,-4 3-22-16,-20 2-45 15,-24 3 45-15,-7-8-112 16,6 0-98-16,16-5-166 16</inkml:trace>
  <inkml:trace contextRef="#ctx0" brushRef="#br0" timeOffset="177120.9">19145 16811 796 0,'0'0'129'0,"0"0"-36"16,0 0-49-16,0 0-8 15,0 0-25-15,0 0-11 16,125-39-2-16,-92 53-29 16,-8 11-18-16,-16 6-48 15,-9 1-227-15</inkml:trace>
  <inkml:trace contextRef="#ctx0" brushRef="#br0" timeOffset="177261.51">19114 17031 20 0,'0'0'684'15,"0"0"-502"-15,0 0-107 0,0 0-19 16,0 0-40-16,129-23-12 16,-40 14-4-16,17 4-32 15,2-7-147-15,-7-2-300 16</inkml:trace>
  <inkml:trace contextRef="#ctx0" brushRef="#br0" timeOffset="177776.67">20067 16682 446 0,'0'0'443'0,"0"0"-360"16,0 0-39-16,0 0-25 0,0 0-11 15,0 0-8 1,-66-41 1-16,53 37-2 0,2 0 4 16,0 0 1-16,3-1-3 15,3 0 0-15,1-7-1 16,3 3 2-16,1-6-1 16,0 3 0-16,1-2-1 15,18 4-1-15,5 6-2 16,8 1 2-16,2 3 1 15,6 0 4-15,-7 17-1 16,-4 9-2-16,-3 10 1 16,-4 1 1-16,-5 6 1 0,-15 2-4 15,-2-3 0 1,-16 2-1-16,-33-5 0 0,-18 2-1 16,-13-15 2-16,1-8-2 15,13-11-7-15,16-7 9 16,21 0 1-16,14 0-1 15,13-11 2-15,2-3 1 16,4-7-3-16,32 1 0 16,8 3 1-16,5 1 4 15,-3 10-5-15,-2 6 0 16,-4 0-3-16,2 4 3 16,-2 14 0-16,1-1-1 15,3 6-19-15,6-5-57 16,2-8-104-16,9-6-193 15</inkml:trace>
  <inkml:trace contextRef="#ctx0" brushRef="#br0" timeOffset="178194.22">20800 16709 137 0,'0'0'364'0,"0"0"-132"16,27-130-86-16,-27 94-63 15,0 10-28-15,0 4-16 16,-10 4-30-16,-3 8-8 15,-3 10 0-15,-6 0 1 16,-9 0-1-16,-10 24 0 16,2 10 1-16,5 2-1 15,10 1 4-15,11-8-3 0,9 0 4 16,4-3-6-16,0-4 2 16,10-8-2-16,7-9-1 15,6 0 1-15,6-5 2 16,6 0 7-16,6-19-5 15,-5-7-3-15,-7 6 1 16,-10 2-1-16,-6 10 4 16,-5 0-4-16,-6 8 19 15,-2 0-18-15,0 0-2 16,0 4-6-16,0 22-2 16,0 14 6-16,0 5 4 15,0-3-1-15,0 6-1 16,0-4 0-16,0-2-4 15,6-1-24-15,4-3 3 16,1-6-33-16,2-6-3 16,3-13-229-16,-2-13-252 0</inkml:trace>
  <inkml:trace contextRef="#ctx0" brushRef="#br0" timeOffset="178611.41">21156 16645 615 0,'0'0'182'16,"0"0"-60"-16,0 0-39 16,0 0-37-16,0 0-32 0,0 0-14 15,27-8 2 1,-18 34-2-16,2 6 6 0,-1 4-5 16,0 5 8-16,-3-5 1 15,-1-2-7-15,-4-7-2 16,1-1 1-16,-1-6-1 15,-2-6 3-15,2-7-3 16,-2-2 1-16,2-5-1 16,0 0-1-16,1 0 1 15,6 0 6-15,6-17-2 16,12-12-3-16,3 0-2 16,4 0 1-16,-5 3-1 15,-4 1 4-15,-4 11-1 16,-11 5 3-16,-5 8-1 15,-3 1 3-15,0 0-8 16,8 0-7-16,0 17 4 16,4 6 0-16,4 5 2 0,-2 2-9 15,1-2-13-15,2 2-30 16,1-7-53-16,-1-14-245 16</inkml:trace>
  <inkml:trace contextRef="#ctx0" brushRef="#br0" timeOffset="178959.87">22056 16587 455 0,'0'0'276'16,"0"0"-105"-16,0 0-69 16,0 0-32-16,0 0-53 15,0 0-15-15,-53-30 3 16,19 52-1-16,5-3-3 15,8 2 3-15,7 1 1 16,3-4-5-16,7 5 3 16,4-6-2-16,0 2 1 15,0-1 0-15,0-5-3 16,16 5 3-16,12-1-2 16,3-3 7-16,3 4-3 15,-1-4-4-15,-2 0 2 16,-4-2-2-16,-10 1 0 15,-5 1-2-15,-12-2-1 16,0 8-11-16,-17 1-19 16,-26-3 10-16,-6 4-40 0,0-8-149 15,16-10-239-15</inkml:trace>
  <inkml:trace contextRef="#ctx0" brushRef="#br0" timeOffset="179093.93">22572 16866 771 0,'0'0'160'0,"0"0"-134"15,0 0-26 1,0 0-103-16,-146 17-328 0</inkml:trace>
  <inkml:trace contextRef="#ctx0" brushRef="#br0" timeOffset="179643.79">18755 17633 590 0,'0'0'185'0,"0"0"-76"16,0 0-48-16,0 0-23 15,0 0-6-15,0 0-21 16,149-79-11-16,-108 79 1 16,-1 0-1-16,-10 7-22 15,-14 16-131-15,-16-5-284 16</inkml:trace>
  <inkml:trace contextRef="#ctx0" brushRef="#br0" timeOffset="179793.81">18646 17901 699 0,'0'0'145'0,"0"0"-90"0,0 0-32 16,0 0-10-16,136-13-13 15,-44 13-7-15,13-5-141 16,-3-8-325-16</inkml:trace>
  <inkml:trace contextRef="#ctx0" brushRef="#br0" timeOffset="180544.41">19657 17580 632 0,'0'0'189'0,"0"0"-105"15,0 0-12-15,0 0-27 16,0 0-26-16,0 0-13 16,-24-72-1-16,20 67-3 15,0-3 0-15,2-1 2 16,2 4 0-16,0-3 1 16,0 2 8-16,0-2-12 15,14 4-1-15,5 4 0 16,3 0 0-16,5 9 0 15,-3 21-1-15,-6 2-5 0,-5 8 6 16,-13 6 0-16,0 7-6 16,-33 5 0-16,-13-5-6 15,-4 1-2-15,10-14-4 16,13-9 6-16,11-7 9 16,10-13 2-16,6 3-2 15,0-5-7-15,43-9-1 16,21 0 2-16,25 0-8 15,16-9-10-15,5-16-61 16,0-12 6-16,0-3 61 16,-6-6 21-16,-7-2 14 15,-22 8 29-15,-25 0 16 0,-29 8-6 16,-21 6 1 0,0 2-6-16,-21 2-21 0,-18 6-14 15,-3 10-2-15,-4 2-1 16,-1 4-6-16,5 0-3 15,5 10-1-15,13 8 0 16,6 2 0-16,7 4 0 16,7-2 0-16,1 0 0 15,3 4-1-15,0-8 1 16,0 1-6-16,13-6 1 16,8-5 3-16,1-8 2 15,11 0 0-15,6 0 0 16,3-8 1-16,0-5-2 15,-6 1 2-15,-10 1-1 16,-8 2 4-16,-7 4-4 0,-3 5 0 16,-6 0-2-1,0 0 1-15,0 18-5 0,-2 14 6 16,0 8-1-16,0 14 1 16,-6 3 0-16,-6 3-2 15,3-2-5-15,5-2-17 16,4-7 5-16,0-3-17 15,2-15-62-15,27-13-101 16,13-9-175-16</inkml:trace>
  <inkml:trace contextRef="#ctx0" brushRef="#br0" timeOffset="180788.6">21257 17619 462 0,'0'0'377'0,"0"0"-275"0,0 0-50 16,0 0-28-16,0 0-20 16,0 0-1-16,-77 37 5 15,60 7-6-15,-1 5 2 16,3 4-2-16,-2 11-1 16,7-1-1-16,-4-1 1 15,3-10-2-15,-3-10-7 16,-1-12 0-16,-2-12-33 15,3-7-59-15,-2-11-44 0,1 0-161 16</inkml:trace>
  <inkml:trace contextRef="#ctx0" brushRef="#br0" timeOffset="180998.84">20935 17736 100 0,'0'0'781'16,"0"0"-679"-16,0 0-58 15,0 0-12-15,0 0-12 16,0 0-18-16,69 4-1 16,-20 32 2-16,7 8 0 15,-2 10 0-15,-5 5-1 0,0 7-2 16,-5-1-13-16,-3-10-14 16,-6-13-22-16,-6-16-84 15,-11-22-235-15</inkml:trace>
  <inkml:trace contextRef="#ctx0" brushRef="#br0" timeOffset="181216.93">21644 17686 747 0,'0'0'135'15,"0"0"-51"-15,0 0-59 16,0 0-6-16,0 0-19 0,0 0 2 15,5 63 0 1,-12-14 0-16,-13 9 2 0,6 5-2 16,1-1-2-16,9 0-20 15,4-16-85-15,2-13-148 16,27-22-202-16</inkml:trace>
  <inkml:trace contextRef="#ctx0" brushRef="#br0" timeOffset="181494.63">22019 17665 483 0,'0'0'379'0,"0"0"-271"0,0 0-52 15,0 0-38 1,0 0-17-16,0 0 2 0,-105 71-1 16,81-23-1-16,3 2 0 15,13 3-1-15,8-7 0 16,0-2 0-16,0-8 0 15,24-9-1-15,7-15 0 16,5-7 2-16,4-5-1 16,-4-8 3-16,-3-18-3 15,-8-10 1-15,-9-4 2 16,-11-6-3-16,-5 6-1 16,0-1-12-16,-26 9-95 15,-3-7-522-15</inkml:trace>
  <inkml:trace contextRef="#ctx0" brushRef="#br0" timeOffset="181693.22">21811 17433 764 0,'0'0'137'16,"0"0"-64"-16,0 0-42 15,0 0-24-15,0 0-4 16,170-32-3-16,-95 32-14 16,0 0-86-16,-9 5-263 15</inkml:trace>
  <inkml:trace contextRef="#ctx0" brushRef="#br0" timeOffset="182110.53">22715 17219 742 0,'0'0'89'0,"0"0"-28"15,0 0-18-15,-141-33-18 16,112 33-10-16,4 0-8 16,6 5-5-16,2 9-1 15,5 0 1-15,2 2 0 0,1-2-1 16,4 0-1-16,5 4 0 15,0-6 0 1,0-3-1-16,5 0-9 0,16-4 10 16,12-5 1-16,5 0-1 15,6 0 1-15,1 0 1 16,-5-5 1-16,-9-7-3 16,-9-2 4-16,-5 6-4 15,-12 1 1-15,-2 7 38 16,-3 0-12-16,0 0-8 15,0 0-19-15,0 7-6 16,0 15 5-16,-3 15 0 16,-5 1 1-16,1 11-1 0,5 6 1 15,-1-4-2 1,3 7-32-16,0-3-29 0,0-11-79 16,0-7-235-16</inkml:trace>
  <inkml:trace contextRef="#ctx0" brushRef="#br0" timeOffset="182499.17">23285 17459 836 0,'0'0'96'15,"0"0"-49"-15,0 0-22 16,0 0-23-16,-138-10-1 15,98 34-1-15,-1 6 1 0,12 3 5 16,10-3-6-16,7-2 0 16,12-3-1-16,0 1-11 15,4-1 2-15,25 1 10 16,8-4 0-16,5-4 0 16,5-5-2-16,-5-4 2 15,-8 2 2 1,-6-4 3-16,-12 1-5 0,-9-2 0 15,-7-1 0-15,0-2-2 16,-12 7-8-16,-21 2 10 16,-14 2 1-16,-6-2 1 15,-5-2-4-15,-1 4-19 16,2 4-33-16,6-5-13 16,15-3 12-16,18-2-16 0,16-8-30 15,2 0-354-15</inkml:trace>
  <inkml:trace contextRef="#ctx0" brushRef="#br0" timeOffset="182707.08">23737 17714 1027 0,'0'0'98'16,"0"0"-54"-16,0 0-28 16,0 0-6-16,0 0-10 15,0 0-31-15,39 30-98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3-02-24T06:59:39.165"/>
    </inkml:context>
    <inkml:brush xml:id="br0">
      <inkml:brushProperty name="width" value="0.05292" units="cm"/>
      <inkml:brushProperty name="height" value="0.05292" units="cm"/>
      <inkml:brushProperty name="color" value="#FF0000"/>
    </inkml:brush>
  </inkml:definitions>
  <inkml:trace contextRef="#ctx0" brushRef="#br0">11181 7423 377 0,'0'0'60'0,"0"0"-35"0,0 0 7 16,0 0 2-16,0 0 67 16,0 0 4-16,0 0-72 15,0 0-5-15,0 4-3 16,-2-4 10-16,-1 0 0 15,3 0-17-15,0 0-2 16,0 0-4-16,0 0-5 16,0 0-1-16,0 0 2 15,0 0-6-15,0 0-2 16,0 0 1-16,0 0-1 16,13 0 1-16,21 0-1 0,17 0 0 15,19 0 0 1,25 0 0-16,19 0-1 0,11 0 1 15,7-2-3 1,5 2 2-16,4 0-5 0,-1 0 6 16,3 0-2-16,-8 0 3 15,-7 2-1-15,-13 3 1 16,-14-5 1-16,-21 0-2 16,-19 0 1-16,-12 0-2 15,-16 0 2-15,-17 0-1 16,-9 0 1-16,-7 0 4 15,0 0 10-15,0-3-2 16,0 1-4-16,0 0 4 16,0 0-4-16,0 0-5 0,0 2-1 15,0 0-3 1,0 0 1-16,0 0-1 0,0 0-6 16,0 0-11-16,0 0-66 15,0 2-229-15,-4 4-274 16</inkml:trace>
  <inkml:trace contextRef="#ctx0" brushRef="#br0" timeOffset="5948.28">14883 7594 462 0,'0'0'247'15,"0"0"-129"-15,0 0-25 16,0 0-31-16,0 0-12 15,0 0-8-15,0 0-11 16,0-20-23-16,0 20-7 16,-9 0-2-16,-13 8-7 15,-7 14 8-15,-12 7 0 16,-1 4 1-16,3-1 0 16,10-4-1-16,4-5 4 15,12-6-4-15,8-8 0 16,0 0-4-16,5-5-2 0,0 3 0 15,0-4 1-15,12 1 4 16,14 2 0-16,6-2 1 16,6 4 1-16,2 0 1 15,-5 3-2-15,-6 3 0 16,-4 0 0-16,-7 1 0 16,-7 2-1-16,-5 0 1 15,-6-1-1-15,0 1-5 16,-4 1-8-16,-23-2 0 15,-6 1 4-15,-7-2-6 16,1-3-4-16,4-4-20 16,11-8-49-16,8 0-84 0,16-10-142 15</inkml:trace>
  <inkml:trace contextRef="#ctx0" brushRef="#br0" timeOffset="6112.92">14794 7683 170 0,'0'0'457'0,"0"0"-312"16,0 0-72-16,0 0-12 16,0 0-51-16,0 0 0 15,169-68-3-15,-88 67-7 16,12 1 6-16,7 0-6 16,6 4-20-16,-9 10-101 15,-1-4-389-15</inkml:trace>
  <inkml:trace contextRef="#ctx0" brushRef="#br0" timeOffset="6347.9">16121 7700 651 0,'0'0'227'16,"0"0"-167"-16,0 0-36 15,0 0 3-15,0 0-14 16,0 0-9-16,-76 74-3 15,64-32 0-15,3 5 0 16,-2-2 0-16,3 5-1 0,-6-1-9 16,-4 1-3-1,-8 3-10-15,-8-2-15 0,-13-4-33 16,-1-12-163-16,2-18-250 16</inkml:trace>
  <inkml:trace contextRef="#ctx0" brushRef="#br0" timeOffset="6539.3">15717 7867 534 0,'0'0'222'16,"0"0"-125"-16,0 0-21 16,0 0-46-16,0 0 7 0,0 0-3 15,-18-31-21 1,18 31-12-16,9 0-2 0,24 0-1 15,9 3-24-15,3 7-42 16,-7-1-305-16</inkml:trace>
  <inkml:trace contextRef="#ctx0" brushRef="#br0" timeOffset="6727.31">16092 8157 946 0,'0'0'88'0,"0"0"-50"0,0 0-22 15,0 0-5-15,0 0-11 16,0 0-16-16,19 16-83 16,2-6-116-16</inkml:trace>
  <inkml:trace contextRef="#ctx0" brushRef="#br0" timeOffset="12784.67">13862 12559 128 0,'0'0'267'0,"0"0"-240"16,0 0-12-1,0 0 16-15,0 0-16 0,0 0 2 16,0 0-9-16,0 0-4 16,-35-12 13-16,28 10 22 15,-5 0 7-15,2 0-26 16,-1-1-11-16,-2 2-4 15,8-1 21-15,0 2-6 16,5-2-2-16,0-1-7 16,0 2 4-16,-2 1-7 15,2 0 2-15,-2 0 62 16,0 0-40-16,2 0 2 16,-2 0-9-16,0 0-2 0,-2 0-3 15,2 0-7-15,2 0-8 16,-2 0 5-16,2 0-2 15,-2 0 6-15,2 0-14 16,-2 0 9-16,2 0-2 16,0 0-4-16,0 0-1 15,0 0 2-15,0 0-4 16,0 0 4-16,2 0-7 16,27 0 3-16,20 0 0 15,22 0-3-15,23 0 5 16,13 0-2-16,14 0 0 15,3 0 2-15,-1 0-2 16,0 0 0-16,-17 0 0 16,-17-3 0-16,-26 3 0 0,-25-1-2 15,-18-2 2-15,-16 2 0 16,-1 1 1-16,-3-3 1 16,0 3 1-16,0 0 2 15,0 0-3-15,0 0-2 16,0 0-8-16,4 0-22 15,-1 0-55-15,-3 0-102 16,0 0-213-16</inkml:trace>
  <inkml:trace contextRef="#ctx0" brushRef="#br0" timeOffset="15210.13">12208 7614 110 0,'0'0'0'0</inkml:trace>
  <inkml:trace contextRef="#ctx0" brushRef="#br0" timeOffset="16244.24">12041 12739 369 0,'0'0'61'0,"0"0"-17"16,0 0 59-16,0 0-62 15,0 0 28-15,0 0-15 16,-20-22-22-16,20 22-2 16,0 0-5-16,0 0-7 15,-4 0-5-15,4 0-2 16,0 0 0-16,0 0 1 16,0 0-2-16,0 0 2 15,0 0-2-15,0 0-3 16,0 0 0-16,0 0 1 15,0 0-3-15,0-2-4 16,0 2 0-16,0 0-1 16,22 0 0-16,13 0-1 0,23 0 2 15,13 0-1-15,24-3 3 16,25-4-2-16,27-3-1 16,28 2 0-16,25-4-1 15,1 0 1-15,-3 4 0 16,-24 2 1-16,-32 6 1 15,-37 0-2-15,-36 0 0 16,-29 0 2-16,-20 0-1 16,-15 0 2-16,-5 0-2 15,0 0 25-15,0 0-7 16,0 0-14-16,0 0-5 0,0 0-27 16,-7 2-86-1,-29 1-342-15</inkml:trace>
  <inkml:trace contextRef="#ctx0" brushRef="#br0" timeOffset="17572.97">9663 11238 269 0,'0'0'146'0,"0"0"-5"0,0 0-1 16,0 0-30-16,0 0-38 16,0 0-26-16,-12-44-3 15,12 43-29-15,0 1-5 16,-3 0-2-16,3 0-6 16,0 0-1-16,0 0-2 15,0 0-2-15,0 0-4 16,0 0 4-16,0 1 4 15,0 6 1-15,0-1-1 16,0 2 1-16,0 3-3 16,0-2 1-16,3-1-9 15,-1-2 4-15,3-4-3 16,-2 0 2-16,-1-2 7 16,0 0 0-16,1 0 1 0,3 0 1 15,-4 0 8-15,0 0 5 16,-2 0 3-16,0 0 1 15,0 0-3-15,0 0-9 16,0-2-1-16,0 2-5 16,0 0-1-16,0 0 1 15,0 0 0-15,0 0 0 16,0 0-2-16,0 0 2 16,0 0-3-16,0 0-1 15,0 0 1-15,0 0-4 16,0 0 2-16,0 0-2 15,2 0-7-15,-2 0-2 16,2 0-7-16,-2 0 7 16,0 0-14-16,0 0-40 0,0 2-220 15,-4 5-193-15</inkml:trace>
  <inkml:trace contextRef="#ctx0" brushRef="#br0" timeOffset="17946.68">10084 11021 479 0,'0'0'222'0,"0"0"-125"16,0 0-60-16,0 0-15 15,0 0-1-15,0 0-17 16,-45-17-3-16,30 30 0 16,3-1-1-16,1-4 0 15,5 2 6-15,-4-2-6 16,-3 8 1-16,-7 6 0 16,-7 2 0-16,-2 2 7 15,1 2-4-15,1-2-3 16,5 3 2-16,-3-4-3 15,-2 3 0-15,-4 4 0 16,-7 3-3-16,-4-2-31 16,1 0-32-16,6-11-70 0,12-10-46 15,10-12-30-15</inkml:trace>
  <inkml:trace contextRef="#ctx0" brushRef="#br0" timeOffset="18184.29">9661 11125 472 0,'0'0'199'0,"0"0"-95"15,0 0-71-15,0 0-12 16,0 0-8-16,0 0-10 16,7-3 0-16,7 17-3 0,2 5 3 15,7 6-1-15,5-2 0 16,8 5-1-16,2 1 0 15,2-2-2-15,1 1-10 16,-2-4-80-16,-1-9-95 16,1-9-70-16</inkml:trace>
  <inkml:trace contextRef="#ctx0" brushRef="#br0" timeOffset="18563.4">10226 11136 579 0,'0'0'176'15,"0"0"-80"-15,0 0-48 0,0 0-29 16,0 0-12 0,0 0-7-16,-40 3 1 0,30 17-1 15,-2 1 6-15,3 2-5 16,3 0 1-16,1-2-4 15,-2 4 1-15,0-1 1 16,3-2 1-16,2-3-1 16,2-5-6-16,0-5-3 15,0-4-8-15,0-5 9 16,11 0 7-16,11-1 1 0,7-24 0 16,7-7 8-1,-5-3 1-15,-11-2-8 0,-11 3 6 16,-9 4-7-16,0 2-6 15,0 4 1-15,-2 8-5 16,-9 6-48-16,1 7-28 16,6 3-130-16,4 0-132 15</inkml:trace>
  <inkml:trace contextRef="#ctx0" brushRef="#br0" timeOffset="18714.41">10501 11059 358 0,'0'0'415'0,"0"0"-304"16,0 0-89-16,0 0-22 15,0 0-36-15,0 0-131 16,80-22-197-16</inkml:trace>
  <inkml:trace contextRef="#ctx0" brushRef="#br0" timeOffset="19111.23">10815 10925 664 0,'0'0'120'0,"0"0"-44"0,0 0-38 16,0 0-28 0,-130-19-6-16,107 31-3 0,2 10 1 15,3 2-2 1,7-2 1-16,1 5-2 0,2-3 1 15,4 0-3-15,1-4-4 16,3-4 0-16,0-6-5 16,0-4 3-16,0-6-4 15,4 0 4-15,21 0 6 16,13-10 3-16,3-10 7 16,-6 1-7-16,-6-1 1 15,-14 8 10-15,-3 5 25 0,-10 3-14 16,-2 1 13-1,0 3-21-15,0 0-14 16,0 3-1-16,-2 20-3 16,-18 14 4-16,-7 7 0 15,0 4 0-15,3 0-2 0,0-2-27 16,2-2 3-16,6-1-21 16,4-9-86-16,8-15-131 15</inkml:trace>
  <inkml:trace contextRef="#ctx0" brushRef="#br0" timeOffset="19410.05">11116 10909 719 0,'0'0'129'0,"0"0"-81"16,0 0-35-16,0 0-2 15,0 0-10-15,0 0-1 16,115-31 8-16,-57 21-8 16,-8 2 0-16,-17 4 3 15,-10 4-3-15,-13 0 0 16,-7 0 4-16,-3 0-5 16,0 16 2-16,0 14 0 15,-25 12 4-15,-17 15 0 16,-12 13-3-16,-9 10-2 15,-5 4-13-15,-4-4-193 16</inkml:trace>
  <inkml:trace contextRef="#ctx0" brushRef="#br0" timeOffset="20162.8">4553 13365 866 0,'0'0'76'15,"0"0"-51"-15,0 0-3 16,0 0 6-16,0 0-3 16,0 0-16-16,25-19-8 15,22 6-1-15,17-1 2 16,6 6-2-16,1 8-6 15,-16 5-56-15,-18 25-91 16,-31 7-356-16</inkml:trace>
  <inkml:trace contextRef="#ctx0" brushRef="#br0" timeOffset="20333.34">4631 13812 793 0,'0'0'90'0,"0"0"-56"15,0 0-11-15,0 0-4 16,116-65-9-16,-31 39-5 16,13-1-4-16,4 3-2 15,-1 1-41-15,-5-2-143 16,-14-12-401-16</inkml:trace>
  <inkml:trace contextRef="#ctx0" brushRef="#br0" timeOffset="20577.45">5717 13271 817 0,'0'0'114'15,"0"0"-54"-15,0 0 3 16,0 0-21-16,0 0-19 16,0 0-19-16,-31-29-4 15,28 45-6-15,-4 21-4 16,-8 14 6-16,-9 14 2 15,-12 12-16-15,-4 4-21 0,-7 1 4 16,9-3-8-16,7-11 6 16,15-15-53-1,16-18-129-15,0-23 39 16,37-12-221-16</inkml:trace>
  <inkml:trace contextRef="#ctx0" brushRef="#br0" timeOffset="20910.48">5984 13453 437 0,'0'0'300'16,"0"0"-167"-16,0 0-31 16,0 0-34-16,0 0-39 15,0 0-11-15,-34-70-16 16,15 96-2-16,-10 15-1 0,-2 6 1 16,3 10-1-16,8-2 1 15,10-1 1-15,6-5 0 16,4-9-2-16,0-13 1 15,19-6 0-15,8-9 0 16,9-10 0-16,4-2 0 16,6-12 1-16,4-24 3 15,-6-14-1-15,-8-4-1 16,-14-3 1-16,-16 6-2 16,-6 5-1-16,0 7-6 15,-21 11 4-15,-4 10-12 16,3 13-22-16,2 5-23 15,11 5-106-15,9 13-236 16</inkml:trace>
  <inkml:trace contextRef="#ctx0" brushRef="#br0" timeOffset="21277.99">6516 13457 818 0,'0'0'143'16,"0"0"-67"-16,0 0-52 15,0 0-14-15,0 0-10 16,0 0 4-16,41 51-4 16,-23-5 1-16,-2 7 1 15,-5 8-2-15,-5-3 1 16,-1-2 0-16,-5-1-1 16,0-12 1-16,0-7 0 0,-7-13-1 15,3-14 0 1,0-4-9-16,4-5 4 0,0 0 5 15,2-31 4-15,33-23-4 16,15-9 1-16,6-7-3 16,-10 12 4-16,-11 19-1 15,-12 15 0-15,-14 15 0 16,-3 9-1-16,-6 0-5 16,5 10-4-16,-3 22 2 15,-2 8 0-15,3 6-6 16,-3 0-21-16,4-7-30 15,7-13-87-15,11-14-172 0</inkml:trace>
  <inkml:trace contextRef="#ctx0" brushRef="#br0" timeOffset="21561.48">7331 13483 615 0,'0'0'285'16,"0"0"-223"-16,0 0-17 15,0 0-28-15,0 0-12 16,0 0-4-16,-153 122-1 16,121-69-1-16,12-10 1 15,9-4 0-15,9-12 1 16,2-4-1-16,0-8-1 0,29-2 1 16,7-6 0-16,13 2 3 15,1-6-2-15,-3 0-1 16,-5 1-2-16,-15-2 2 15,-14 3 0-15,-13 4-21 16,-24 9-42-16,-39 4-2 16,-17 2-174-16</inkml:trace>
  <inkml:trace contextRef="#ctx0" brushRef="#br0" timeOffset="21899.15">8249 13559 843 0,'0'0'135'0,"0"0"-87"16,0 0-23-16,0 0-16 15,0 0 2-15,0 0-11 16,-29 14 0-16,16 27 0 16,-3 7 0-16,-3-1 2 15,-2 0 1-15,-4-3-3 0,1-2 3 16,-5-1-2 0,-5-2-1-16,-5-4-1 0,-6-2-11 15,-6-2-17-15,-3-7-31 16,3-12-54-16,11-12-201 15</inkml:trace>
  <inkml:trace contextRef="#ctx0" brushRef="#br0" timeOffset="22070.1">7923 13684 827 0,'0'0'81'0,"0"0"-73"16,0 0-3-16,0 0 22 15,132 63 8-15,-76-17-10 0,11 12-20 16,10 9-5-16,18 4-3 16,8-13-60-16,3-29-444 15</inkml:trace>
  <inkml:trace contextRef="#ctx0" brushRef="#br0" timeOffset="37178.61">8969 13293 448 0,'0'0'90'15,"0"0"-46"-15,0 0-1 0,0 0 161 16,0 0-143 0,0 0-26-16,0 0-10 0,0 0-3 15,-14-21 7 1,14 21-9-16,0 0-11 0,0 0-1 16,0 0-6-16,0 0-1 15,0 0 3-15,-2 0-6 16,2 0 4-16,0 0-3 15,0 0 2-15,0 0-1 16,0 0 0-16,0 0 0 16,0 0-1-16,10 0 1 15,11 0 3-15,6 0-2 16,2 0-1-16,2-1 2 16,-6-2-4-16,-2 3 2 15,-8 0 0-15,-6 0 2 16,-2 0-2-16,-5 0 0 15,-2 7-3-15,0 9 2 0,0 9 0 16,-6 12-3-16,-26 5 4 16,-11 0 6-16,2-3-6 15,3-7-2-15,7-9 2 16,10-3 0-16,5-2 0 16,10-9 0-16,6-4 0 15,0 1 0-15,0-2-4 16,17 0 4-16,17 0-3 15,10-1 7-15,6-2-3 16,-6 1-1-16,-5 3 1 0,-9-2-1 16,-8 6-5-16,-6-2 5 15,-7 2 0-15,-9-2 0 16,0 5-5-16,0 4 3 16,-33 5 0-16,-14-1 4 15,-11-1 0-15,-2-4-2 16,9-6 0-16,7-2-1 15,12-3 0-15,16-2-13 16,12-2-19-16,4 0-61 16,11-6-175-16</inkml:trace>
  <inkml:trace contextRef="#ctx0" brushRef="#br0" timeOffset="37321.87">9393 13557 793 0,'0'0'77'16,"0"0"-65"-16,0 0-10 16,0 0-2-16,0 0-140 15,0 0-431-15</inkml:trace>
  <inkml:trace contextRef="#ctx0" brushRef="#br0" timeOffset="37660.55">9854 13261 831 0,'0'0'110'0,"0"0"-68"0,0 0-31 15,0 0-1-15,0 0-2 16,-116 80 0-16,97-49-4 16,3-2-2-16,11-9-1 15,5-2 1-15,0-2-2 16,0-2 2-16,7-2-2 15,9-2 0-15,3-2 1 16,2 1-1-16,3-4 0 16,3 4 0-16,2 0 1 15,-2-1 4-15,-1 2-1 16,-6-2-2-16,-6 4-2 16,-5-6-1-16,-7 4 0 15,-2 6 1-15,-9 9-14 0,-29 3-1 16,-15 0-29-1,-7-6-41-15,0-12-156 0,9-10-186 16</inkml:trace>
  <inkml:trace contextRef="#ctx0" brushRef="#br0" timeOffset="37809.68">9711 13339 600 0,'0'0'200'16,"0"0"-152"-16,0 0-39 15,0 0 0-15,132-37-3 16,-56 30-1-16,14-1-5 0,9-3-138 16,-2 0-360-16</inkml:trace>
  <inkml:trace contextRef="#ctx0" brushRef="#br0" timeOffset="38944.49">10712 13341 749 0,'0'0'122'0,"0"0"-80"16,0 0-27-16,0 0-5 15,0 0 6-15,0 0-4 16,-15 8-12-16,15 6 0 16,0 6 1-16,5 6 0 15,5 6 0-15,-2 3 2 16,-4 4-3-16,-4 1 1 15,0 2-1-15,0-1-4 16,-4-4-16-16,-10 0-17 16,-7-7-36-16,0-6-65 15,-2-16-193-15</inkml:trace>
  <inkml:trace contextRef="#ctx0" brushRef="#br0" timeOffset="39227.4">10519 13351 740 0,'0'0'129'16,"0"0"-104"-16,0 0-18 15,0 0-5-15,0 0 3 16,-118 130 2-16,99-91 3 16,6-8-7-16,7-7 0 15,1-3 2-15,5-5 0 16,-2-4-3-16,2-3 1 15,0-2-2-15,0-1 0 0,0-2-1 16,0 0 1-16,24-3-1 16,15-1 1-16,19 0 3 15,13-4-1-15,20-16-3 16,19-2-28-16,3-4-91 16,0-8-297-16</inkml:trace>
  <inkml:trace contextRef="#ctx0" brushRef="#br0" timeOffset="39743.58">11343 13026 701 0,'0'0'129'16,"0"0"-60"-16,0 0-36 15,0 0-2-15,0 0 0 16,0 0-15-16,27-4-12 15,11 32-3-15,9 12 1 16,7 10 8-16,-2 4-4 16,0 5-1-16,-12-1 2 0,-13 6-5 15,-21 2-1-15,-6 10-1 16,-61 7-15-16,-36 1-48 16,-30-10-155-16,-20-16-385 15</inkml:trace>
  <inkml:trace contextRef="#ctx0" brushRef="#br0" timeOffset="40311.39">8840 12968 812 0,'0'0'67'15,"0"0"-58"-15,0 0-9 16,0 0 12-16,-31 122 16 16,15-40 3-16,1 9-9 15,3 4-5-15,6-3-3 16,6 1-5-16,0 2-5 16,2-1-1-16,27-1-2 0,13-9 7 15,21-9-8-15,23-16-5 16,28-15-21-1,23-16-22-15,21-24-67 0,11-4-390 16</inkml:trace>
  <inkml:trace contextRef="#ctx0" brushRef="#br0" timeOffset="41580.71">11869 13337 186 0,'0'0'197'16,"0"0"-24"-16,0 0-25 15,0 0-18-15,0 0-64 16,0 0 13-16,3-81-38 16,-3 81-10-16,0 0-20 15,0 0-3-15,0 0-8 16,7 7-2-16,5 21-7 16,9 14 9-16,-1 6 0 15,0 4 2-15,-2-2 1 0,-5-6-3 16,-4-2 0-16,0-11 0 15,-5-7-5-15,-2-7-4 16,-2-7-9-16,0-7 11 16,0-3-9-16,3 0 16 15,11-4-2-15,12-27 2 16,14-15-4-16,7-7-14 16,-4 2 12-16,-12 7 6 15,-12 16 1-15,-7 12 3 16,-6 12 8-16,-6 4-4 15,3 0-8-15,1 22-7 16,-2 12 4-16,4 9-8 16,2 1-26-16,1-7-69 15,7-7-68-15,5-12-42 0,4-14-50 16</inkml:trace>
  <inkml:trace contextRef="#ctx0" brushRef="#br0" timeOffset="41785.36">12619 13302 545 0,'0'0'129'15,"0"0"-95"-15,0 0-24 16,0 0 11-16,0 0-4 16,0 0-9-16,-47-5-8 15,42 15-2-15,5-1 1 16,0 1-19-16,0 3-6 0,0-1-44 15,0-3-56-15,0 0-62 16</inkml:trace>
  <inkml:trace contextRef="#ctx0" brushRef="#br0" timeOffset="42242.46">12263 13441 665 0,'0'0'103'0,"0"0"-16"15,0 0-25-15,0 0-9 16,0 0-20-16,0 0-7 16,-33-11-18-16,21 11 1 15,-8 0-3-15,-8 0-2 16,-8 5-3-16,-10 15 1 15,-3 4-1-15,-1 5 0 16,6-3-1-16,11 1 1 16,8-3 1-16,12 0-2 15,11-4-6-15,2-3-19 16,7-12 4-16,28-5 12 16,14 0 8-16,9-25 0 0,2-14-4 15,-9-1 5 1,-17-4 1-16,-20 0 5 0,-14 3 9 15,0 2-2-15,-29 11 4 16,-7 8 4-16,-3 14-9 16,4 6-11-16,-1 8-1 15,10 31-4-15,7 14-15 16,19 10-19-16,6 0-20 16,44-13-127-16,22-15-405 15</inkml:trace>
  <inkml:trace contextRef="#ctx0" brushRef="#br0" timeOffset="42434.73">13333 13341 958 0,'0'0'34'15,"0"0"-12"-15,0 0-4 16,0 0-11-16,0 0-3 15,155-57-4-15,-104 57-6 16,-2 13-36-16,-11 11-46 16,-20 1-275-16</inkml:trace>
  <inkml:trace contextRef="#ctx0" brushRef="#br0" timeOffset="42592.44">13231 13786 871 0,'0'0'78'16,"0"0"-49"-16,0 0-5 16,0 0-11-16,202-56-11 15,-58 24-2-15,23-4-61 16,1-9-132-16</inkml:trace>
  <inkml:trace contextRef="#ctx0" brushRef="#br0" timeOffset="43030.99">14457 12997 964 0,'0'0'45'0,"0"0"-20"0,0 0-9 16,0 0-6-16,0 0-1 15,0 0 0-15,117-1-4 16,-46 1-5-16,-2 4 1 15,-7 4 1-15,-13 4 0 16,-16 2-2-16,-12 0-1 16,-14 4 0-16,-7 10 1 15,-28 11-3-15,-25 7 3 16,-9 0-2-16,4-8-6 16,9-10 4-16,13-7-6 0,14-4 2 15,6 0 3 1,7-6-4-16,9 3 3 15,0-1-9-15,3 2 0 0,30 1 10 16,9-1 5-16,5-6-4 16,-7 2 4-16,-11 1 1 15,-9 2 0-15,-11 1-1 16,-9 2-1-16,0 4 1 16,-23 4-10-16,-16 1 2 15,-10-1-7-15,8-6-32 16,14-7-22-16,25-12-28 15,2 0-33-15,48-27-59 16</inkml:trace>
  <inkml:trace contextRef="#ctx0" brushRef="#br0" timeOffset="43293.5">15206 13136 613 0,'0'0'243'0,"0"0"-122"15,0 0-63-15,0 0-29 16,0 0-15-16,0 0-11 15,-35 2-2-15,10 34-2 16,8 2 2-16,8-1-2 16,9-3-2-16,0-1 3 15,13-3 1-15,16-4 0 16,2 1-1-16,6-5 1 16,-3-2 0-16,-1 1 3 0,-6-7-4 15,-6 1-1 1,-11-3 1-16,-5 2 0 0,-5 0-41 15,-20 4-19-15,-27-3-51 16,-9-8-211-16</inkml:trace>
  <inkml:trace contextRef="#ctx0" brushRef="#br0" timeOffset="43440.37">15316 13142 818 0,'0'0'74'15,"0"0"-14"-15,0 0-37 16,0 0-14-16,151-84-3 16,-97 84-6-16,2 17-7 0,-6 2-143 15</inkml:trace>
  <inkml:trace contextRef="#ctx0" brushRef="#br0" timeOffset="43611.03">15799 13237 1001 0,'0'0'74'0,"0"0"25"15,0 0-75-15,0 0-19 0,0 0-5 16,0 0-51 0,152-55-46-16,-108 69-191 0</inkml:trace>
  <inkml:trace contextRef="#ctx0" brushRef="#br0" timeOffset="43848.39">16578 13052 977 0,'0'0'40'0,"0"0"11"15,0 0-35-15,0 0-14 16,0 0-2-16,0 0 0 15,-23 35-2-15,17 25 2 16,-4 3 0-16,-4 3 0 16,-5 1-1-16,-4-1-11 0,-5-2 0 15,-8-3-22-15,-2-3-11 16,0-19-90-16,9-19-264 16</inkml:trace>
  <inkml:trace contextRef="#ctx0" brushRef="#br0" timeOffset="44109.55">16425 13075 5 0,'0'0'854'16,"0"0"-819"-16,0 0-13 16,0 0-17-16,-142 38-2 0,86 11 4 15,9 3-3-15,9-3-4 16,19-10 1-16,7-7-1 15,12-3 6-15,0-8-2 16,10 2 3-16,21-5-6 16,15-6 6-16,17-6 4 15,17-6-9-15,16 0 4 16,22-6-6-16,16-18-33 16,3-12-152-16</inkml:trace>
  <inkml:trace contextRef="#ctx0" brushRef="#br0" timeOffset="44642.52">17206 13124 850 0,'0'0'85'0,"0"0"-41"15,0 0-31-15,0 0 1 16,0 0-5-16,0 0-9 15,56 52 4-15,-38-18-3 0,-7 5 1 16,-7 0-2-16,-4-1 2 16,0 1-1-16,0-7 1 15,-11-6-2-15,-3-6 1 16,2-6-1-16,5-6 0 16,3-4 2-16,4-2-2 15,0-2 1-15,0 0 1 16,0 0 2-16,29-21-4 15,13-14 1-15,11-8-1 16,5 0 3-16,-11 5-2 16,-12 10 0-16,-12 7 3 0,-13 16 5 15,-10 5 19 1,0 0-28-16,4 0 0 16,-4 17-1-16,4 17-2 0,0 11-16 15,5 3-25-15,7-6-71 16,8-15-224-16</inkml:trace>
  <inkml:trace contextRef="#ctx0" brushRef="#br0" timeOffset="44943.21">18059 13068 665 0,'0'0'213'0,"0"0"-193"16,-124-13-13-16,69 36-1 0,3 15-1 15,3 5 0-15,13 5 1 16,14 1-6-16,13-7 1 16,9-1 1-16,4-5-2 15,28-7 2-15,13 0 5 16,5-5-5-16,2-5-2 16,-3 1 0-16,-12-8 0 15,-7 2 1-15,-13-2 4 16,-7-5-2-16,-7 3-2 15,-3 5 0-15,0 1-1 16,-26 7 0-16,-9 5-26 16,1-6-132-16,12-7-268 0</inkml:trace>
  <inkml:trace contextRef="#ctx0" brushRef="#br0" timeOffset="45091.82">18499 13569 781 0,'0'0'257'16,"0"0"-224"-16,0 0-33 15,0 0 0-15,0 0-42 16,0 0-163-16,-17 36-585 16</inkml:trace>
  <inkml:trace contextRef="#ctx0" brushRef="#br0" timeOffset="45265.12">18041 14093 116 0,'0'0'880'0,"0"0"-829"16,0 0-41-16,0 0 13 16,0 0-8-16,180-22-14 15,-51 6-1-15,20-1-41 16,5-6-63-16,-11-17-434 15</inkml:trace>
  <inkml:trace contextRef="#ctx0" brushRef="#br0" timeOffset="45906.4">9397 12266 614 0,'0'0'0'0,"0"0"-400"16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IN"/>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E4D2D20F-53A5-490A-837A-4430713C8CF5}" type="datetimeFigureOut">
              <a:rPr lang="en-US" smtClean="0"/>
              <a:pPr/>
              <a:t>9/27/2025</a:t>
            </a:fld>
            <a:endParaRPr lang="en-IN"/>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IN"/>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IN"/>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72E2663B-E387-443C-B665-17502BB33C5B}" type="slidenum">
              <a:rPr lang="en-IN" smtClean="0"/>
              <a:pPr/>
              <a:t>‹#›</a:t>
            </a:fld>
            <a:endParaRPr lang="en-IN"/>
          </a:p>
        </p:txBody>
      </p:sp>
    </p:spTree>
    <p:extLst>
      <p:ext uri="{BB962C8B-B14F-4D97-AF65-F5344CB8AC3E}">
        <p14:creationId xmlns:p14="http://schemas.microsoft.com/office/powerpoint/2010/main" val="580252355"/>
      </p:ext>
    </p:extLst>
  </p:cSld>
  <p:clrMap bg1="lt1" tx1="dk1" bg2="lt2" tx2="dk2" accent1="accent1" accent2="accent2" accent3="accent3" accent4="accent4" accent5="accent5" accent6="accent6" hlink="hlink" folHlink="folHlink"/>
  <p:notesStyle>
    <a:lvl1pPr marL="0" algn="l" defTabSz="914012" rtl="0" eaLnBrk="1" latinLnBrk="0" hangingPunct="1">
      <a:defRPr sz="1200" kern="1200">
        <a:solidFill>
          <a:schemeClr val="tx1"/>
        </a:solidFill>
        <a:latin typeface="+mn-lt"/>
        <a:ea typeface="+mn-ea"/>
        <a:cs typeface="+mn-cs"/>
      </a:defRPr>
    </a:lvl1pPr>
    <a:lvl2pPr marL="457008" algn="l" defTabSz="914012" rtl="0" eaLnBrk="1" latinLnBrk="0" hangingPunct="1">
      <a:defRPr sz="1200" kern="1200">
        <a:solidFill>
          <a:schemeClr val="tx1"/>
        </a:solidFill>
        <a:latin typeface="+mn-lt"/>
        <a:ea typeface="+mn-ea"/>
        <a:cs typeface="+mn-cs"/>
      </a:defRPr>
    </a:lvl2pPr>
    <a:lvl3pPr marL="914012" algn="l" defTabSz="914012" rtl="0" eaLnBrk="1" latinLnBrk="0" hangingPunct="1">
      <a:defRPr sz="1200" kern="1200">
        <a:solidFill>
          <a:schemeClr val="tx1"/>
        </a:solidFill>
        <a:latin typeface="+mn-lt"/>
        <a:ea typeface="+mn-ea"/>
        <a:cs typeface="+mn-cs"/>
      </a:defRPr>
    </a:lvl3pPr>
    <a:lvl4pPr marL="1371020" algn="l" defTabSz="914012" rtl="0" eaLnBrk="1" latinLnBrk="0" hangingPunct="1">
      <a:defRPr sz="1200" kern="1200">
        <a:solidFill>
          <a:schemeClr val="tx1"/>
        </a:solidFill>
        <a:latin typeface="+mn-lt"/>
        <a:ea typeface="+mn-ea"/>
        <a:cs typeface="+mn-cs"/>
      </a:defRPr>
    </a:lvl4pPr>
    <a:lvl5pPr marL="1828025" algn="l" defTabSz="914012" rtl="0" eaLnBrk="1" latinLnBrk="0" hangingPunct="1">
      <a:defRPr sz="1200" kern="1200">
        <a:solidFill>
          <a:schemeClr val="tx1"/>
        </a:solidFill>
        <a:latin typeface="+mn-lt"/>
        <a:ea typeface="+mn-ea"/>
        <a:cs typeface="+mn-cs"/>
      </a:defRPr>
    </a:lvl5pPr>
    <a:lvl6pPr marL="2285032" algn="l" defTabSz="914012" rtl="0" eaLnBrk="1" latinLnBrk="0" hangingPunct="1">
      <a:defRPr sz="1200" kern="1200">
        <a:solidFill>
          <a:schemeClr val="tx1"/>
        </a:solidFill>
        <a:latin typeface="+mn-lt"/>
        <a:ea typeface="+mn-ea"/>
        <a:cs typeface="+mn-cs"/>
      </a:defRPr>
    </a:lvl6pPr>
    <a:lvl7pPr marL="2742037" algn="l" defTabSz="914012" rtl="0" eaLnBrk="1" latinLnBrk="0" hangingPunct="1">
      <a:defRPr sz="1200" kern="1200">
        <a:solidFill>
          <a:schemeClr val="tx1"/>
        </a:solidFill>
        <a:latin typeface="+mn-lt"/>
        <a:ea typeface="+mn-ea"/>
        <a:cs typeface="+mn-cs"/>
      </a:defRPr>
    </a:lvl7pPr>
    <a:lvl8pPr marL="3199044" algn="l" defTabSz="914012" rtl="0" eaLnBrk="1" latinLnBrk="0" hangingPunct="1">
      <a:defRPr sz="1200" kern="1200">
        <a:solidFill>
          <a:schemeClr val="tx1"/>
        </a:solidFill>
        <a:latin typeface="+mn-lt"/>
        <a:ea typeface="+mn-ea"/>
        <a:cs typeface="+mn-cs"/>
      </a:defRPr>
    </a:lvl8pPr>
    <a:lvl9pPr marL="3656050" algn="l" defTabSz="91401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DC039E0-F273-45FC-8AAB-C5D99D8EEACB}" type="slidenum">
              <a:rPr kumimoji="0" lang="en-US"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
        <p:nvSpPr>
          <p:cNvPr id="358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7591544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11.xml"/><Relationship Id="rId7" Type="http://schemas.openxmlformats.org/officeDocument/2006/relationships/image" Target="../media/image8.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2.bin"/><Relationship Id="rId5" Type="http://schemas.openxmlformats.org/officeDocument/2006/relationships/slideMaster" Target="../slideMasters/slideMaster2.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0.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23.xml"/><Relationship Id="rId7" Type="http://schemas.openxmlformats.org/officeDocument/2006/relationships/image" Target="../media/image8.emf"/><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oleObject" Target="../embeddings/oleObject4.bin"/><Relationship Id="rId5" Type="http://schemas.openxmlformats.org/officeDocument/2006/relationships/slideMaster" Target="../slideMasters/slideMaster3.xml"/><Relationship Id="rId10" Type="http://schemas.openxmlformats.org/officeDocument/2006/relationships/image" Target="../media/image2.png"/><Relationship Id="rId4" Type="http://schemas.openxmlformats.org/officeDocument/2006/relationships/tags" Target="../tags/tag24.xml"/><Relationship Id="rId9"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35.xml"/><Relationship Id="rId7" Type="http://schemas.openxmlformats.org/officeDocument/2006/relationships/image" Target="../media/image8.emf"/><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oleObject" Target="../embeddings/oleObject6.bin"/><Relationship Id="rId5" Type="http://schemas.openxmlformats.org/officeDocument/2006/relationships/slideMaster" Target="../slideMasters/slideMaster4.xml"/><Relationship Id="rId10" Type="http://schemas.openxmlformats.org/officeDocument/2006/relationships/image" Target="../media/image2.png"/><Relationship Id="rId4" Type="http://schemas.openxmlformats.org/officeDocument/2006/relationships/tags" Target="../tags/tag36.xml"/><Relationship Id="rId9" Type="http://schemas.openxmlformats.org/officeDocument/2006/relationships/image" Target="../media/image10.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47.xml"/><Relationship Id="rId7" Type="http://schemas.openxmlformats.org/officeDocument/2006/relationships/image" Target="../media/image8.emf"/><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oleObject" Target="../embeddings/oleObject8.bin"/><Relationship Id="rId5" Type="http://schemas.openxmlformats.org/officeDocument/2006/relationships/slideMaster" Target="../slideMasters/slideMaster5.xml"/><Relationship Id="rId10" Type="http://schemas.openxmlformats.org/officeDocument/2006/relationships/image" Target="../media/image2.png"/><Relationship Id="rId4" Type="http://schemas.openxmlformats.org/officeDocument/2006/relationships/tags" Target="../tags/tag48.xml"/><Relationship Id="rId9" Type="http://schemas.openxmlformats.org/officeDocument/2006/relationships/image" Target="../media/image10.emf"/></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59.xml"/><Relationship Id="rId7" Type="http://schemas.openxmlformats.org/officeDocument/2006/relationships/image" Target="../media/image8.emf"/><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oleObject" Target="../embeddings/oleObject2.bin"/><Relationship Id="rId5" Type="http://schemas.openxmlformats.org/officeDocument/2006/relationships/slideMaster" Target="../slideMasters/slideMaster6.xml"/><Relationship Id="rId10" Type="http://schemas.openxmlformats.org/officeDocument/2006/relationships/image" Target="../media/image2.png"/><Relationship Id="rId4" Type="http://schemas.openxmlformats.org/officeDocument/2006/relationships/tags" Target="../tags/tag60.xml"/><Relationship Id="rId9" Type="http://schemas.openxmlformats.org/officeDocument/2006/relationships/image" Target="../media/image10.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71.xml"/><Relationship Id="rId7" Type="http://schemas.openxmlformats.org/officeDocument/2006/relationships/image" Target="../media/image8.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oleObject" Target="../embeddings/oleObject2.bin"/><Relationship Id="rId5" Type="http://schemas.openxmlformats.org/officeDocument/2006/relationships/slideMaster" Target="../slideMasters/slideMaster8.xml"/><Relationship Id="rId10" Type="http://schemas.openxmlformats.org/officeDocument/2006/relationships/image" Target="../media/image2.png"/><Relationship Id="rId4" Type="http://schemas.openxmlformats.org/officeDocument/2006/relationships/tags" Target="../tags/tag72.xml"/><Relationship Id="rId9" Type="http://schemas.openxmlformats.org/officeDocument/2006/relationships/image" Target="../media/image10.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3"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23" name="Rectangle 22"/>
          <p:cNvSpPr/>
          <p:nvPr userDrawn="1"/>
        </p:nvSpPr>
        <p:spPr>
          <a:xfrm>
            <a:off x="4"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4"/>
            <a:ext cx="2057400" cy="1980000"/>
          </a:xfrm>
          <a:prstGeom prst="rect">
            <a:avLst/>
          </a:prstGeom>
        </p:spPr>
      </p:pic>
      <p:sp>
        <p:nvSpPr>
          <p:cNvPr id="30" name="TextBox 29"/>
          <p:cNvSpPr txBox="1"/>
          <p:nvPr userDrawn="1"/>
        </p:nvSpPr>
        <p:spPr>
          <a:xfrm>
            <a:off x="-76200" y="5257803"/>
            <a:ext cx="2209800" cy="547657"/>
          </a:xfrm>
          <a:prstGeom prst="rect">
            <a:avLst/>
          </a:prstGeom>
          <a:noFill/>
        </p:spPr>
        <p:txBody>
          <a:bodyPr wrap="square" lIns="91402" tIns="45701" rIns="91402" bIns="45701"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itle 1"/>
          <p:cNvSpPr>
            <a:spLocks noGrp="1"/>
          </p:cNvSpPr>
          <p:nvPr userDrawn="1">
            <p:ph type="title" hasCustomPrompt="1"/>
          </p:nvPr>
        </p:nvSpPr>
        <p:spPr>
          <a:xfrm>
            <a:off x="2514604" y="3810004"/>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3"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6" name="Rectangle 5"/>
          <p:cNvSpPr/>
          <p:nvPr userDrawn="1"/>
        </p:nvSpPr>
        <p:spPr>
          <a:xfrm>
            <a:off x="4"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4"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4" y="3810004"/>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4"/>
            <a:ext cx="2057400" cy="1980000"/>
          </a:xfrm>
          <a:prstGeom prst="rect">
            <a:avLst/>
          </a:prstGeom>
        </p:spPr>
      </p:pic>
      <p:sp>
        <p:nvSpPr>
          <p:cNvPr id="14" name="TextBox 13"/>
          <p:cNvSpPr txBox="1"/>
          <p:nvPr userDrawn="1"/>
        </p:nvSpPr>
        <p:spPr>
          <a:xfrm>
            <a:off x="-76200" y="5257803"/>
            <a:ext cx="2209800" cy="547657"/>
          </a:xfrm>
          <a:prstGeom prst="rect">
            <a:avLst/>
          </a:prstGeom>
          <a:noFill/>
        </p:spPr>
        <p:txBody>
          <a:bodyPr wrap="square" lIns="91402" tIns="45701" rIns="91402" bIns="45701"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5"/>
            <a:ext cx="1905000" cy="280742"/>
          </a:xfrm>
          <a:prstGeom prst="rect">
            <a:avLst/>
          </a:prstGeom>
          <a:noFill/>
        </p:spPr>
        <p:txBody>
          <a:bodyPr wrap="square" lIns="91402" tIns="45701" rIns="91402" bIns="45701"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4"/>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4" y="3"/>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18" name="Rectangle 17"/>
          <p:cNvSpPr/>
          <p:nvPr userDrawn="1"/>
        </p:nvSpPr>
        <p:spPr>
          <a:xfrm>
            <a:off x="5778504"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12" name="TextBox 11"/>
          <p:cNvSpPr txBox="1"/>
          <p:nvPr userDrawn="1"/>
        </p:nvSpPr>
        <p:spPr>
          <a:xfrm>
            <a:off x="6858000" y="762003"/>
            <a:ext cx="2209800" cy="547657"/>
          </a:xfrm>
          <a:prstGeom prst="rect">
            <a:avLst/>
          </a:prstGeom>
          <a:noFill/>
        </p:spPr>
        <p:txBody>
          <a:bodyPr wrap="square" lIns="91402" tIns="45701" rIns="91402" bIns="45701"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41"/>
            <a:ext cx="8229600" cy="4525963"/>
          </a:xfrm>
        </p:spPr>
        <p:txBody>
          <a:bodyPr/>
          <a:lstStyle>
            <a:lvl1pPr marL="342754" marR="0" indent="-342754" algn="l" defTabSz="914012"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636" marR="0" indent="-285630" algn="l" defTabSz="914012"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UGC Act</a:t>
            </a:r>
          </a:p>
        </p:txBody>
      </p:sp>
      <p:grpSp>
        <p:nvGrpSpPr>
          <p:cNvPr id="2" name="Group 11"/>
          <p:cNvGrpSpPr/>
          <p:nvPr userDrawn="1"/>
        </p:nvGrpSpPr>
        <p:grpSpPr>
          <a:xfrm>
            <a:off x="2083892"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grpSp>
        <p:nvGrpSpPr>
          <p:cNvPr id="4" name="Group 18"/>
          <p:cNvGrpSpPr/>
          <p:nvPr userDrawn="1"/>
        </p:nvGrpSpPr>
        <p:grpSpPr>
          <a:xfrm>
            <a:off x="2133600" y="6553204"/>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23" name="Slide Number Placeholder 2"/>
          <p:cNvSpPr>
            <a:spLocks noGrp="1"/>
          </p:cNvSpPr>
          <p:nvPr>
            <p:ph type="sldNum" sz="quarter" idx="11"/>
          </p:nvPr>
        </p:nvSpPr>
        <p:spPr>
          <a:xfrm>
            <a:off x="381000" y="6492875"/>
            <a:ext cx="2133600" cy="365125"/>
          </a:xfrm>
        </p:spPr>
        <p:txBody>
          <a:bodyPr/>
          <a:lstStyle>
            <a:lvl1pPr>
              <a:defRPr sz="1600"/>
            </a:lvl1pPr>
          </a:lstStyle>
          <a:p>
            <a:fld id="{BD0827E9-CFC9-46E1-A7D1-8887B5DA61FF}"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AC55C652-FC7F-4E15-B2B8-09AF2DB910E4}"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lIns="91402" tIns="45701" rIns="91402" bIns="45701"/>
          <a:lstStyle/>
          <a:p>
            <a:endParaRPr lang="en-US">
              <a:solidFill>
                <a:prstClr val="black"/>
              </a:solidFill>
            </a:endParaRPr>
          </a:p>
        </p:txBody>
      </p:sp>
      <p:sp>
        <p:nvSpPr>
          <p:cNvPr id="4" name="Footer Placeholder 3"/>
          <p:cNvSpPr>
            <a:spLocks noGrp="1"/>
          </p:cNvSpPr>
          <p:nvPr>
            <p:ph type="ftr" sz="quarter" idx="11"/>
          </p:nvPr>
        </p:nvSpPr>
        <p:spPr>
          <a:xfrm>
            <a:off x="3124201" y="6356350"/>
            <a:ext cx="2895600" cy="365125"/>
          </a:xfrm>
          <a:prstGeom prst="rect">
            <a:avLst/>
          </a:prstGeom>
        </p:spPr>
        <p:txBody>
          <a:bodyPr lIns="91402" tIns="45701" rIns="91402" bIns="45701"/>
          <a:lstStyle/>
          <a:p>
            <a:endParaRPr lang="en-US">
              <a:solidFill>
                <a:prstClr val="black"/>
              </a:solidFill>
            </a:endParaRPr>
          </a:p>
        </p:txBody>
      </p:sp>
      <p:sp>
        <p:nvSpPr>
          <p:cNvPr id="5" name="Slide Number Placeholder 4"/>
          <p:cNvSpPr>
            <a:spLocks noGrp="1"/>
          </p:cNvSpPr>
          <p:nvPr>
            <p:ph type="sldNum" sz="quarter" idx="12"/>
          </p:nvPr>
        </p:nvSpPr>
        <p:spPr/>
        <p:txBody>
          <a:body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3" name="Content Placeholder 2"/>
          <p:cNvSpPr>
            <a:spLocks noGrp="1"/>
          </p:cNvSpPr>
          <p:nvPr userDrawn="1">
            <p:ph sz="half" idx="1" hasCustomPrompt="1"/>
          </p:nvPr>
        </p:nvSpPr>
        <p:spPr>
          <a:xfrm>
            <a:off x="457200" y="1600205"/>
            <a:ext cx="4038600" cy="4525963"/>
          </a:xfrm>
        </p:spPr>
        <p:txBody>
          <a:bodyPr/>
          <a:lstStyle>
            <a:lvl1pPr marL="342754" marR="0" indent="-342754" algn="l" defTabSz="914012"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636" marR="0" indent="-285630" algn="l" defTabSz="914012"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5"/>
            <a:ext cx="4038600" cy="4525963"/>
          </a:xfrm>
        </p:spPr>
        <p:txBody>
          <a:bodyPr/>
          <a:lstStyle>
            <a:lvl1pPr marL="342754" marR="0" indent="-342754" algn="l" defTabSz="914012"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636" marR="0" indent="-285630" algn="l" defTabSz="914012"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19"/>
          <p:cNvGrpSpPr/>
          <p:nvPr userDrawn="1"/>
        </p:nvGrpSpPr>
        <p:grpSpPr>
          <a:xfrm>
            <a:off x="0" y="1295404"/>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4"/>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4" y="1535112"/>
            <a:ext cx="4040188" cy="827087"/>
          </a:xfrm>
        </p:spPr>
        <p:txBody>
          <a:bodyPr anchor="b"/>
          <a:lstStyle>
            <a:lvl1pPr marL="0" indent="0">
              <a:buNone/>
              <a:defRPr sz="2400" b="1"/>
            </a:lvl1pPr>
            <a:lvl2pPr marL="457008" indent="0">
              <a:buNone/>
              <a:defRPr sz="2000" b="1"/>
            </a:lvl2pPr>
            <a:lvl3pPr marL="914012" indent="0">
              <a:buNone/>
              <a:defRPr sz="1800" b="1"/>
            </a:lvl3pPr>
            <a:lvl4pPr marL="1371020" indent="0">
              <a:buNone/>
              <a:defRPr sz="1600" b="1"/>
            </a:lvl4pPr>
            <a:lvl5pPr marL="1828025" indent="0">
              <a:buNone/>
              <a:defRPr sz="1600" b="1"/>
            </a:lvl5pPr>
            <a:lvl6pPr marL="2285032" indent="0">
              <a:buNone/>
              <a:defRPr sz="1600" b="1"/>
            </a:lvl6pPr>
            <a:lvl7pPr marL="2742037" indent="0">
              <a:buNone/>
              <a:defRPr sz="1600" b="1"/>
            </a:lvl7pPr>
            <a:lvl8pPr marL="3199044" indent="0">
              <a:buNone/>
              <a:defRPr sz="1600" b="1"/>
            </a:lvl8pPr>
            <a:lvl9pPr marL="365605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4"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2"/>
            <a:ext cx="4041775" cy="827087"/>
          </a:xfrm>
        </p:spPr>
        <p:txBody>
          <a:bodyPr anchor="b"/>
          <a:lstStyle>
            <a:lvl1pPr marL="0" indent="0">
              <a:buNone/>
              <a:defRPr sz="2400" b="1"/>
            </a:lvl1pPr>
            <a:lvl2pPr marL="457008" indent="0">
              <a:buNone/>
              <a:defRPr sz="2000" b="1"/>
            </a:lvl2pPr>
            <a:lvl3pPr marL="914012" indent="0">
              <a:buNone/>
              <a:defRPr sz="1800" b="1"/>
            </a:lvl3pPr>
            <a:lvl4pPr marL="1371020" indent="0">
              <a:buNone/>
              <a:defRPr sz="1600" b="1"/>
            </a:lvl4pPr>
            <a:lvl5pPr marL="1828025" indent="0">
              <a:buNone/>
              <a:defRPr sz="1600" b="1"/>
            </a:lvl5pPr>
            <a:lvl6pPr marL="2285032" indent="0">
              <a:buNone/>
              <a:defRPr sz="1600" b="1"/>
            </a:lvl6pPr>
            <a:lvl7pPr marL="2742037" indent="0">
              <a:buNone/>
              <a:defRPr sz="1600" b="1"/>
            </a:lvl7pPr>
            <a:lvl8pPr marL="3199044" indent="0">
              <a:buNone/>
              <a:defRPr sz="1600" b="1"/>
            </a:lvl8pPr>
            <a:lvl9pPr marL="365605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10"/>
          <p:cNvGrpSpPr/>
          <p:nvPr userDrawn="1"/>
        </p:nvGrpSpPr>
        <p:grpSpPr>
          <a:xfrm>
            <a:off x="0" y="1295404"/>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4"/>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21" name="TextBox 20"/>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5"/>
          <p:cNvGrpSpPr/>
          <p:nvPr userDrawn="1"/>
        </p:nvGrpSpPr>
        <p:grpSpPr>
          <a:xfrm>
            <a:off x="0" y="1295404"/>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4"/>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16" name="TextBox 15"/>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5"/>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600205"/>
            <a:ext cx="3008313" cy="4525963"/>
          </a:xfrm>
        </p:spPr>
        <p:txBody>
          <a:bodyPr/>
          <a:lstStyle>
            <a:lvl1pPr marL="0" indent="0">
              <a:buNone/>
              <a:defRPr sz="1400"/>
            </a:lvl1pPr>
            <a:lvl2pPr marL="457008" indent="0">
              <a:buNone/>
              <a:defRPr sz="1200"/>
            </a:lvl2pPr>
            <a:lvl3pPr marL="914012" indent="0">
              <a:buNone/>
              <a:defRPr sz="1000"/>
            </a:lvl3pPr>
            <a:lvl4pPr marL="1371020" indent="0">
              <a:buNone/>
              <a:defRPr sz="900"/>
            </a:lvl4pPr>
            <a:lvl5pPr marL="1828025" indent="0">
              <a:buNone/>
              <a:defRPr sz="900"/>
            </a:lvl5pPr>
            <a:lvl6pPr marL="2285032" indent="0">
              <a:buNone/>
              <a:defRPr sz="900"/>
            </a:lvl6pPr>
            <a:lvl7pPr marL="2742037" indent="0">
              <a:buNone/>
              <a:defRPr sz="900"/>
            </a:lvl7pPr>
            <a:lvl8pPr marL="3199044" indent="0">
              <a:buNone/>
              <a:defRPr sz="900"/>
            </a:lvl8pPr>
            <a:lvl9pPr marL="365605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8"/>
          <p:cNvGrpSpPr/>
          <p:nvPr userDrawn="1"/>
        </p:nvGrpSpPr>
        <p:grpSpPr>
          <a:xfrm>
            <a:off x="0" y="1295404"/>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4"/>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20" name="TextBox 19"/>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799"/>
            <a:ext cx="5486400" cy="3429001"/>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008" indent="0">
              <a:buNone/>
              <a:defRPr sz="2800"/>
            </a:lvl2pPr>
            <a:lvl3pPr marL="914012" indent="0">
              <a:buNone/>
              <a:defRPr sz="2400"/>
            </a:lvl3pPr>
            <a:lvl4pPr marL="1371020" indent="0">
              <a:buNone/>
              <a:defRPr sz="2000"/>
            </a:lvl4pPr>
            <a:lvl5pPr marL="1828025" indent="0">
              <a:buNone/>
              <a:defRPr sz="2000"/>
            </a:lvl5pPr>
            <a:lvl6pPr marL="2285032" indent="0">
              <a:buNone/>
              <a:defRPr sz="2000"/>
            </a:lvl6pPr>
            <a:lvl7pPr marL="2742037" indent="0">
              <a:buNone/>
              <a:defRPr sz="2000"/>
            </a:lvl7pPr>
            <a:lvl8pPr marL="3199044" indent="0">
              <a:buNone/>
              <a:defRPr sz="2000"/>
            </a:lvl8pPr>
            <a:lvl9pPr marL="365605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008" indent="0">
              <a:buNone/>
              <a:defRPr sz="1200"/>
            </a:lvl2pPr>
            <a:lvl3pPr marL="914012" indent="0">
              <a:buNone/>
              <a:defRPr sz="1000"/>
            </a:lvl3pPr>
            <a:lvl4pPr marL="1371020" indent="0">
              <a:buNone/>
              <a:defRPr sz="900"/>
            </a:lvl4pPr>
            <a:lvl5pPr marL="1828025" indent="0">
              <a:buNone/>
              <a:defRPr sz="900"/>
            </a:lvl5pPr>
            <a:lvl6pPr marL="2285032" indent="0">
              <a:buNone/>
              <a:defRPr sz="900"/>
            </a:lvl6pPr>
            <a:lvl7pPr marL="2742037" indent="0">
              <a:buNone/>
              <a:defRPr sz="900"/>
            </a:lvl7pPr>
            <a:lvl8pPr marL="3199044" indent="0">
              <a:buNone/>
              <a:defRPr sz="900"/>
            </a:lvl8pPr>
            <a:lvl9pPr marL="365605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4"/>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4"/>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17" name="TextBox 16"/>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19"/>
          <p:cNvGrpSpPr/>
          <p:nvPr userDrawn="1"/>
        </p:nvGrpSpPr>
        <p:grpSpPr>
          <a:xfrm>
            <a:off x="0" y="1295404"/>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4"/>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31" name="TextBox 30"/>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4" y="38100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4"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7"/>
          <p:cNvGrpSpPr/>
          <p:nvPr userDrawn="1"/>
        </p:nvGrpSpPr>
        <p:grpSpPr>
          <a:xfrm rot="5400000">
            <a:off x="5006340" y="2567944"/>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52"/>
            <a:ext cx="2193193" cy="692697"/>
          </a:xfrm>
          <a:prstGeom prst="rect">
            <a:avLst/>
          </a:prstGeom>
        </p:spPr>
      </p:pic>
      <p:sp>
        <p:nvSpPr>
          <p:cNvPr id="18" name="TextBox 17"/>
          <p:cNvSpPr txBox="1"/>
          <p:nvPr userDrawn="1"/>
        </p:nvSpPr>
        <p:spPr>
          <a:xfrm rot="5400000">
            <a:off x="-2794424" y="3807478"/>
            <a:ext cx="5867400" cy="233652"/>
          </a:xfrm>
          <a:prstGeom prst="rect">
            <a:avLst/>
          </a:prstGeom>
          <a:noFill/>
        </p:spPr>
        <p:txBody>
          <a:bodyPr wrap="square" lIns="91402" tIns="45701" rIns="91402" bIns="45701"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4" name="Rectangle 3"/>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pic>
        <p:nvPicPr>
          <p:cNvPr id="5" name="Picture 8" descr="Picture 7.png"/>
          <p:cNvPicPr>
            <a:picLocks noChangeAspect="1"/>
          </p:cNvPicPr>
          <p:nvPr userDrawn="1"/>
        </p:nvPicPr>
        <p:blipFill>
          <a:blip r:embed="rId3"/>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7" name="Rectangle 6"/>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8" name="Rectangle 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9" name="TextBox 8"/>
          <p:cNvSpPr txBox="1"/>
          <p:nvPr userDrawn="1"/>
        </p:nvSpPr>
        <p:spPr>
          <a:xfrm>
            <a:off x="6858000" y="762000"/>
            <a:ext cx="2209800" cy="554038"/>
          </a:xfrm>
          <a:prstGeom prst="rect">
            <a:avLst/>
          </a:prstGeom>
          <a:noFill/>
        </p:spPr>
        <p:txBody>
          <a:bodyPr>
            <a:spAutoFit/>
          </a:bodyPr>
          <a:lstStyle/>
          <a:p>
            <a:pPr algn="ctr">
              <a:defRPr/>
            </a:pPr>
            <a:r>
              <a:rPr lang="en-US" sz="2900" b="1" spc="-150" dirty="0">
                <a:solidFill>
                  <a:srgbClr val="FFFFFF"/>
                </a:solidFill>
                <a:latin typeface="+mn-lt"/>
                <a:cs typeface="Arial"/>
              </a:rPr>
              <a:t>BITS</a:t>
            </a:r>
            <a:r>
              <a:rPr lang="en-US" sz="2900" spc="-150" dirty="0">
                <a:solidFill>
                  <a:srgbClr val="FFFFFF"/>
                </a:solidFill>
                <a:latin typeface="+mn-lt"/>
                <a:cs typeface="Arial"/>
              </a:rPr>
              <a:t> Pilani</a:t>
            </a:r>
          </a:p>
        </p:txBody>
      </p:sp>
      <p:sp>
        <p:nvSpPr>
          <p:cNvPr id="10" name="TextBox 9"/>
          <p:cNvSpPr txBox="1">
            <a:spLocks noChangeArrowheads="1"/>
          </p:cNvSpPr>
          <p:nvPr userDrawn="1"/>
        </p:nvSpPr>
        <p:spPr bwMode="auto">
          <a:xfrm>
            <a:off x="7086600" y="1171575"/>
            <a:ext cx="1905000" cy="276225"/>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4C6C658E-76A0-49DC-842D-6BAA93253E84}" type="slidenum">
              <a:rPr lang="en-US" altLang="en-US"/>
              <a:pPr/>
              <a:t>‹#›</a:t>
            </a:fld>
            <a:endParaRPr lang="en-US" altLang="en-US"/>
          </a:p>
        </p:txBody>
      </p:sp>
    </p:spTree>
    <p:extLst>
      <p:ext uri="{BB962C8B-B14F-4D97-AF65-F5344CB8AC3E}">
        <p14:creationId xmlns:p14="http://schemas.microsoft.com/office/powerpoint/2010/main" val="836328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3B08C3BD-7C5D-4FDC-B1A6-06A69244EC18}" type="slidenum">
              <a:rPr lang="en-US" altLang="en-US"/>
              <a:pPr/>
              <a:t>‹#›</a:t>
            </a:fld>
            <a:endParaRPr lang="en-US" altLang="en-US"/>
          </a:p>
        </p:txBody>
      </p:sp>
    </p:spTree>
    <p:extLst>
      <p:ext uri="{BB962C8B-B14F-4D97-AF65-F5344CB8AC3E}">
        <p14:creationId xmlns:p14="http://schemas.microsoft.com/office/powerpoint/2010/main" val="11860521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3" name="Footer Placeholder 2"/>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C80F007E-9FA6-4B7E-A5CD-8A22DEFAC437}" type="slidenum">
              <a:rPr lang="en-US" altLang="en-US"/>
              <a:pPr/>
              <a:t>‹#›</a:t>
            </a:fld>
            <a:endParaRPr lang="en-US" altLang="en-US"/>
          </a:p>
        </p:txBody>
      </p:sp>
    </p:spTree>
    <p:extLst>
      <p:ext uri="{BB962C8B-B14F-4D97-AF65-F5344CB8AC3E}">
        <p14:creationId xmlns:p14="http://schemas.microsoft.com/office/powerpoint/2010/main" val="23977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5" name="Footer Placeholder 4"/>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38C9E3B4-6F32-4F8A-BEC1-34217B1F27EF}" type="slidenum">
              <a:rPr lang="en-US" altLang="en-US"/>
              <a:pPr/>
              <a:t>‹#›</a:t>
            </a:fld>
            <a:endParaRPr lang="en-US" altLang="en-US"/>
          </a:p>
        </p:txBody>
      </p:sp>
    </p:spTree>
    <p:extLst>
      <p:ext uri="{BB962C8B-B14F-4D97-AF65-F5344CB8AC3E}">
        <p14:creationId xmlns:p14="http://schemas.microsoft.com/office/powerpoint/2010/main" val="1014536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0427507"/>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3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780319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22150822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63930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0427507"/>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3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7803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22150822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63930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2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latin typeface="Arial"/>
                <a:ea typeface="ＭＳ Ｐゴシック"/>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latin typeface="Arial"/>
                <a:ea typeface="ＭＳ Ｐゴシック"/>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latin typeface="Arial"/>
                <a:ea typeface="ＭＳ Ｐゴシック"/>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latin typeface="Arial"/>
                  <a:ea typeface="ＭＳ Ｐゴシック"/>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25762362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latin typeface="Arial"/>
                  <a:ea typeface="ＭＳ Ｐゴシック"/>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4783872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5139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63758595"/>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2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17" y="17"/>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3238" fontAlgn="base">
                <a:spcBef>
                  <a:spcPct val="0"/>
                </a:spcBef>
                <a:spcAft>
                  <a:spcPct val="0"/>
                </a:spcAft>
              </a:pPr>
              <a:endParaRPr lang="en-US" sz="1600" dirty="0">
                <a:solidFill>
                  <a:srgbClr val="000000"/>
                </a:solidFill>
                <a:latin typeface="Arial"/>
                <a:ea typeface="ＭＳ Ｐゴシック"/>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3238" fontAlgn="base">
                <a:spcBef>
                  <a:spcPct val="0"/>
                </a:spcBef>
                <a:spcAft>
                  <a:spcPct val="0"/>
                </a:spcAft>
              </a:pPr>
              <a:endParaRPr lang="en-US" sz="1600" dirty="0">
                <a:solidFill>
                  <a:srgbClr val="000000"/>
                </a:solidFill>
                <a:latin typeface="Arial"/>
                <a:ea typeface="ＭＳ Ｐゴシック"/>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3238" fontAlgn="base">
                <a:spcBef>
                  <a:spcPct val="0"/>
                </a:spcBef>
                <a:spcAft>
                  <a:spcPct val="0"/>
                </a:spcAft>
              </a:pPr>
              <a:endParaRPr lang="en-US" sz="1600" dirty="0">
                <a:solidFill>
                  <a:srgbClr val="000000"/>
                </a:solidFill>
                <a:latin typeface="Arial"/>
                <a:ea typeface="ＭＳ Ｐゴシック"/>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76" y="6574562"/>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defTabSz="913238"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defTabSz="913238" fontAlgn="base">
                <a:spcBef>
                  <a:spcPct val="0"/>
                </a:spcBef>
                <a:spcAft>
                  <a:spcPct val="0"/>
                </a:spcAft>
              </a:pPr>
              <a:r>
                <a:rPr lang="en-US" sz="900" spc="-153" dirty="0">
                  <a:solidFill>
                    <a:srgbClr val="FFFFFF"/>
                  </a:solidFill>
                  <a:latin typeface="Arial"/>
                  <a:ea typeface="ＭＳ Ｐゴシック"/>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52"/>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31270825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16" y="17"/>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pic>
        <p:nvPicPr>
          <p:cNvPr id="5" name="Picture 4" descr="Picture 7.png"/>
          <p:cNvPicPr>
            <a:picLocks noChangeAspect="1"/>
          </p:cNvPicPr>
          <p:nvPr userDrawn="1"/>
        </p:nvPicPr>
        <p:blipFill>
          <a:blip r:embed="rId3" cstate="print"/>
          <a:srcRect l="1923" b="5336"/>
          <a:stretch>
            <a:fillRect/>
          </a:stretch>
        </p:blipFill>
        <p:spPr>
          <a:xfrm>
            <a:off x="6764470" y="16"/>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defTabSz="913238"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defTabSz="913238" fontAlgn="base">
                <a:spcBef>
                  <a:spcPct val="0"/>
                </a:spcBef>
                <a:spcAft>
                  <a:spcPct val="0"/>
                </a:spcAft>
              </a:pPr>
              <a:r>
                <a:rPr lang="en-US" sz="900" dirty="0">
                  <a:solidFill>
                    <a:srgbClr val="FFFFFF"/>
                  </a:solidFill>
                  <a:latin typeface="Arial"/>
                  <a:ea typeface="ＭＳ Ｐゴシック"/>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00575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52448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2" name="Object 1"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ＭＳ Ｐゴシック"/>
                <a:cs typeface="+mn-cs"/>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3000" b="1" i="0" u="none" strike="noStrike" kern="1200" cap="none" spc="-153" normalizeH="0" baseline="0" noProof="0" dirty="0">
                  <a:ln>
                    <a:noFill/>
                  </a:ln>
                  <a:solidFill>
                    <a:srgbClr val="FFFFFF"/>
                  </a:solidFill>
                  <a:effectLst/>
                  <a:uLnTx/>
                  <a:uFillTx/>
                  <a:latin typeface="Arial"/>
                  <a:ea typeface="ＭＳ Ｐゴシック"/>
                  <a:cs typeface="Arial"/>
                </a:rPr>
                <a:t>BITS</a:t>
              </a:r>
              <a:r>
                <a:rPr kumimoji="0" lang="en-US" sz="3000" b="0" i="0" u="none" strike="noStrike" kern="1200" cap="none" spc="-153" normalizeH="0" baseline="0" noProof="0" dirty="0">
                  <a:ln>
                    <a:noFill/>
                  </a:ln>
                  <a:solidFill>
                    <a:srgbClr val="FFFFFF"/>
                  </a:solidFill>
                  <a:effectLst/>
                  <a:uLnTx/>
                  <a:uFillTx/>
                  <a:latin typeface="Arial"/>
                  <a:ea typeface="ＭＳ Ｐゴシック"/>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153" normalizeH="0" baseline="0" noProof="0" dirty="0">
                  <a:ln>
                    <a:noFill/>
                  </a:ln>
                  <a:solidFill>
                    <a:srgbClr val="FFFFFF"/>
                  </a:solidFill>
                  <a:effectLst/>
                  <a:uLnTx/>
                  <a:uFillTx/>
                  <a:latin typeface="Arial"/>
                  <a:ea typeface="ＭＳ Ｐゴシック"/>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2803282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3000" b="1" i="0" u="none" strike="noStrike" kern="1200" cap="none" spc="-153" normalizeH="0" baseline="0" noProof="0" dirty="0">
                  <a:ln>
                    <a:noFill/>
                  </a:ln>
                  <a:solidFill>
                    <a:srgbClr val="FFFFFF"/>
                  </a:solidFill>
                  <a:effectLst/>
                  <a:uLnTx/>
                  <a:uFillTx/>
                  <a:latin typeface="Arial"/>
                  <a:ea typeface="ＭＳ Ｐゴシック"/>
                  <a:cs typeface="Arial"/>
                </a:rPr>
                <a:t>BITS</a:t>
              </a:r>
              <a:r>
                <a:rPr kumimoji="0" lang="en-US" sz="3000" b="0" i="0" u="none" strike="noStrike" kern="1200" cap="none" spc="-153" normalizeH="0" baseline="0" noProof="0" dirty="0">
                  <a:ln>
                    <a:noFill/>
                  </a:ln>
                  <a:solidFill>
                    <a:srgbClr val="FFFFFF"/>
                  </a:solidFill>
                  <a:effectLst/>
                  <a:uLnTx/>
                  <a:uFillTx/>
                  <a:latin typeface="Arial"/>
                  <a:ea typeface="ＭＳ Ｐゴシック"/>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ＭＳ Ｐゴシック"/>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3125476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13946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6E5833F-0E1F-442D-A79B-7C8B9D61959A}"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F69FA99-C786-4FD1-A018-6C70839E63E5}"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8023174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101141"/>
                </a:solidFill>
                <a:effectLst/>
                <a:uLnTx/>
                <a:uFillTx/>
                <a:latin typeface="Arial" pitchFamily="34" charset="0"/>
                <a:ea typeface="+mn-ea"/>
                <a:cs typeface="Arial" pitchFamily="34" charset="0"/>
              </a:rPr>
              <a:t>BITS </a:t>
            </a:r>
            <a:r>
              <a:rPr kumimoji="0" lang="en-US" sz="1100" b="0" i="0" u="none" strike="noStrike" kern="1200" cap="none" spc="0" normalizeH="0" baseline="0" noProof="0">
                <a:ln>
                  <a:noFill/>
                </a:ln>
                <a:solidFill>
                  <a:srgbClr val="101141"/>
                </a:solidFill>
                <a:effectLst/>
                <a:uLnTx/>
                <a:uFillTx/>
                <a:latin typeface="Arial" pitchFamily="34" charset="0"/>
                <a:ea typeface="+mn-ea"/>
                <a:cs typeface="Arial" pitchFamily="34" charset="0"/>
              </a:rPr>
              <a:t>Pilani, Deemed to be University under Section 3 of UGC Act, 1956</a:t>
            </a:r>
          </a:p>
        </p:txBody>
      </p:sp>
      <p:pic>
        <p:nvPicPr>
          <p:cNvPr id="5" name="Picture 7"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a:grpSpLocks/>
          </p:cNvGrpSpPr>
          <p:nvPr userDrawn="1"/>
        </p:nvGrpSpPr>
        <p:grpSpPr bwMode="auto">
          <a:xfrm>
            <a:off x="2133600" y="65532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3"/>
          <p:cNvSpPr>
            <a:spLocks noGrp="1"/>
          </p:cNvSpPr>
          <p:nvPr>
            <p:ph type="dt" sz="half" idx="10"/>
          </p:nvPr>
        </p:nvSpPr>
        <p:spPr>
          <a:xfrm>
            <a:off x="457200" y="6188075"/>
            <a:ext cx="1447800" cy="365125"/>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256DF75-F7DE-4EAB-8EA1-2EBB2DAEA8CB}"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Footer Placeholder 4"/>
          <p:cNvSpPr>
            <a:spLocks noGrp="1"/>
          </p:cNvSpPr>
          <p:nvPr>
            <p:ph type="ftr" sz="quarter" idx="11"/>
          </p:nvPr>
        </p:nvSpPr>
        <p:spPr>
          <a:xfrm>
            <a:off x="2590800" y="6211888"/>
            <a:ext cx="3810000" cy="365125"/>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6" name="Slide Number Placeholder 5"/>
          <p:cNvSpPr>
            <a:spLocks noGrp="1"/>
          </p:cNvSpPr>
          <p:nvPr>
            <p:ph type="sldNum" sz="quarter" idx="12"/>
          </p:nvPr>
        </p:nvSpPr>
        <p:spPr>
          <a:xfrm>
            <a:off x="6677025" y="6234113"/>
            <a:ext cx="2133600" cy="365125"/>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F4289E3-936E-4574-95A4-C343671BE25A}"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9685066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E359B39-8543-402D-8BEE-35D1F15D0258}"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96E4440-3FAA-46F9-A303-1169C6F8C076}"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2387879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CE4F573-A102-471B-AE73-297DE58949D6}"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D788CAE-1616-4A36-88B2-CB7976DD2367}"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4342524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C44743-515D-4183-B470-5284981728FB}"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0A7C932-9A82-4A41-9B8B-B0594BB63585}"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6128070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TextBox 2"/>
          <p:cNvSpPr txBox="1">
            <a:spLocks noChangeArrowheads="1"/>
          </p:cNvSpPr>
          <p:nvPr userDrawn="1"/>
        </p:nvSpPr>
        <p:spPr bwMode="auto">
          <a:xfrm>
            <a:off x="3276600" y="6596063"/>
            <a:ext cx="5867400" cy="261937"/>
          </a:xfrm>
          <a:prstGeom prst="rect">
            <a:avLst/>
          </a:prstGeom>
          <a:noFill/>
          <a:ln>
            <a:noFill/>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a:ln>
                  <a:noFill/>
                </a:ln>
                <a:solidFill>
                  <a:srgbClr val="101141"/>
                </a:solidFill>
                <a:effectLst/>
                <a:uLnTx/>
                <a:uFillTx/>
                <a:latin typeface="Arial" pitchFamily="34" charset="0"/>
                <a:ea typeface="+mn-ea"/>
                <a:cs typeface="Arial" pitchFamily="34" charset="0"/>
              </a:rPr>
              <a:t>BITS </a:t>
            </a:r>
            <a:r>
              <a:rPr kumimoji="0" lang="en-US" sz="1100" b="0" i="0" u="none" strike="noStrike" kern="1200" cap="none" spc="0" normalizeH="0" baseline="0" noProof="0">
                <a:ln>
                  <a:noFill/>
                </a:ln>
                <a:solidFill>
                  <a:srgbClr val="101141"/>
                </a:solidFill>
                <a:effectLst/>
                <a:uLnTx/>
                <a:uFillTx/>
                <a:latin typeface="Arial" pitchFamily="34" charset="0"/>
                <a:ea typeface="+mn-ea"/>
                <a:cs typeface="Arial" pitchFamily="34" charset="0"/>
              </a:rPr>
              <a:t>Pilani, Deemed to be University under Section 3 of UGC Act, 1956</a:t>
            </a:r>
          </a:p>
        </p:txBody>
      </p:sp>
      <p:pic>
        <p:nvPicPr>
          <p:cNvPr id="4" name="Picture 7" descr="Picture 7.png"/>
          <p:cNvPicPr>
            <a:picLocks noChangeAspect="1"/>
          </p:cNvPicPr>
          <p:nvPr userDrawn="1"/>
        </p:nvPicPr>
        <p:blipFill>
          <a:blip r:embed="rId2" cstate="print">
            <a:extLst>
              <a:ext uri="{28A0092B-C50C-407E-A947-70E740481C1C}">
                <a14:useLocalDpi xmlns:a14="http://schemas.microsoft.com/office/drawing/2010/main" val="0"/>
              </a:ext>
            </a:extLst>
          </a:blip>
          <a:srcRect l="1923" b="5336"/>
          <a:stretch>
            <a:fillRect/>
          </a:stretch>
        </p:blipFill>
        <p:spPr bwMode="auto">
          <a:xfrm>
            <a:off x="6629400"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8"/>
          <p:cNvGrpSpPr>
            <a:grpSpLocks/>
          </p:cNvGrpSpPr>
          <p:nvPr userDrawn="1"/>
        </p:nvGrpSpPr>
        <p:grpSpPr bwMode="auto">
          <a:xfrm>
            <a:off x="2133600" y="65532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9" name="Group 12"/>
          <p:cNvGrpSpPr>
            <a:grpSpLocks/>
          </p:cNvGrpSpPr>
          <p:nvPr userDrawn="1"/>
        </p:nvGrpSpPr>
        <p:grpSpPr bwMode="auto">
          <a:xfrm>
            <a:off x="0" y="12954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p:txBody>
          <a:bodyPr/>
          <a:lstStyle/>
          <a:p>
            <a:r>
              <a:rPr lang="en-US"/>
              <a:t>Click to edit Master title style</a:t>
            </a:r>
          </a:p>
        </p:txBody>
      </p:sp>
      <p:sp>
        <p:nvSpPr>
          <p:cNvPr id="13" name="Date Placeholder 2"/>
          <p:cNvSpPr>
            <a:spLocks noGrp="1"/>
          </p:cNvSpPr>
          <p:nvPr>
            <p:ph type="dt" sz="half" idx="10"/>
          </p:nvPr>
        </p:nvSpPr>
        <p:spPr>
          <a:xfrm>
            <a:off x="457200" y="6356350"/>
            <a:ext cx="1295400" cy="242888"/>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03503CC-F237-46C7-9C09-4E6A1E30DCD8}"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Footer Placeholder 3"/>
          <p:cNvSpPr>
            <a:spLocks noGrp="1"/>
          </p:cNvSpPr>
          <p:nvPr>
            <p:ph type="ftr" sz="quarter" idx="11"/>
          </p:nvPr>
        </p:nvSpPr>
        <p:spPr>
          <a:xfrm>
            <a:off x="2362200" y="6346825"/>
            <a:ext cx="3886200" cy="252413"/>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5" name="Slide Number Placeholder 4"/>
          <p:cNvSpPr>
            <a:spLocks noGrp="1"/>
          </p:cNvSpPr>
          <p:nvPr>
            <p:ph type="sldNum" sz="quarter" idx="12"/>
          </p:nvPr>
        </p:nvSpPr>
        <p:spPr>
          <a:xfrm>
            <a:off x="6815138" y="6356350"/>
            <a:ext cx="2133600" cy="19685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227B137-BBE8-4714-BCD6-7F52BA196613}"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5880770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p:cNvSpPr>
            <a:spLocks noGrp="1"/>
          </p:cNvSpPr>
          <p:nvPr>
            <p:ph type="dt" sz="half" idx="10"/>
          </p:nvPr>
        </p:nvSpPr>
        <p:spPr>
          <a:xfrm>
            <a:off x="457200" y="6356350"/>
            <a:ext cx="1295400" cy="242888"/>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EA4C048-5FFD-4740-8C9F-558D75B54E1F}"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Footer Placeholder 3"/>
          <p:cNvSpPr>
            <a:spLocks noGrp="1"/>
          </p:cNvSpPr>
          <p:nvPr>
            <p:ph type="ftr" sz="quarter" idx="11"/>
          </p:nvPr>
        </p:nvSpPr>
        <p:spPr>
          <a:xfrm>
            <a:off x="2362200" y="6346825"/>
            <a:ext cx="3886200" cy="252413"/>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4"/>
          <p:cNvSpPr>
            <a:spLocks noGrp="1"/>
          </p:cNvSpPr>
          <p:nvPr>
            <p:ph type="sldNum" sz="quarter" idx="12"/>
          </p:nvPr>
        </p:nvSpPr>
        <p:spPr>
          <a:xfrm>
            <a:off x="6815138" y="6356350"/>
            <a:ext cx="2133600" cy="19685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60C15E-5E57-45F1-9184-A967C28DABCF}"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424684044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44488" y="6324600"/>
            <a:ext cx="849312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511534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
          <p:cNvSpPr>
            <a:spLocks noGrp="1"/>
          </p:cNvSpPr>
          <p:nvPr>
            <p:ph type="dt" sz="half" idx="10"/>
          </p:nvPr>
        </p:nvSpPr>
        <p:spPr>
          <a:xfrm>
            <a:off x="457200" y="6356350"/>
            <a:ext cx="1295400" cy="242888"/>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FC1C088-82EF-41B8-99B2-D8EE03A1177C}"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Footer Placeholder 3"/>
          <p:cNvSpPr>
            <a:spLocks noGrp="1"/>
          </p:cNvSpPr>
          <p:nvPr>
            <p:ph type="ftr" sz="quarter" idx="11"/>
          </p:nvPr>
        </p:nvSpPr>
        <p:spPr>
          <a:xfrm>
            <a:off x="2362200" y="6346825"/>
            <a:ext cx="3886200" cy="252413"/>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4"/>
          <p:cNvSpPr>
            <a:spLocks noGrp="1"/>
          </p:cNvSpPr>
          <p:nvPr>
            <p:ph type="sldNum" sz="quarter" idx="12"/>
          </p:nvPr>
        </p:nvSpPr>
        <p:spPr>
          <a:xfrm>
            <a:off x="6815138" y="6356350"/>
            <a:ext cx="2133600" cy="19685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402BF48-7B38-4775-BA58-DFEB7302FC57}"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11614899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p:cNvSpPr>
            <a:spLocks noGrp="1"/>
          </p:cNvSpPr>
          <p:nvPr>
            <p:ph type="dt" sz="half" idx="10"/>
          </p:nvPr>
        </p:nvSpPr>
        <p:spPr>
          <a:xfrm>
            <a:off x="457200" y="6356350"/>
            <a:ext cx="1295400" cy="242888"/>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A33F7B4-176A-4919-AE60-10C15FA132C1}"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5" name="Footer Placeholder 3"/>
          <p:cNvSpPr>
            <a:spLocks noGrp="1"/>
          </p:cNvSpPr>
          <p:nvPr>
            <p:ph type="ftr" sz="quarter" idx="11"/>
          </p:nvPr>
        </p:nvSpPr>
        <p:spPr>
          <a:xfrm>
            <a:off x="2362200" y="6346825"/>
            <a:ext cx="3886200" cy="252413"/>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4"/>
          <p:cNvSpPr>
            <a:spLocks noGrp="1"/>
          </p:cNvSpPr>
          <p:nvPr>
            <p:ph type="sldNum" sz="quarter" idx="12"/>
          </p:nvPr>
        </p:nvSpPr>
        <p:spPr>
          <a:xfrm>
            <a:off x="6815138" y="6356350"/>
            <a:ext cx="2133600" cy="19685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7F78828-6377-4EE4-81B5-D1FA783C99B7}"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1837787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058EA40-F7F6-414A-A878-AA95375A99C3}"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99FD32D-A171-4437-B6D4-C4C2D1D95F02}"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998293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76200" y="3352800"/>
            <a:ext cx="20574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11"/>
          <p:cNvGrpSpPr>
            <a:grpSpLocks/>
          </p:cNvGrpSpPr>
          <p:nvPr userDrawn="1"/>
        </p:nvGrpSpPr>
        <p:grpSpPr bwMode="auto">
          <a:xfrm>
            <a:off x="-76200" y="5257800"/>
            <a:ext cx="2209800" cy="685800"/>
            <a:chOff x="76200" y="2209800"/>
            <a:chExt cx="2209800" cy="685800"/>
          </a:xfrm>
        </p:grpSpPr>
        <p:sp>
          <p:nvSpPr>
            <p:cNvPr id="11" name="TextBox 10"/>
            <p:cNvSpPr txBox="1"/>
            <p:nvPr userDrawn="1"/>
          </p:nvSpPr>
          <p:spPr>
            <a:xfrm>
              <a:off x="76200" y="2209800"/>
              <a:ext cx="2209800" cy="554038"/>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150" normalizeH="0" baseline="0" noProof="0" dirty="0">
                  <a:ln>
                    <a:noFill/>
                  </a:ln>
                  <a:solidFill>
                    <a:prstClr val="white"/>
                  </a:solidFill>
                  <a:effectLst/>
                  <a:uLnTx/>
                  <a:uFillTx/>
                  <a:latin typeface="Arial"/>
                  <a:ea typeface="+mn-ea"/>
                  <a:cs typeface="Arial"/>
                </a:rPr>
                <a:t>BITS</a:t>
              </a:r>
              <a:r>
                <a:rPr kumimoji="0" lang="en-US" sz="2900" b="0" i="0" u="none" strike="noStrike" kern="1200" cap="none" spc="-150" normalizeH="0" baseline="0" noProof="0" dirty="0">
                  <a:ln>
                    <a:noFill/>
                  </a:ln>
                  <a:solidFill>
                    <a:prstClr val="white"/>
                  </a:solidFill>
                  <a:effectLst/>
                  <a:uLnTx/>
                  <a:uFillTx/>
                  <a:latin typeface="Arial"/>
                  <a:ea typeface="+mn-ea"/>
                  <a:cs typeface="Arial"/>
                </a:rPr>
                <a:t> Pilani</a:t>
              </a:r>
            </a:p>
          </p:txBody>
        </p:sp>
        <p:sp>
          <p:nvSpPr>
            <p:cNvPr id="12" name="TextBox 11"/>
            <p:cNvSpPr txBox="1"/>
            <p:nvPr userDrawn="1"/>
          </p:nvSpPr>
          <p:spPr>
            <a:xfrm>
              <a:off x="228600" y="2665413"/>
              <a:ext cx="1905000" cy="230187"/>
            </a:xfrm>
            <a:prstGeom prst="rect">
              <a:avLst/>
            </a:prstGeom>
            <a:noFill/>
          </p:spPr>
          <p:txBody>
            <a:bodyP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50" normalizeH="0" baseline="0" noProof="0" dirty="0">
                  <a:ln>
                    <a:noFill/>
                  </a:ln>
                  <a:solidFill>
                    <a:srgbClr val="FFFFFF"/>
                  </a:solidFill>
                  <a:effectLst/>
                  <a:uLnTx/>
                  <a:uFillTx/>
                  <a:latin typeface="Arial"/>
                  <a:ea typeface="+mn-ea"/>
                  <a:cs typeface="Arial"/>
                </a:rPr>
                <a:t>Pilani | Dubai | Goa | Hyderabad</a:t>
              </a:r>
            </a:p>
          </p:txBody>
        </p:sp>
      </p:gr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5030213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17500" y="722313"/>
            <a:ext cx="8637588" cy="762000"/>
          </a:xfrm>
        </p:spPr>
        <p:txBody>
          <a:bodyPr/>
          <a:lstStyle/>
          <a:p>
            <a:r>
              <a:rPr lang="en-US"/>
              <a:t>Click to edit Master title style</a:t>
            </a:r>
            <a:endParaRPr lang="en-IN"/>
          </a:p>
        </p:txBody>
      </p:sp>
      <p:sp>
        <p:nvSpPr>
          <p:cNvPr id="3" name="ClipArt Placeholder 2"/>
          <p:cNvSpPr>
            <a:spLocks noGrp="1"/>
          </p:cNvSpPr>
          <p:nvPr>
            <p:ph type="clipArt" sz="half" idx="1"/>
          </p:nvPr>
        </p:nvSpPr>
        <p:spPr>
          <a:xfrm>
            <a:off x="328613" y="1941513"/>
            <a:ext cx="4027487" cy="4114800"/>
          </a:xfrm>
        </p:spPr>
        <p:txBody>
          <a:bodyPr/>
          <a:lstStyle/>
          <a:p>
            <a:pPr lvl="0"/>
            <a:endParaRPr lang="en-IN" noProof="0"/>
          </a:p>
        </p:txBody>
      </p:sp>
      <p:sp>
        <p:nvSpPr>
          <p:cNvPr id="4" name="Text Placeholder 3"/>
          <p:cNvSpPr>
            <a:spLocks noGrp="1"/>
          </p:cNvSpPr>
          <p:nvPr>
            <p:ph type="body" sz="half" idx="2"/>
          </p:nvPr>
        </p:nvSpPr>
        <p:spPr>
          <a:xfrm>
            <a:off x="4508500" y="1941513"/>
            <a:ext cx="402907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3433763" y="6343650"/>
            <a:ext cx="1905000" cy="457200"/>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a:xfrm>
            <a:off x="6108700" y="6343650"/>
            <a:ext cx="2895600" cy="457200"/>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a:xfrm>
            <a:off x="146050" y="6361113"/>
            <a:ext cx="1905000" cy="457200"/>
          </a:xfrm>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713B4FB-0102-4E0A-9CBC-D779AB38DAAD}"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38787217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26" hidden="1"/>
          <p:cNvGraphicFramePr>
            <a:graphicFrameLocks noChangeAspect="1"/>
          </p:cNvGraphicFramePr>
          <p:nvPr userDrawn="1">
            <p:custDataLst>
              <p:tags r:id="rId1"/>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26"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2" descr="\\Server\D\jyoti\FI023_BITS_v1\styleguide img\IMG_5627_b.jpg"/>
          <p:cNvPicPr>
            <a:picLocks noChangeAspect="1" noChangeArrowheads="1"/>
          </p:cNvPicPr>
          <p:nvPr userDrawn="1">
            <p:custDataLst>
              <p:tags r:id="rId2"/>
            </p:custDataLst>
          </p:nvPr>
        </p:nvPicPr>
        <p:blipFill>
          <a:blip r:embed="rId8">
            <a:extLst>
              <a:ext uri="{28A0092B-C50C-407E-A947-70E740481C1C}">
                <a14:useLocalDpi xmlns:a14="http://schemas.microsoft.com/office/drawing/2010/main" val="0"/>
              </a:ext>
            </a:extLst>
          </a:blip>
          <a:srcRect r="5666" b="5637"/>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Title Elements"/>
          <p:cNvGrpSpPr>
            <a:grpSpLocks/>
          </p:cNvGrpSpPr>
          <p:nvPr>
            <p:custDataLst>
              <p:tags r:id="rId3"/>
            </p:custDataLst>
          </p:nvPr>
        </p:nvGrpSpPr>
        <p:grpSpPr bwMode="auto">
          <a:xfrm>
            <a:off x="0" y="0"/>
            <a:ext cx="9140825" cy="6859588"/>
            <a:chOff x="0" y="0"/>
            <a:chExt cx="5643" cy="4235"/>
          </a:xfrm>
        </p:grpSpPr>
        <p:sp>
          <p:nvSpPr>
            <p:cNvPr id="7"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2813"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sp>
          <p:nvSpPr>
            <p:cNvPr id="8"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2813"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sp>
          <p:nvSpPr>
            <p:cNvPr id="9"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2813"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grpSp>
      <p:pic>
        <p:nvPicPr>
          <p:cNvPr id="10"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19963" y="6573838"/>
            <a:ext cx="167005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userDrawn="1"/>
        </p:nvSpPr>
        <p:spPr>
          <a:xfrm>
            <a:off x="0" y="3440113"/>
            <a:ext cx="8863013" cy="2798762"/>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Arial" pitchFamily="34" charset="0"/>
            </a:endParaRPr>
          </a:p>
        </p:txBody>
      </p:sp>
      <p:sp>
        <p:nvSpPr>
          <p:cNvPr id="12" name="Rectangle 11"/>
          <p:cNvSpPr/>
          <p:nvPr userDrawn="1"/>
        </p:nvSpPr>
        <p:spPr>
          <a:xfrm>
            <a:off x="2954338" y="6238875"/>
            <a:ext cx="2954337" cy="7778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13" name="Rectangle 12"/>
          <p:cNvSpPr/>
          <p:nvPr userDrawn="1"/>
        </p:nvSpPr>
        <p:spPr>
          <a:xfrm>
            <a:off x="0" y="6238875"/>
            <a:ext cx="2954338" cy="7778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14" name="Rectangle 13"/>
          <p:cNvSpPr/>
          <p:nvPr userDrawn="1"/>
        </p:nvSpPr>
        <p:spPr>
          <a:xfrm>
            <a:off x="5908675" y="6238875"/>
            <a:ext cx="2954338" cy="7778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pic>
        <p:nvPicPr>
          <p:cNvPr id="15" name="Picture 41" descr="BITS_university_logo_whitevert.png"/>
          <p:cNvPicPr>
            <a:picLocks noChangeAspect="1"/>
          </p:cNvPicPr>
          <p:nvPr userDrawn="1"/>
        </p:nvPicPr>
        <p:blipFill>
          <a:blip r:embed="rId10">
            <a:extLst>
              <a:ext uri="{28A0092B-C50C-407E-A947-70E740481C1C}">
                <a14:useLocalDpi xmlns:a14="http://schemas.microsoft.com/office/drawing/2010/main" val="0"/>
              </a:ext>
            </a:extLst>
          </a:blip>
          <a:srcRect t="2" b="28592"/>
          <a:stretch>
            <a:fillRect/>
          </a:stretch>
        </p:blipFill>
        <p:spPr bwMode="auto">
          <a:xfrm>
            <a:off x="77788" y="3440113"/>
            <a:ext cx="2098675"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35"/>
          <p:cNvGrpSpPr>
            <a:grpSpLocks/>
          </p:cNvGrpSpPr>
          <p:nvPr userDrawn="1"/>
        </p:nvGrpSpPr>
        <p:grpSpPr bwMode="auto">
          <a:xfrm>
            <a:off x="-77788" y="5384800"/>
            <a:ext cx="2254251" cy="698500"/>
            <a:chOff x="76200" y="2209800"/>
            <a:chExt cx="2209800" cy="685800"/>
          </a:xfrm>
        </p:grpSpPr>
        <p:sp>
          <p:nvSpPr>
            <p:cNvPr id="17" name="TextBox 16"/>
            <p:cNvSpPr txBox="1"/>
            <p:nvPr userDrawn="1"/>
          </p:nvSpPr>
          <p:spPr>
            <a:xfrm>
              <a:off x="76200" y="2209800"/>
              <a:ext cx="2209800" cy="553316"/>
            </a:xfrm>
            <a:prstGeom prst="rect">
              <a:avLst/>
            </a:prstGeom>
            <a:noFill/>
          </p:spPr>
          <p:txBody>
            <a:bodyPr>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3000" b="1" i="0" u="none" strike="noStrike" kern="1200" cap="none" spc="-153" normalizeH="0" baseline="0" noProof="0" dirty="0">
                  <a:ln>
                    <a:noFill/>
                  </a:ln>
                  <a:solidFill>
                    <a:srgbClr val="FFFFFF"/>
                  </a:solidFill>
                  <a:effectLst/>
                  <a:uLnTx/>
                  <a:uFillTx/>
                  <a:latin typeface="Arial"/>
                  <a:ea typeface="ＭＳ Ｐゴシック"/>
                  <a:cs typeface="Arial"/>
                </a:rPr>
                <a:t>BITS</a:t>
              </a:r>
              <a:r>
                <a:rPr kumimoji="0" lang="en-US" sz="3000" b="0" i="0" u="none" strike="noStrike" kern="1200" cap="none" spc="-153" normalizeH="0" baseline="0" noProof="0" dirty="0">
                  <a:ln>
                    <a:noFill/>
                  </a:ln>
                  <a:solidFill>
                    <a:srgbClr val="FFFFFF"/>
                  </a:solidFill>
                  <a:effectLst/>
                  <a:uLnTx/>
                  <a:uFillTx/>
                  <a:latin typeface="Arial"/>
                  <a:ea typeface="ＭＳ Ｐゴシック"/>
                  <a:cs typeface="Arial"/>
                </a:rPr>
                <a:t> Pilani</a:t>
              </a:r>
            </a:p>
          </p:txBody>
        </p:sp>
        <p:sp>
          <p:nvSpPr>
            <p:cNvPr id="18" name="TextBox 17"/>
            <p:cNvSpPr txBox="1"/>
            <p:nvPr userDrawn="1"/>
          </p:nvSpPr>
          <p:spPr>
            <a:xfrm>
              <a:off x="228708" y="2664922"/>
              <a:ext cx="1904785" cy="230678"/>
            </a:xfrm>
            <a:prstGeom prst="rect">
              <a:avLst/>
            </a:prstGeom>
            <a:noFill/>
          </p:spPr>
          <p:txBody>
            <a:bodyPr>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900" b="0" i="0" u="none" strike="noStrike" kern="1200" cap="none" spc="-153" normalizeH="0" baseline="0" noProof="0" dirty="0">
                  <a:ln>
                    <a:noFill/>
                  </a:ln>
                  <a:solidFill>
                    <a:srgbClr val="FFFFFF"/>
                  </a:solidFill>
                  <a:effectLst/>
                  <a:uLnTx/>
                  <a:uFillTx/>
                  <a:latin typeface="Arial"/>
                  <a:ea typeface="ＭＳ Ｐゴシック"/>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16847777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6" descr="\\Server\D\jyoti\FI023_BITS_v1\styleguide img\IMG_5627_b.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2413" cy="688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userDrawn="1"/>
        </p:nvSpPr>
        <p:spPr>
          <a:xfrm>
            <a:off x="0" y="4254500"/>
            <a:ext cx="9144000" cy="2627313"/>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pic>
        <p:nvPicPr>
          <p:cNvPr id="5" name="Picture 29" descr="Picture 7.png"/>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2941638" y="6805613"/>
            <a:ext cx="2954337" cy="77787"/>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7" name="Rectangle 6"/>
          <p:cNvSpPr/>
          <p:nvPr userDrawn="1"/>
        </p:nvSpPr>
        <p:spPr>
          <a:xfrm>
            <a:off x="-12700" y="6805613"/>
            <a:ext cx="2954338" cy="77787"/>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8" name="Rectangle 7"/>
          <p:cNvSpPr/>
          <p:nvPr userDrawn="1"/>
        </p:nvSpPr>
        <p:spPr>
          <a:xfrm>
            <a:off x="5895975" y="6805613"/>
            <a:ext cx="2954338" cy="77787"/>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grpSp>
        <p:nvGrpSpPr>
          <p:cNvPr id="9" name="Group 9"/>
          <p:cNvGrpSpPr>
            <a:grpSpLocks/>
          </p:cNvGrpSpPr>
          <p:nvPr userDrawn="1"/>
        </p:nvGrpSpPr>
        <p:grpSpPr bwMode="auto">
          <a:xfrm>
            <a:off x="6997700" y="777875"/>
            <a:ext cx="2254250" cy="700088"/>
            <a:chOff x="76200" y="2209800"/>
            <a:chExt cx="2209800" cy="685800"/>
          </a:xfrm>
        </p:grpSpPr>
        <p:sp>
          <p:nvSpPr>
            <p:cNvPr id="10" name="TextBox 9"/>
            <p:cNvSpPr txBox="1"/>
            <p:nvPr userDrawn="1"/>
          </p:nvSpPr>
          <p:spPr>
            <a:xfrm>
              <a:off x="76200" y="2209800"/>
              <a:ext cx="2209800" cy="553616"/>
            </a:xfrm>
            <a:prstGeom prst="rect">
              <a:avLst/>
            </a:prstGeom>
            <a:noFill/>
          </p:spPr>
          <p:txBody>
            <a:bodyPr>
              <a:spAutoFit/>
            </a:bodyPr>
            <a:lstStyle/>
            <a:p>
              <a:pPr marL="0" marR="0" lvl="0" indent="0" algn="ctr" defTabSz="914012" rtl="0" eaLnBrk="1" fontAlgn="base" latinLnBrk="0" hangingPunct="1">
                <a:lnSpc>
                  <a:spcPct val="100000"/>
                </a:lnSpc>
                <a:spcBef>
                  <a:spcPct val="0"/>
                </a:spcBef>
                <a:spcAft>
                  <a:spcPct val="0"/>
                </a:spcAft>
                <a:buClrTx/>
                <a:buSzTx/>
                <a:buFontTx/>
                <a:buNone/>
                <a:tabLst/>
                <a:defRPr/>
              </a:pPr>
              <a:r>
                <a:rPr kumimoji="0" lang="en-US" sz="3000" b="1" i="0" u="none" strike="noStrike" kern="1200" cap="none" spc="-153" normalizeH="0" baseline="0" noProof="0" dirty="0">
                  <a:ln>
                    <a:noFill/>
                  </a:ln>
                  <a:solidFill>
                    <a:srgbClr val="FFFFFF"/>
                  </a:solidFill>
                  <a:effectLst/>
                  <a:uLnTx/>
                  <a:uFillTx/>
                  <a:latin typeface="Arial"/>
                  <a:ea typeface="ＭＳ Ｐゴシック"/>
                  <a:cs typeface="Arial"/>
                </a:rPr>
                <a:t>BITS</a:t>
              </a:r>
              <a:r>
                <a:rPr kumimoji="0" lang="en-US" sz="3000" b="0" i="0" u="none" strike="noStrike" kern="1200" cap="none" spc="-153" normalizeH="0" baseline="0" noProof="0" dirty="0">
                  <a:ln>
                    <a:noFill/>
                  </a:ln>
                  <a:solidFill>
                    <a:srgbClr val="FFFFFF"/>
                  </a:solidFill>
                  <a:effectLst/>
                  <a:uLnTx/>
                  <a:uFillTx/>
                  <a:latin typeface="Arial"/>
                  <a:ea typeface="ＭＳ Ｐゴシック"/>
                  <a:cs typeface="Arial"/>
                </a:rPr>
                <a:t> Pilani</a:t>
              </a:r>
            </a:p>
          </p:txBody>
        </p:sp>
        <p:sp>
          <p:nvSpPr>
            <p:cNvPr id="11" name="TextBox 38"/>
            <p:cNvSpPr txBox="1">
              <a:spLocks noChangeArrowheads="1"/>
            </p:cNvSpPr>
            <p:nvPr userDrawn="1"/>
          </p:nvSpPr>
          <p:spPr bwMode="auto">
            <a:xfrm>
              <a:off x="228707" y="2665445"/>
              <a:ext cx="1904785" cy="230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en-US" sz="900" b="0" i="0" u="none" strike="noStrike" kern="1200" cap="none" spc="0" normalizeH="0" baseline="0" noProof="0">
                  <a:ln>
                    <a:noFill/>
                  </a:ln>
                  <a:solidFill>
                    <a:srgbClr val="FFFFFF"/>
                  </a:solidFill>
                  <a:effectLst/>
                  <a:uLnTx/>
                  <a:uFillTx/>
                  <a:latin typeface="Arial" panose="020B0604020202020204" pitchFamily="34" charset="0"/>
                  <a:ea typeface="ＭＳ Ｐゴシック"/>
                  <a:cs typeface="Arial" panose="020B0604020202020204" pitchFamily="34" charset="0"/>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7444041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97176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xml"/><Relationship Id="rId13" Type="http://schemas.openxmlformats.org/officeDocument/2006/relationships/oleObject" Target="../embeddings/oleObject1.bin"/><Relationship Id="rId3" Type="http://schemas.openxmlformats.org/officeDocument/2006/relationships/slideLayout" Target="../slideLayouts/slideLayout21.xml"/><Relationship Id="rId7" Type="http://schemas.openxmlformats.org/officeDocument/2006/relationships/tags" Target="../tags/tag3.xml"/><Relationship Id="rId12" Type="http://schemas.openxmlformats.org/officeDocument/2006/relationships/tags" Target="../tags/tag8.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tags" Target="../tags/tag2.xml"/><Relationship Id="rId11" Type="http://schemas.openxmlformats.org/officeDocument/2006/relationships/tags" Target="../tags/tag7.xml"/><Relationship Id="rId5" Type="http://schemas.openxmlformats.org/officeDocument/2006/relationships/tags" Target="../tags/tag1.xml"/><Relationship Id="rId15" Type="http://schemas.openxmlformats.org/officeDocument/2006/relationships/image" Target="../media/image5.png"/><Relationship Id="rId10" Type="http://schemas.openxmlformats.org/officeDocument/2006/relationships/tags" Target="../tags/tag6.xml"/><Relationship Id="rId4" Type="http://schemas.openxmlformats.org/officeDocument/2006/relationships/theme" Target="../theme/theme2.xml"/><Relationship Id="rId9" Type="http://schemas.openxmlformats.org/officeDocument/2006/relationships/tags" Target="../tags/tag5.xml"/><Relationship Id="rId14" Type="http://schemas.openxmlformats.org/officeDocument/2006/relationships/image" Target="../media/image7.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oleObject" Target="../embeddings/oleObject3.bin"/><Relationship Id="rId3" Type="http://schemas.openxmlformats.org/officeDocument/2006/relationships/slideLayout" Target="../slideLayouts/slideLayout24.xml"/><Relationship Id="rId7" Type="http://schemas.openxmlformats.org/officeDocument/2006/relationships/tags" Target="../tags/tag15.xml"/><Relationship Id="rId12" Type="http://schemas.openxmlformats.org/officeDocument/2006/relationships/tags" Target="../tags/tag20.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image" Target="../media/image5.png"/><Relationship Id="rId10" Type="http://schemas.openxmlformats.org/officeDocument/2006/relationships/tags" Target="../tags/tag18.xml"/><Relationship Id="rId4" Type="http://schemas.openxmlformats.org/officeDocument/2006/relationships/theme" Target="../theme/theme3.xml"/><Relationship Id="rId9" Type="http://schemas.openxmlformats.org/officeDocument/2006/relationships/tags" Target="../tags/tag17.xml"/><Relationship Id="rId14" Type="http://schemas.openxmlformats.org/officeDocument/2006/relationships/image" Target="../media/image7.emf"/></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oleObject" Target="../embeddings/oleObject5.bin"/><Relationship Id="rId3" Type="http://schemas.openxmlformats.org/officeDocument/2006/relationships/slideLayout" Target="../slideLayouts/slideLayout27.xml"/><Relationship Id="rId7" Type="http://schemas.openxmlformats.org/officeDocument/2006/relationships/tags" Target="../tags/tag27.xml"/><Relationship Id="rId12" Type="http://schemas.openxmlformats.org/officeDocument/2006/relationships/tags" Target="../tags/tag32.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image" Target="../media/image5.png"/><Relationship Id="rId10" Type="http://schemas.openxmlformats.org/officeDocument/2006/relationships/tags" Target="../tags/tag30.xml"/><Relationship Id="rId4" Type="http://schemas.openxmlformats.org/officeDocument/2006/relationships/theme" Target="../theme/theme4.xml"/><Relationship Id="rId9" Type="http://schemas.openxmlformats.org/officeDocument/2006/relationships/tags" Target="../tags/tag29.xml"/><Relationship Id="rId14" Type="http://schemas.openxmlformats.org/officeDocument/2006/relationships/image" Target="../media/image7.emf"/></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oleObject" Target="../embeddings/oleObject7.bin"/><Relationship Id="rId3" Type="http://schemas.openxmlformats.org/officeDocument/2006/relationships/slideLayout" Target="../slideLayouts/slideLayout30.xml"/><Relationship Id="rId7" Type="http://schemas.openxmlformats.org/officeDocument/2006/relationships/tags" Target="../tags/tag39.xml"/><Relationship Id="rId12" Type="http://schemas.openxmlformats.org/officeDocument/2006/relationships/tags" Target="../tags/tag4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image" Target="../media/image5.png"/><Relationship Id="rId10" Type="http://schemas.openxmlformats.org/officeDocument/2006/relationships/tags" Target="../tags/tag42.xml"/><Relationship Id="rId4" Type="http://schemas.openxmlformats.org/officeDocument/2006/relationships/theme" Target="../theme/theme5.xml"/><Relationship Id="rId9" Type="http://schemas.openxmlformats.org/officeDocument/2006/relationships/tags" Target="../tags/tag41.xml"/><Relationship Id="rId14" Type="http://schemas.openxmlformats.org/officeDocument/2006/relationships/image" Target="../media/image7.emf"/></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oleObject" Target="../embeddings/oleObject1.bin"/><Relationship Id="rId3" Type="http://schemas.openxmlformats.org/officeDocument/2006/relationships/slideLayout" Target="../slideLayouts/slideLayout33.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image" Target="../media/image5.png"/><Relationship Id="rId10" Type="http://schemas.openxmlformats.org/officeDocument/2006/relationships/tags" Target="../tags/tag54.xml"/><Relationship Id="rId4" Type="http://schemas.openxmlformats.org/officeDocument/2006/relationships/theme" Target="../theme/theme6.xml"/><Relationship Id="rId9" Type="http://schemas.openxmlformats.org/officeDocument/2006/relationships/tags" Target="../tags/tag53.xml"/><Relationship Id="rId14" Type="http://schemas.openxmlformats.org/officeDocument/2006/relationships/image" Target="../media/image7.emf"/></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oleObject" Target="../embeddings/oleObject1.bin"/><Relationship Id="rId3" Type="http://schemas.openxmlformats.org/officeDocument/2006/relationships/slideLayout" Target="../slideLayouts/slideLayout49.xml"/><Relationship Id="rId7" Type="http://schemas.openxmlformats.org/officeDocument/2006/relationships/tags" Target="../tags/tag63.xml"/><Relationship Id="rId12" Type="http://schemas.openxmlformats.org/officeDocument/2006/relationships/tags" Target="../tags/tag6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ags" Target="../tags/tag62.xml"/><Relationship Id="rId11" Type="http://schemas.openxmlformats.org/officeDocument/2006/relationships/tags" Target="../tags/tag67.xml"/><Relationship Id="rId5" Type="http://schemas.openxmlformats.org/officeDocument/2006/relationships/tags" Target="../tags/tag61.xml"/><Relationship Id="rId15" Type="http://schemas.openxmlformats.org/officeDocument/2006/relationships/image" Target="../media/image5.png"/><Relationship Id="rId10" Type="http://schemas.openxmlformats.org/officeDocument/2006/relationships/tags" Target="../tags/tag66.xml"/><Relationship Id="rId4" Type="http://schemas.openxmlformats.org/officeDocument/2006/relationships/theme" Target="../theme/theme8.xml"/><Relationship Id="rId9" Type="http://schemas.openxmlformats.org/officeDocument/2006/relationships/tags" Target="../tags/tag65.xml"/><Relationship Id="rId14" Type="http://schemas.openxmlformats.org/officeDocument/2006/relationships/image" Target="../media/image7.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02" tIns="45701" rIns="91402" bIns="45701"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5"/>
            <a:ext cx="8229600" cy="4525963"/>
          </a:xfrm>
          <a:prstGeom prst="rect">
            <a:avLst/>
          </a:prstGeom>
        </p:spPr>
        <p:txBody>
          <a:bodyPr vert="horz" lIns="91402" tIns="45701" rIns="91402" bIns="4570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381000" y="6324600"/>
            <a:ext cx="2133600" cy="365125"/>
          </a:xfrm>
          <a:prstGeom prst="rect">
            <a:avLst/>
          </a:prstGeom>
        </p:spPr>
        <p:txBody>
          <a:bodyPr vert="horz" lIns="91402" tIns="45701" rIns="91402" bIns="45701" rtlCol="0" anchor="ctr"/>
          <a:lstStyle>
            <a:lvl1pPr algn="l">
              <a:defRPr sz="1200">
                <a:solidFill>
                  <a:schemeClr val="tx1">
                    <a:tint val="75000"/>
                  </a:schemeClr>
                </a:solidFill>
                <a:latin typeface="Arial" pitchFamily="34" charset="0"/>
                <a:cs typeface="Arial" pitchFamily="34" charset="0"/>
              </a:defRPr>
            </a:lvl1pPr>
          </a:lstStyle>
          <a:p>
            <a:fld id="{AC55C652-FC7F-4E15-B2B8-09AF2DB910E4}"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733" r:id="rId14"/>
    <p:sldLayoutId id="2147483737" r:id="rId15"/>
    <p:sldLayoutId id="2147483738" r:id="rId16"/>
    <p:sldLayoutId id="2147483739" r:id="rId17"/>
    <p:sldLayoutId id="2147483740" r:id="rId18"/>
  </p:sldLayoutIdLst>
  <p:hf hdr="0" ftr="0" dt="0"/>
  <p:txStyles>
    <p:title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754" indent="-342754" algn="l" defTabSz="914012"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636" indent="-285630" algn="l" defTabSz="914012"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2515" indent="-228502" algn="l" defTabSz="914012"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599521" indent="-228502" algn="l" defTabSz="914012"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6528" indent="-228502" algn="l" defTabSz="914012"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3534"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540"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547"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552"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12" rtl="0" eaLnBrk="1" latinLnBrk="0" hangingPunct="1">
        <a:defRPr sz="1800" kern="1200">
          <a:solidFill>
            <a:schemeClr val="tx1"/>
          </a:solidFill>
          <a:latin typeface="+mn-lt"/>
          <a:ea typeface="+mn-ea"/>
          <a:cs typeface="+mn-cs"/>
        </a:defRPr>
      </a:lvl1pPr>
      <a:lvl2pPr marL="457008" algn="l" defTabSz="914012" rtl="0" eaLnBrk="1" latinLnBrk="0" hangingPunct="1">
        <a:defRPr sz="1800" kern="1200">
          <a:solidFill>
            <a:schemeClr val="tx1"/>
          </a:solidFill>
          <a:latin typeface="+mn-lt"/>
          <a:ea typeface="+mn-ea"/>
          <a:cs typeface="+mn-cs"/>
        </a:defRPr>
      </a:lvl2pPr>
      <a:lvl3pPr marL="914012" algn="l" defTabSz="914012" rtl="0" eaLnBrk="1" latinLnBrk="0" hangingPunct="1">
        <a:defRPr sz="1800" kern="1200">
          <a:solidFill>
            <a:schemeClr val="tx1"/>
          </a:solidFill>
          <a:latin typeface="+mn-lt"/>
          <a:ea typeface="+mn-ea"/>
          <a:cs typeface="+mn-cs"/>
        </a:defRPr>
      </a:lvl3pPr>
      <a:lvl4pPr marL="1371020" algn="l" defTabSz="914012" rtl="0" eaLnBrk="1" latinLnBrk="0" hangingPunct="1">
        <a:defRPr sz="1800" kern="1200">
          <a:solidFill>
            <a:schemeClr val="tx1"/>
          </a:solidFill>
          <a:latin typeface="+mn-lt"/>
          <a:ea typeface="+mn-ea"/>
          <a:cs typeface="+mn-cs"/>
        </a:defRPr>
      </a:lvl4pPr>
      <a:lvl5pPr marL="1828025" algn="l" defTabSz="914012" rtl="0" eaLnBrk="1" latinLnBrk="0" hangingPunct="1">
        <a:defRPr sz="1800" kern="1200">
          <a:solidFill>
            <a:schemeClr val="tx1"/>
          </a:solidFill>
          <a:latin typeface="+mn-lt"/>
          <a:ea typeface="+mn-ea"/>
          <a:cs typeface="+mn-cs"/>
        </a:defRPr>
      </a:lvl5pPr>
      <a:lvl6pPr marL="2285032" algn="l" defTabSz="914012" rtl="0" eaLnBrk="1" latinLnBrk="0" hangingPunct="1">
        <a:defRPr sz="1800" kern="1200">
          <a:solidFill>
            <a:schemeClr val="tx1"/>
          </a:solidFill>
          <a:latin typeface="+mn-lt"/>
          <a:ea typeface="+mn-ea"/>
          <a:cs typeface="+mn-cs"/>
        </a:defRPr>
      </a:lvl6pPr>
      <a:lvl7pPr marL="2742037" algn="l" defTabSz="914012" rtl="0" eaLnBrk="1" latinLnBrk="0" hangingPunct="1">
        <a:defRPr sz="1800" kern="1200">
          <a:solidFill>
            <a:schemeClr val="tx1"/>
          </a:solidFill>
          <a:latin typeface="+mn-lt"/>
          <a:ea typeface="+mn-ea"/>
          <a:cs typeface="+mn-cs"/>
        </a:defRPr>
      </a:lvl7pPr>
      <a:lvl8pPr marL="3199044" algn="l" defTabSz="914012" rtl="0" eaLnBrk="1" latinLnBrk="0" hangingPunct="1">
        <a:defRPr sz="1800" kern="1200">
          <a:solidFill>
            <a:schemeClr val="tx1"/>
          </a:solidFill>
          <a:latin typeface="+mn-lt"/>
          <a:ea typeface="+mn-ea"/>
          <a:cs typeface="+mn-cs"/>
        </a:defRPr>
      </a:lvl8pPr>
      <a:lvl9pPr marL="3656050" algn="l" defTabSz="91401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extLst>
              <p:ext uri="{D42A27DB-BD31-4B8C-83A1-F6EECF244321}">
                <p14:modId xmlns:p14="http://schemas.microsoft.com/office/powerpoint/2010/main" val="3227576886"/>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3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rPr>
                <a:t>Title</a:t>
              </a:r>
            </a:p>
            <a:p>
              <a:pPr fontAlgn="base">
                <a:spcBef>
                  <a:spcPct val="0"/>
                </a:spcBef>
                <a:spcAft>
                  <a:spcPct val="0"/>
                </a:spcAft>
              </a:pPr>
              <a:r>
                <a:rPr lang="en-US" sz="1600" dirty="0">
                  <a:solidFill>
                    <a:srgbClr val="808080"/>
                  </a:solidFill>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cs typeface="Arial"/>
              </a:rPr>
              <a:t>BITS </a:t>
            </a:r>
            <a:r>
              <a:rPr lang="en-US" sz="1100" dirty="0">
                <a:solidFill>
                  <a:srgbClr val="101141"/>
                </a:solidFill>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extLst>
              <p:ext uri="{D42A27DB-BD31-4B8C-83A1-F6EECF244321}">
                <p14:modId xmlns:p14="http://schemas.microsoft.com/office/powerpoint/2010/main" val="3227576886"/>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3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rPr>
                <a:t>Title</a:t>
              </a:r>
            </a:p>
            <a:p>
              <a:pPr fontAlgn="base">
                <a:spcBef>
                  <a:spcPct val="0"/>
                </a:spcBef>
                <a:spcAft>
                  <a:spcPct val="0"/>
                </a:spcAft>
              </a:pPr>
              <a:r>
                <a:rPr lang="en-US" sz="1600" dirty="0">
                  <a:solidFill>
                    <a:srgbClr val="808080"/>
                  </a:solidFill>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cs typeface="Arial"/>
              </a:rPr>
              <a:t>BITS </a:t>
            </a:r>
            <a:r>
              <a:rPr lang="en-US" sz="1100" dirty="0">
                <a:solidFill>
                  <a:srgbClr val="101141"/>
                </a:solidFill>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2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latin typeface="Arial"/>
              <a:ea typeface="ＭＳ Ｐゴシック"/>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latin typeface="Arial"/>
                <a:ea typeface="ＭＳ Ｐゴシック"/>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ea typeface="ＭＳ Ｐゴシック"/>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ea typeface="ＭＳ Ｐゴシック"/>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latin typeface="Arial"/>
                  <a:ea typeface="ＭＳ Ｐゴシック"/>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latin typeface="Arial"/>
                  <a:ea typeface="ＭＳ Ｐゴシック"/>
                </a:rPr>
                <a:t>Title</a:t>
              </a:r>
            </a:p>
            <a:p>
              <a:pPr fontAlgn="base">
                <a:spcBef>
                  <a:spcPct val="0"/>
                </a:spcBef>
                <a:spcAft>
                  <a:spcPct val="0"/>
                </a:spcAft>
              </a:pPr>
              <a:r>
                <a:rPr lang="en-US" sz="1600" dirty="0">
                  <a:solidFill>
                    <a:srgbClr val="808080"/>
                  </a:solidFill>
                  <a:latin typeface="Arial"/>
                  <a:ea typeface="ＭＳ Ｐゴシック"/>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latin typeface="Arial"/>
                <a:ea typeface="ＭＳ Ｐゴシック"/>
                <a:cs typeface="Arial"/>
              </a:rPr>
              <a:t>BITS </a:t>
            </a:r>
            <a:r>
              <a:rPr lang="en-US" sz="1100" dirty="0">
                <a:solidFill>
                  <a:srgbClr val="101141"/>
                </a:solidFill>
                <a:latin typeface="Arial"/>
                <a:ea typeface="ＭＳ Ｐゴシック"/>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Tree>
    <p:extLst>
      <p:ext uri="{BB962C8B-B14F-4D97-AF65-F5344CB8AC3E}">
        <p14:creationId xmlns:p14="http://schemas.microsoft.com/office/powerpoint/2010/main" val="146912154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extLst>
              <p:ext uri="{D42A27DB-BD31-4B8C-83A1-F6EECF244321}">
                <p14:modId xmlns:p14="http://schemas.microsoft.com/office/powerpoint/2010/main" val="2589449439"/>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2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6"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1978" fontAlgn="base">
              <a:spcBef>
                <a:spcPct val="0"/>
              </a:spcBef>
              <a:spcAft>
                <a:spcPct val="0"/>
              </a:spcAft>
            </a:pPr>
            <a:endParaRPr lang="en-US" sz="800" dirty="0">
              <a:solidFill>
                <a:srgbClr val="000000"/>
              </a:solidFill>
              <a:latin typeface="Arial"/>
              <a:ea typeface="ＭＳ Ｐゴシック"/>
            </a:endParaRPr>
          </a:p>
        </p:txBody>
      </p:sp>
      <p:sp>
        <p:nvSpPr>
          <p:cNvPr id="1036" name="Rectangle 286"/>
          <p:cNvSpPr>
            <a:spLocks noGrp="1" noChangeArrowheads="1"/>
          </p:cNvSpPr>
          <p:nvPr>
            <p:ph type="body" idx="1"/>
            <p:custDataLst>
              <p:tags r:id="rId7"/>
            </p:custDataLst>
          </p:nvPr>
        </p:nvSpPr>
        <p:spPr bwMode="auto">
          <a:xfrm>
            <a:off x="1482160"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505" y="260797"/>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238" fontAlgn="base">
              <a:spcBef>
                <a:spcPct val="0"/>
              </a:spcBef>
              <a:spcAft>
                <a:spcPct val="0"/>
              </a:spcAft>
            </a:pPr>
            <a:r>
              <a:rPr lang="en-US" sz="1400" dirty="0">
                <a:solidFill>
                  <a:srgbClr val="808080"/>
                </a:solidFill>
                <a:latin typeface="Arial"/>
                <a:ea typeface="ＭＳ Ｐゴシック"/>
              </a:rPr>
              <a:t>TRACKER</a:t>
            </a:r>
          </a:p>
        </p:txBody>
      </p:sp>
      <p:sp>
        <p:nvSpPr>
          <p:cNvPr id="11" name="McK 3. Unit of measure" hidden="1"/>
          <p:cNvSpPr txBox="1">
            <a:spLocks noChangeArrowheads="1"/>
          </p:cNvSpPr>
          <p:nvPr>
            <p:custDataLst>
              <p:tags r:id="rId10"/>
            </p:custDataLst>
          </p:nvPr>
        </p:nvSpPr>
        <p:spPr bwMode="auto">
          <a:xfrm>
            <a:off x="121505" y="542632"/>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ea typeface="ＭＳ Ｐゴシック"/>
              </a:rPr>
              <a:t>Unit of measure</a:t>
            </a:r>
          </a:p>
        </p:txBody>
      </p:sp>
      <p:grpSp>
        <p:nvGrpSpPr>
          <p:cNvPr id="3" name="McK Slide Elements" hidden="1"/>
          <p:cNvGrpSpPr>
            <a:grpSpLocks/>
          </p:cNvGrpSpPr>
          <p:nvPr>
            <p:custDataLst>
              <p:tags r:id="rId11"/>
            </p:custDataLst>
          </p:nvPr>
        </p:nvGrpSpPr>
        <p:grpSpPr bwMode="auto">
          <a:xfrm>
            <a:off x="73833"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ea typeface="ＭＳ Ｐゴシック"/>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0921" indent="-620921" defTabSz="911978" fontAlgn="base">
                <a:spcBef>
                  <a:spcPct val="0"/>
                </a:spcBef>
                <a:spcAft>
                  <a:spcPct val="0"/>
                </a:spcAft>
                <a:tabLst>
                  <a:tab pos="624154" algn="l"/>
                </a:tabLst>
              </a:pPr>
              <a:r>
                <a:rPr lang="en-US" sz="1000" dirty="0">
                  <a:solidFill>
                    <a:srgbClr val="000000"/>
                  </a:solidFill>
                  <a:latin typeface="Arial"/>
                  <a:ea typeface="ＭＳ Ｐゴシック"/>
                </a:rPr>
                <a:t>SOURCE: Source</a:t>
              </a:r>
            </a:p>
          </p:txBody>
        </p:sp>
      </p:grpSp>
      <p:grpSp>
        <p:nvGrpSpPr>
          <p:cNvPr id="4" name="ACET" hidden="1"/>
          <p:cNvGrpSpPr>
            <a:grpSpLocks/>
          </p:cNvGrpSpPr>
          <p:nvPr>
            <p:custDataLst>
              <p:tags r:id="rId12"/>
            </p:custDataLst>
          </p:nvPr>
        </p:nvGrpSpPr>
        <p:grpSpPr bwMode="auto">
          <a:xfrm>
            <a:off x="1482165"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defTabSz="913238" fontAlgn="base">
                <a:spcBef>
                  <a:spcPct val="0"/>
                </a:spcBef>
                <a:spcAft>
                  <a:spcPct val="0"/>
                </a:spcAft>
              </a:pPr>
              <a:r>
                <a:rPr lang="en-US" sz="1600" b="1" dirty="0">
                  <a:solidFill>
                    <a:srgbClr val="000000"/>
                  </a:solidFill>
                  <a:latin typeface="Arial"/>
                  <a:ea typeface="ＭＳ Ｐゴシック"/>
                </a:rPr>
                <a:t>Title</a:t>
              </a:r>
            </a:p>
            <a:p>
              <a:pPr defTabSz="913238" fontAlgn="base">
                <a:spcBef>
                  <a:spcPct val="0"/>
                </a:spcBef>
                <a:spcAft>
                  <a:spcPct val="0"/>
                </a:spcAft>
              </a:pPr>
              <a:r>
                <a:rPr lang="en-US" sz="1600" dirty="0">
                  <a:solidFill>
                    <a:srgbClr val="808080"/>
                  </a:solidFill>
                  <a:latin typeface="Arial"/>
                  <a:ea typeface="ＭＳ Ｐゴシック"/>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grpSp>
      <p:pic>
        <p:nvPicPr>
          <p:cNvPr id="26" name="Picture 25" descr="Picture 7.png"/>
          <p:cNvPicPr>
            <a:picLocks noChangeAspect="1"/>
          </p:cNvPicPr>
          <p:nvPr/>
        </p:nvPicPr>
        <p:blipFill>
          <a:blip r:embed="rId15" cstate="print"/>
          <a:srcRect l="1923" b="5336"/>
          <a:stretch>
            <a:fillRect/>
          </a:stretch>
        </p:blipFill>
        <p:spPr>
          <a:xfrm>
            <a:off x="6764470" y="16"/>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136" tIns="46570" rIns="93136" bIns="46570" rtlCol="0">
            <a:spAutoFit/>
          </a:bodyPr>
          <a:lstStyle/>
          <a:p>
            <a:pPr algn="r" defTabSz="913238" fontAlgn="base">
              <a:spcBef>
                <a:spcPct val="0"/>
              </a:spcBef>
              <a:spcAft>
                <a:spcPct val="0"/>
              </a:spcAft>
            </a:pPr>
            <a:r>
              <a:rPr lang="en-US" sz="1100" b="1" dirty="0">
                <a:solidFill>
                  <a:srgbClr val="101141"/>
                </a:solidFill>
                <a:latin typeface="Arial"/>
                <a:ea typeface="ＭＳ Ｐゴシック"/>
                <a:cs typeface="Arial"/>
              </a:rPr>
              <a:t>BITS </a:t>
            </a:r>
            <a:r>
              <a:rPr lang="en-US" sz="1100" dirty="0">
                <a:solidFill>
                  <a:srgbClr val="101141"/>
                </a:solidFill>
                <a:latin typeface="Arial"/>
                <a:ea typeface="ＭＳ Ｐゴシック"/>
                <a:cs typeface="Arial"/>
              </a:rPr>
              <a:t>Pilani, Deemed to be University under Section 3 of UGC Act, 1956</a:t>
            </a:r>
          </a:p>
        </p:txBody>
      </p:sp>
      <p:sp>
        <p:nvSpPr>
          <p:cNvPr id="34" name="Rectangle 33"/>
          <p:cNvSpPr/>
          <p:nvPr/>
        </p:nvSpPr>
        <p:spPr>
          <a:xfrm>
            <a:off x="4408551"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5" name="Rectangle 34"/>
          <p:cNvSpPr/>
          <p:nvPr/>
        </p:nvSpPr>
        <p:spPr>
          <a:xfrm>
            <a:off x="1998228"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6" name="Rectangle 35"/>
          <p:cNvSpPr/>
          <p:nvPr/>
        </p:nvSpPr>
        <p:spPr>
          <a:xfrm>
            <a:off x="6775415"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Tree>
    <p:extLst>
      <p:ext uri="{BB962C8B-B14F-4D97-AF65-F5344CB8AC3E}">
        <p14:creationId xmlns:p14="http://schemas.microsoft.com/office/powerpoint/2010/main" val="59170793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Lst>
  <p:hf hdr="0" ftr="0" dt="0"/>
  <p:txStyles>
    <p:titleStyle>
      <a:lvl1pPr algn="l" defTabSz="911978" rtl="0" eaLnBrk="1" fontAlgn="base" hangingPunct="1">
        <a:spcBef>
          <a:spcPct val="0"/>
        </a:spcBef>
        <a:spcAft>
          <a:spcPct val="0"/>
        </a:spcAft>
        <a:tabLst>
          <a:tab pos="274887" algn="l"/>
        </a:tabLst>
        <a:defRPr sz="1900" b="1" baseline="0">
          <a:solidFill>
            <a:schemeClr val="tx1"/>
          </a:solidFill>
          <a:latin typeface="+mj-lt"/>
          <a:ea typeface="+mj-ea"/>
          <a:cs typeface="+mj-cs"/>
        </a:defRPr>
      </a:lvl1pPr>
      <a:lvl2pPr algn="l" defTabSz="911978" rtl="0" eaLnBrk="1" fontAlgn="base" hangingPunct="1">
        <a:spcBef>
          <a:spcPct val="0"/>
        </a:spcBef>
        <a:spcAft>
          <a:spcPct val="0"/>
        </a:spcAft>
        <a:defRPr sz="1900" b="1">
          <a:solidFill>
            <a:schemeClr val="tx2"/>
          </a:solidFill>
          <a:latin typeface="Arial" charset="0"/>
        </a:defRPr>
      </a:lvl2pPr>
      <a:lvl3pPr algn="l" defTabSz="911978" rtl="0" eaLnBrk="1" fontAlgn="base" hangingPunct="1">
        <a:spcBef>
          <a:spcPct val="0"/>
        </a:spcBef>
        <a:spcAft>
          <a:spcPct val="0"/>
        </a:spcAft>
        <a:defRPr sz="1900" b="1">
          <a:solidFill>
            <a:schemeClr val="tx2"/>
          </a:solidFill>
          <a:latin typeface="Arial" charset="0"/>
        </a:defRPr>
      </a:lvl3pPr>
      <a:lvl4pPr algn="l" defTabSz="911978" rtl="0" eaLnBrk="1" fontAlgn="base" hangingPunct="1">
        <a:spcBef>
          <a:spcPct val="0"/>
        </a:spcBef>
        <a:spcAft>
          <a:spcPct val="0"/>
        </a:spcAft>
        <a:defRPr sz="1900" b="1">
          <a:solidFill>
            <a:schemeClr val="tx2"/>
          </a:solidFill>
          <a:latin typeface="Arial" charset="0"/>
        </a:defRPr>
      </a:lvl4pPr>
      <a:lvl5pPr algn="l" defTabSz="911978" rtl="0" eaLnBrk="1" fontAlgn="base" hangingPunct="1">
        <a:spcBef>
          <a:spcPct val="0"/>
        </a:spcBef>
        <a:spcAft>
          <a:spcPct val="0"/>
        </a:spcAft>
        <a:defRPr sz="1900" b="1">
          <a:solidFill>
            <a:schemeClr val="tx2"/>
          </a:solidFill>
          <a:latin typeface="Arial" charset="0"/>
        </a:defRPr>
      </a:lvl5pPr>
      <a:lvl6pPr marL="465681" algn="l" defTabSz="911978" rtl="0" eaLnBrk="1" fontAlgn="base" hangingPunct="1">
        <a:spcBef>
          <a:spcPct val="0"/>
        </a:spcBef>
        <a:spcAft>
          <a:spcPct val="0"/>
        </a:spcAft>
        <a:defRPr sz="1900" b="1">
          <a:solidFill>
            <a:schemeClr val="tx2"/>
          </a:solidFill>
          <a:latin typeface="Arial" charset="0"/>
        </a:defRPr>
      </a:lvl6pPr>
      <a:lvl7pPr marL="931383" algn="l" defTabSz="911978" rtl="0" eaLnBrk="1" fontAlgn="base" hangingPunct="1">
        <a:spcBef>
          <a:spcPct val="0"/>
        </a:spcBef>
        <a:spcAft>
          <a:spcPct val="0"/>
        </a:spcAft>
        <a:defRPr sz="1900" b="1">
          <a:solidFill>
            <a:schemeClr val="tx2"/>
          </a:solidFill>
          <a:latin typeface="Arial" charset="0"/>
        </a:defRPr>
      </a:lvl7pPr>
      <a:lvl8pPr marL="1397075" algn="l" defTabSz="911978" rtl="0" eaLnBrk="1" fontAlgn="base" hangingPunct="1">
        <a:spcBef>
          <a:spcPct val="0"/>
        </a:spcBef>
        <a:spcAft>
          <a:spcPct val="0"/>
        </a:spcAft>
        <a:defRPr sz="1900" b="1">
          <a:solidFill>
            <a:schemeClr val="tx2"/>
          </a:solidFill>
          <a:latin typeface="Arial" charset="0"/>
        </a:defRPr>
      </a:lvl8pPr>
      <a:lvl9pPr marL="1862761" algn="l" defTabSz="911978" rtl="0" eaLnBrk="1" fontAlgn="base" hangingPunct="1">
        <a:spcBef>
          <a:spcPct val="0"/>
        </a:spcBef>
        <a:spcAft>
          <a:spcPct val="0"/>
        </a:spcAft>
        <a:defRPr sz="1900" b="1">
          <a:solidFill>
            <a:schemeClr val="tx2"/>
          </a:solidFill>
          <a:latin typeface="Arial" charset="0"/>
        </a:defRPr>
      </a:lvl9pPr>
    </p:titleStyle>
    <p:bodyStyle>
      <a:lvl1pPr marL="0" indent="0" algn="l" defTabSz="91197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272" indent="-195656" algn="l" defTabSz="91197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5681" indent="-266802" algn="l" defTabSz="91197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5773" indent="-158466" algn="l" defTabSz="91197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1383" rtl="0" eaLnBrk="1" latinLnBrk="0" hangingPunct="1">
        <a:defRPr sz="1800" kern="1200">
          <a:solidFill>
            <a:schemeClr val="tx1"/>
          </a:solidFill>
          <a:latin typeface="+mn-lt"/>
          <a:ea typeface="+mn-ea"/>
          <a:cs typeface="+mn-cs"/>
        </a:defRPr>
      </a:lvl1pPr>
      <a:lvl2pPr marL="465681" algn="l" defTabSz="931383" rtl="0" eaLnBrk="1" latinLnBrk="0" hangingPunct="1">
        <a:defRPr sz="1800" kern="1200">
          <a:solidFill>
            <a:schemeClr val="tx1"/>
          </a:solidFill>
          <a:latin typeface="+mn-lt"/>
          <a:ea typeface="+mn-ea"/>
          <a:cs typeface="+mn-cs"/>
        </a:defRPr>
      </a:lvl2pPr>
      <a:lvl3pPr marL="931383" algn="l" defTabSz="931383" rtl="0" eaLnBrk="1" latinLnBrk="0" hangingPunct="1">
        <a:defRPr sz="1800" kern="1200">
          <a:solidFill>
            <a:schemeClr val="tx1"/>
          </a:solidFill>
          <a:latin typeface="+mn-lt"/>
          <a:ea typeface="+mn-ea"/>
          <a:cs typeface="+mn-cs"/>
        </a:defRPr>
      </a:lvl3pPr>
      <a:lvl4pPr marL="1397075" algn="l" defTabSz="931383" rtl="0" eaLnBrk="1" latinLnBrk="0" hangingPunct="1">
        <a:defRPr sz="1800" kern="1200">
          <a:solidFill>
            <a:schemeClr val="tx1"/>
          </a:solidFill>
          <a:latin typeface="+mn-lt"/>
          <a:ea typeface="+mn-ea"/>
          <a:cs typeface="+mn-cs"/>
        </a:defRPr>
      </a:lvl4pPr>
      <a:lvl5pPr marL="1862761" algn="l" defTabSz="931383" rtl="0" eaLnBrk="1" latinLnBrk="0" hangingPunct="1">
        <a:defRPr sz="1800" kern="1200">
          <a:solidFill>
            <a:schemeClr val="tx1"/>
          </a:solidFill>
          <a:latin typeface="+mn-lt"/>
          <a:ea typeface="+mn-ea"/>
          <a:cs typeface="+mn-cs"/>
        </a:defRPr>
      </a:lvl5pPr>
      <a:lvl6pPr marL="2328453" algn="l" defTabSz="931383" rtl="0" eaLnBrk="1" latinLnBrk="0" hangingPunct="1">
        <a:defRPr sz="1800" kern="1200">
          <a:solidFill>
            <a:schemeClr val="tx1"/>
          </a:solidFill>
          <a:latin typeface="+mn-lt"/>
          <a:ea typeface="+mn-ea"/>
          <a:cs typeface="+mn-cs"/>
        </a:defRPr>
      </a:lvl6pPr>
      <a:lvl7pPr marL="2794142" algn="l" defTabSz="931383" rtl="0" eaLnBrk="1" latinLnBrk="0" hangingPunct="1">
        <a:defRPr sz="1800" kern="1200">
          <a:solidFill>
            <a:schemeClr val="tx1"/>
          </a:solidFill>
          <a:latin typeface="+mn-lt"/>
          <a:ea typeface="+mn-ea"/>
          <a:cs typeface="+mn-cs"/>
        </a:defRPr>
      </a:lvl7pPr>
      <a:lvl8pPr marL="3259834" algn="l" defTabSz="931383" rtl="0" eaLnBrk="1" latinLnBrk="0" hangingPunct="1">
        <a:defRPr sz="1800" kern="1200">
          <a:solidFill>
            <a:schemeClr val="tx1"/>
          </a:solidFill>
          <a:latin typeface="+mn-lt"/>
          <a:ea typeface="+mn-ea"/>
          <a:cs typeface="+mn-cs"/>
        </a:defRPr>
      </a:lvl8pPr>
      <a:lvl9pPr marL="3725525" algn="l" defTabSz="931383"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2" name="Object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marL="0" marR="0" lvl="0" indent="0" algn="r" defTabSz="913138" rtl="0" eaLnBrk="1" fontAlgn="base" latinLnBrk="0" hangingPunct="1">
              <a:lnSpc>
                <a:spcPct val="1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Arial"/>
              <a:ea typeface="ＭＳ Ｐゴシック"/>
              <a:cs typeface="+mn-cs"/>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algn="l" defTabSz="91401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808080"/>
                </a:solidFill>
                <a:effectLst/>
                <a:uLnTx/>
                <a:uFillTx/>
                <a:latin typeface="Arial"/>
                <a:ea typeface="ＭＳ Ｐゴシック"/>
                <a:cs typeface="+mn-cs"/>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0" marR="0" lvl="0" indent="0" algn="l" defTabSz="89535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808080"/>
                </a:solidFill>
                <a:effectLst/>
                <a:uLnTx/>
                <a:uFillTx/>
                <a:latin typeface="Arial"/>
                <a:ea typeface="ＭＳ Ｐゴシック"/>
                <a:cs typeface="+mn-cs"/>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104775" marR="0" lvl="0" indent="-104775" algn="l" defTabSz="89535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ＭＳ Ｐゴシック"/>
                  <a:cs typeface="+mn-cs"/>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marR="0" lvl="0" indent="-621712" algn="l" defTabSz="913138" rtl="0" eaLnBrk="1" fontAlgn="base" latinLnBrk="0" hangingPunct="1">
                <a:lnSpc>
                  <a:spcPct val="100000"/>
                </a:lnSpc>
                <a:spcBef>
                  <a:spcPct val="0"/>
                </a:spcBef>
                <a:spcAft>
                  <a:spcPct val="0"/>
                </a:spcAft>
                <a:buClrTx/>
                <a:buSzTx/>
                <a:buFontTx/>
                <a:buNone/>
                <a:tabLst>
                  <a:tab pos="624949" algn="l"/>
                </a:tabLst>
                <a:defRPr/>
              </a:pPr>
              <a:r>
                <a:rPr kumimoji="0" lang="en-US" sz="1000" b="0" i="0" u="none" strike="noStrike" kern="1200" cap="none" spc="0" normalizeH="0" baseline="0" noProof="0" dirty="0">
                  <a:ln>
                    <a:noFill/>
                  </a:ln>
                  <a:solidFill>
                    <a:srgbClr val="000000"/>
                  </a:solidFill>
                  <a:effectLst/>
                  <a:uLnTx/>
                  <a:uFillTx/>
                  <a:latin typeface="Arial"/>
                  <a:ea typeface="ＭＳ Ｐゴシック"/>
                  <a:cs typeface="+mn-cs"/>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marL="0" marR="0" lvl="0" indent="0" algn="l" defTabSz="914012"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a:ea typeface="ＭＳ Ｐゴシック"/>
                  <a:cs typeface="+mn-cs"/>
                </a:rPr>
                <a:t>Title</a:t>
              </a:r>
            </a:p>
            <a:p>
              <a:pPr marL="0" marR="0" lvl="0" indent="0" algn="l" defTabSz="914012"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808080"/>
                  </a:solidFill>
                  <a:effectLst/>
                  <a:uLnTx/>
                  <a:uFillTx/>
                  <a:latin typeface="Arial"/>
                  <a:ea typeface="ＭＳ Ｐゴシック"/>
                  <a:cs typeface="+mn-cs"/>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marL="0" marR="0" lvl="0" indent="0" algn="r" defTabSz="914012" rtl="0" eaLnBrk="1" fontAlgn="base" latinLnBrk="0" hangingPunct="1">
              <a:lnSpc>
                <a:spcPct val="100000"/>
              </a:lnSpc>
              <a:spcBef>
                <a:spcPct val="0"/>
              </a:spcBef>
              <a:spcAft>
                <a:spcPct val="0"/>
              </a:spcAft>
              <a:buClrTx/>
              <a:buSzTx/>
              <a:buFontTx/>
              <a:buNone/>
              <a:tabLst/>
              <a:defRPr/>
            </a:pPr>
            <a:r>
              <a:rPr kumimoji="0" lang="en-US" sz="1100" b="1" i="0" u="none" strike="noStrike" kern="1200" cap="none" spc="0" normalizeH="0" baseline="0" noProof="0" dirty="0">
                <a:ln>
                  <a:noFill/>
                </a:ln>
                <a:solidFill>
                  <a:srgbClr val="101141"/>
                </a:solidFill>
                <a:effectLst/>
                <a:uLnTx/>
                <a:uFillTx/>
                <a:latin typeface="Arial"/>
                <a:ea typeface="ＭＳ Ｐゴシック"/>
                <a:cs typeface="Arial"/>
              </a:rPr>
              <a:t>BITS </a:t>
            </a:r>
            <a:r>
              <a:rPr kumimoji="0" lang="en-US" sz="1100" b="0" i="0" u="none" strike="noStrike" kern="1200" cap="none" spc="0" normalizeH="0" baseline="0" noProof="0" dirty="0">
                <a:ln>
                  <a:noFill/>
                </a:ln>
                <a:solidFill>
                  <a:srgbClr val="101141"/>
                </a:solidFill>
                <a:effectLst/>
                <a:uLnTx/>
                <a:uFillTx/>
                <a:latin typeface="Arial"/>
                <a:ea typeface="ＭＳ Ｐゴシック"/>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Tree>
    <p:extLst>
      <p:ext uri="{BB962C8B-B14F-4D97-AF65-F5344CB8AC3E}">
        <p14:creationId xmlns:p14="http://schemas.microsoft.com/office/powerpoint/2010/main" val="3610401035"/>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Lst>
  <p:hf hdr="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918CC91-BC7B-4FA8-ADF3-78D956BD9B98}" type="datetime9">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9/27/2025 7:48:36 AM</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88EA02D-CE12-4EA3-B96A-4894EB59EFA4}" type="slidenum">
              <a:rPr kumimoji="0" lang="en-US" altLang="en-US" sz="1200" b="0" i="0" u="none" strike="noStrike" kern="1200" cap="none" spc="0" normalizeH="0" baseline="0" noProof="0" smtClean="0">
                <a:ln>
                  <a:noFill/>
                </a:ln>
                <a:solidFill>
                  <a:srgbClr val="898989"/>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a:ln>
                <a:noFill/>
              </a:ln>
              <a:solidFill>
                <a:srgbClr val="898989"/>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653180642"/>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050" name="Object 1" hidden="1"/>
          <p:cNvGraphicFramePr>
            <a:graphicFrameLocks noChangeAspect="1"/>
          </p:cNvGraphicFramePr>
          <p:nvPr>
            <p:custDataLst>
              <p:tags r:id="rId5"/>
            </p:custDataLst>
          </p:nvPr>
        </p:nvGraphicFramePr>
        <p:xfrm>
          <a:off x="0" y="0"/>
          <a:ext cx="161925" cy="161925"/>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2050" name="Object 1"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1" name="doc id"/>
          <p:cNvSpPr>
            <a:spLocks noChangeArrowheads="1"/>
          </p:cNvSpPr>
          <p:nvPr>
            <p:custDataLst>
              <p:tags r:id="rId6"/>
            </p:custDataLst>
          </p:nvPr>
        </p:nvSpPr>
        <p:spPr bwMode="auto">
          <a:xfrm>
            <a:off x="8247063" y="36513"/>
            <a:ext cx="669925" cy="125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endParaRPr kumimoji="0" lang="en-US" altLang="en-US" sz="8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endParaRPr>
          </a:p>
        </p:txBody>
      </p:sp>
      <p:sp>
        <p:nvSpPr>
          <p:cNvPr id="2052" name="Rectangle 286"/>
          <p:cNvSpPr>
            <a:spLocks noGrp="1" noChangeArrowheads="1"/>
          </p:cNvSpPr>
          <p:nvPr>
            <p:ph type="body" idx="1"/>
            <p:custDataLst>
              <p:tags r:id="rId7"/>
            </p:custDataLst>
          </p:nvPr>
        </p:nvSpPr>
        <p:spPr bwMode="auto">
          <a:xfrm>
            <a:off x="1482725" y="1990725"/>
            <a:ext cx="4389438"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Title Placeholder 2"/>
          <p:cNvSpPr>
            <a:spLocks noGrp="1" noChangeArrowheads="1"/>
          </p:cNvSpPr>
          <p:nvPr>
            <p:ph type="title"/>
            <p:custDataLst>
              <p:tags r:id="rId8"/>
            </p:custDataLst>
          </p:nvPr>
        </p:nvSpPr>
        <p:spPr bwMode="auto">
          <a:xfrm>
            <a:off x="122238" y="260350"/>
            <a:ext cx="65262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p>
            <a:pPr lvl="0"/>
            <a:r>
              <a:rPr lang="en-US" altLang="en-US"/>
              <a:t>Click to edit Master title</a:t>
            </a:r>
          </a:p>
        </p:txBody>
      </p:sp>
      <p:sp>
        <p:nvSpPr>
          <p:cNvPr id="2054" name="McK 1. On-page tracker" hidden="1"/>
          <p:cNvSpPr>
            <a:spLocks noChangeArrowheads="1"/>
          </p:cNvSpPr>
          <p:nvPr>
            <p:custDataLst>
              <p:tags r:id="rId9"/>
            </p:custDataLst>
          </p:nvPr>
        </p:nvSpPr>
        <p:spPr bwMode="auto">
          <a:xfrm>
            <a:off x="122238" y="26988"/>
            <a:ext cx="87630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2813"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808080"/>
                </a:solidFill>
                <a:effectLst/>
                <a:uLnTx/>
                <a:uFillTx/>
                <a:latin typeface="Arial" panose="020B0604020202020204" pitchFamily="34" charset="0"/>
                <a:ea typeface="ＭＳ Ｐゴシック"/>
                <a:cs typeface="Arial" panose="020B0604020202020204" pitchFamily="34" charset="0"/>
              </a:rPr>
              <a:t>TRACKER</a:t>
            </a:r>
          </a:p>
        </p:txBody>
      </p:sp>
      <p:sp>
        <p:nvSpPr>
          <p:cNvPr id="11" name="McK 3. Unit of measure" hidden="1"/>
          <p:cNvSpPr txBox="1">
            <a:spLocks noChangeArrowheads="1"/>
          </p:cNvSpPr>
          <p:nvPr>
            <p:custDataLst>
              <p:tags r:id="rId10"/>
            </p:custDataLst>
          </p:nvPr>
        </p:nvSpPr>
        <p:spPr bwMode="auto">
          <a:xfrm>
            <a:off x="122238" y="542925"/>
            <a:ext cx="8793162" cy="25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0" marR="0" lvl="0" indent="0" algn="l" defTabSz="89535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808080"/>
                </a:solidFill>
                <a:effectLst/>
                <a:uLnTx/>
                <a:uFillTx/>
                <a:latin typeface="Arial"/>
                <a:ea typeface="ＭＳ Ｐゴシック"/>
                <a:cs typeface="Arial" panose="020B0604020202020204" pitchFamily="34" charset="0"/>
              </a:rPr>
              <a:t>Unit of measure</a:t>
            </a:r>
          </a:p>
        </p:txBody>
      </p:sp>
      <p:grpSp>
        <p:nvGrpSpPr>
          <p:cNvPr id="2056" name="McK Slide Elements" hidden="1"/>
          <p:cNvGrpSpPr>
            <a:grpSpLocks/>
          </p:cNvGrpSpPr>
          <p:nvPr>
            <p:custDataLst>
              <p:tags r:id="rId11"/>
            </p:custDataLst>
          </p:nvPr>
        </p:nvGrpSpPr>
        <p:grpSpPr bwMode="auto">
          <a:xfrm>
            <a:off x="74613" y="6292850"/>
            <a:ext cx="4071937" cy="517525"/>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marL="104775" marR="0" lvl="0" indent="-104775" algn="l" defTabSz="89535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ea typeface="ＭＳ Ｐゴシック"/>
                  <a:cs typeface="Arial" panose="020B0604020202020204" pitchFamily="34" charset="0"/>
                </a:rPr>
                <a:t>1 Footnote</a:t>
              </a:r>
            </a:p>
          </p:txBody>
        </p:sp>
        <p:sp>
          <p:nvSpPr>
            <p:cNvPr id="2070"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lvl1pPr marL="620713" indent="-620713" defTabSz="912813">
                <a:tabLst>
                  <a:tab pos="623888" algn="l"/>
                </a:tabLst>
                <a:defRPr>
                  <a:solidFill>
                    <a:schemeClr val="tx1"/>
                  </a:solidFill>
                  <a:latin typeface="Arial" panose="020B0604020202020204" pitchFamily="34" charset="0"/>
                  <a:cs typeface="Arial" panose="020B0604020202020204" pitchFamily="34" charset="0"/>
                </a:defRPr>
              </a:lvl1pPr>
              <a:lvl2pPr marL="742950" indent="-285750" defTabSz="912813">
                <a:tabLst>
                  <a:tab pos="623888" algn="l"/>
                </a:tabLst>
                <a:defRPr>
                  <a:solidFill>
                    <a:schemeClr val="tx1"/>
                  </a:solidFill>
                  <a:latin typeface="Arial" panose="020B0604020202020204" pitchFamily="34" charset="0"/>
                  <a:cs typeface="Arial" panose="020B0604020202020204" pitchFamily="34" charset="0"/>
                </a:defRPr>
              </a:lvl2pPr>
              <a:lvl3pPr marL="1143000" indent="-228600" defTabSz="912813">
                <a:tabLst>
                  <a:tab pos="623888" algn="l"/>
                </a:tabLst>
                <a:defRPr>
                  <a:solidFill>
                    <a:schemeClr val="tx1"/>
                  </a:solidFill>
                  <a:latin typeface="Arial" panose="020B0604020202020204" pitchFamily="34" charset="0"/>
                  <a:cs typeface="Arial" panose="020B0604020202020204" pitchFamily="34" charset="0"/>
                </a:defRPr>
              </a:lvl3pPr>
              <a:lvl4pPr marL="1600200" indent="-228600" defTabSz="912813">
                <a:tabLst>
                  <a:tab pos="623888" algn="l"/>
                </a:tabLst>
                <a:defRPr>
                  <a:solidFill>
                    <a:schemeClr val="tx1"/>
                  </a:solidFill>
                  <a:latin typeface="Arial" panose="020B0604020202020204" pitchFamily="34" charset="0"/>
                  <a:cs typeface="Arial" panose="020B0604020202020204" pitchFamily="34" charset="0"/>
                </a:defRPr>
              </a:lvl4pPr>
              <a:lvl5pPr marL="2057400" indent="-228600" defTabSz="912813">
                <a:tabLst>
                  <a:tab pos="623888" algn="l"/>
                </a:tabLst>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tabLst>
                  <a:tab pos="623888" algn="l"/>
                </a:tabLst>
                <a:defRPr>
                  <a:solidFill>
                    <a:schemeClr val="tx1"/>
                  </a:solidFill>
                  <a:latin typeface="Arial" panose="020B0604020202020204" pitchFamily="34" charset="0"/>
                  <a:cs typeface="Arial" panose="020B0604020202020204" pitchFamily="34" charset="0"/>
                </a:defRPr>
              </a:lvl9pPr>
            </a:lstStyle>
            <a:p>
              <a:pPr marL="620713" marR="0" lvl="0" indent="-620713" algn="l" defTabSz="912813" rtl="0" eaLnBrk="1" fontAlgn="base" latinLnBrk="0" hangingPunct="1">
                <a:lnSpc>
                  <a:spcPct val="100000"/>
                </a:lnSpc>
                <a:spcBef>
                  <a:spcPct val="0"/>
                </a:spcBef>
                <a:spcAft>
                  <a:spcPct val="0"/>
                </a:spcAft>
                <a:buClrTx/>
                <a:buSzTx/>
                <a:buFontTx/>
                <a:buNone/>
                <a:tabLst>
                  <a:tab pos="623888" algn="l"/>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rPr>
                <a:t>SOURCE: Source</a:t>
              </a:r>
            </a:p>
          </p:txBody>
        </p:sp>
      </p:grpSp>
      <p:grpSp>
        <p:nvGrpSpPr>
          <p:cNvPr id="2057" name="ACET" hidden="1"/>
          <p:cNvGrpSpPr>
            <a:grpSpLocks/>
          </p:cNvGrpSpPr>
          <p:nvPr>
            <p:custDataLst>
              <p:tags r:id="rId12"/>
            </p:custDataLst>
          </p:nvPr>
        </p:nvGrpSpPr>
        <p:grpSpPr bwMode="auto">
          <a:xfrm>
            <a:off x="1482725" y="1149350"/>
            <a:ext cx="4349750" cy="519113"/>
            <a:chOff x="915" y="710"/>
            <a:chExt cx="2686" cy="320"/>
          </a:xfrm>
        </p:grpSpPr>
        <p:cxnSp>
          <p:nvCxnSpPr>
            <p:cNvPr id="2067" name="AutoShape 249"/>
            <p:cNvCxnSpPr>
              <a:cxnSpLocks noChangeShapeType="1"/>
              <a:stCxn id="2068" idx="4"/>
              <a:endCxn id="2068"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68"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2813" rtl="0" eaLnBrk="1" fontAlgn="base" latinLnBrk="0" hangingPunct="1">
                <a:lnSpc>
                  <a:spcPct val="100000"/>
                </a:lnSpc>
                <a:spcBef>
                  <a:spcPct val="0"/>
                </a:spcBef>
                <a:spcAft>
                  <a:spcPct val="0"/>
                </a:spcAft>
                <a:buClrTx/>
                <a:buSzTx/>
                <a:buFontTx/>
                <a:buNone/>
                <a:tabLst/>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ＭＳ Ｐゴシック"/>
                  <a:cs typeface="Arial" panose="020B0604020202020204" pitchFamily="34" charset="0"/>
                </a:rPr>
                <a:t>Title</a:t>
              </a:r>
            </a:p>
            <a:p>
              <a:pPr marL="0" marR="0" lvl="0" indent="0" algn="l" defTabSz="912813"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808080"/>
                  </a:solidFill>
                  <a:effectLst/>
                  <a:uLnTx/>
                  <a:uFillTx/>
                  <a:latin typeface="Arial" panose="020B0604020202020204" pitchFamily="34" charset="0"/>
                  <a:ea typeface="ＭＳ Ｐゴシック"/>
                  <a:cs typeface="Arial" panose="020B0604020202020204" pitchFamily="34" charset="0"/>
                </a:rPr>
                <a:t>Unit of measure</a:t>
              </a:r>
            </a:p>
          </p:txBody>
        </p:sp>
      </p:grpSp>
      <p:grpSp>
        <p:nvGrpSpPr>
          <p:cNvPr id="2058" name="Group 21"/>
          <p:cNvGrpSpPr>
            <a:grpSpLocks/>
          </p:cNvGrpSpPr>
          <p:nvPr/>
        </p:nvGrpSpPr>
        <p:grpSpPr bwMode="auto">
          <a:xfrm>
            <a:off x="0" y="890588"/>
            <a:ext cx="7153275" cy="46037"/>
            <a:chOff x="1905000" y="6553200"/>
            <a:chExt cx="7010400" cy="45719"/>
          </a:xfrm>
        </p:grpSpPr>
        <p:sp>
          <p:nvSpPr>
            <p:cNvPr id="23" name="Rectangle 22"/>
            <p:cNvSpPr/>
            <p:nvPr/>
          </p:nvSpPr>
          <p:spPr>
            <a:xfrm>
              <a:off x="4266693" y="6553200"/>
              <a:ext cx="2329022"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24" name="Rectangle 23"/>
            <p:cNvSpPr/>
            <p:nvPr/>
          </p:nvSpPr>
          <p:spPr>
            <a:xfrm>
              <a:off x="1905000" y="6553200"/>
              <a:ext cx="2361693"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25" name="Rectangle 24"/>
            <p:cNvSpPr/>
            <p:nvPr userDrawn="1"/>
          </p:nvSpPr>
          <p:spPr>
            <a:xfrm>
              <a:off x="6586379" y="6553200"/>
              <a:ext cx="232902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grpSp>
      <p:pic>
        <p:nvPicPr>
          <p:cNvPr id="2059" name="Picture 25" descr="Picture 7.png"/>
          <p:cNvPicPr>
            <a:picLocks noChangeAspect="1"/>
          </p:cNvPicPr>
          <p:nvPr/>
        </p:nvPicPr>
        <p:blipFill>
          <a:blip r:embed="rId15">
            <a:extLst>
              <a:ext uri="{28A0092B-C50C-407E-A947-70E740481C1C}">
                <a14:useLocalDpi xmlns:a14="http://schemas.microsoft.com/office/drawing/2010/main" val="0"/>
              </a:ext>
            </a:extLst>
          </a:blip>
          <a:srcRect l="1923" b="5336"/>
          <a:stretch>
            <a:fillRect/>
          </a:stretch>
        </p:blipFill>
        <p:spPr bwMode="auto">
          <a:xfrm>
            <a:off x="6764338" y="0"/>
            <a:ext cx="22383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TextBox 27"/>
          <p:cNvSpPr txBox="1">
            <a:spLocks noChangeArrowheads="1"/>
          </p:cNvSpPr>
          <p:nvPr/>
        </p:nvSpPr>
        <p:spPr bwMode="auto">
          <a:xfrm>
            <a:off x="3163888" y="6583363"/>
            <a:ext cx="5988050"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6" tIns="46628" rIns="93256" bIns="46628">
            <a:spAutoFit/>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r" defTabSz="912813" rtl="0" eaLnBrk="1" fontAlgn="base" latinLnBrk="0" hangingPunct="1">
              <a:lnSpc>
                <a:spcPct val="100000"/>
              </a:lnSpc>
              <a:spcBef>
                <a:spcPct val="0"/>
              </a:spcBef>
              <a:spcAft>
                <a:spcPct val="0"/>
              </a:spcAft>
              <a:buClrTx/>
              <a:buSzTx/>
              <a:buFontTx/>
              <a:buNone/>
              <a:tabLst/>
              <a:defRPr/>
            </a:pPr>
            <a:r>
              <a:rPr kumimoji="0" lang="en-US" altLang="en-US" sz="1100" b="1" i="0" u="none" strike="noStrike" kern="1200" cap="none" spc="0" normalizeH="0" baseline="0" noProof="0">
                <a:ln>
                  <a:noFill/>
                </a:ln>
                <a:solidFill>
                  <a:srgbClr val="101141"/>
                </a:solidFill>
                <a:effectLst/>
                <a:uLnTx/>
                <a:uFillTx/>
                <a:latin typeface="Arial" panose="020B0604020202020204" pitchFamily="34" charset="0"/>
                <a:ea typeface="ＭＳ Ｐゴシック"/>
                <a:cs typeface="Arial" panose="020B0604020202020204" pitchFamily="34" charset="0"/>
              </a:rPr>
              <a:t>BITS </a:t>
            </a:r>
            <a:r>
              <a:rPr kumimoji="0" lang="en-US" altLang="en-US" sz="1100" b="0" i="0" u="none" strike="noStrike" kern="1200" cap="none" spc="0" normalizeH="0" baseline="0" noProof="0">
                <a:ln>
                  <a:noFill/>
                </a:ln>
                <a:solidFill>
                  <a:srgbClr val="101141"/>
                </a:solidFill>
                <a:effectLst/>
                <a:uLnTx/>
                <a:uFillTx/>
                <a:latin typeface="Arial" panose="020B0604020202020204" pitchFamily="34" charset="0"/>
                <a:ea typeface="ＭＳ Ｐゴシック"/>
                <a:cs typeface="Arial" panose="020B0604020202020204" pitchFamily="34" charset="0"/>
              </a:rPr>
              <a:t>Pilani, Deemed to be University under Section 3 of UGC Act, 1956</a:t>
            </a:r>
          </a:p>
        </p:txBody>
      </p:sp>
      <p:sp>
        <p:nvSpPr>
          <p:cNvPr id="34" name="Rectangle 33"/>
          <p:cNvSpPr/>
          <p:nvPr/>
        </p:nvSpPr>
        <p:spPr>
          <a:xfrm>
            <a:off x="4408488" y="6500813"/>
            <a:ext cx="2376487" cy="4762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35" name="Rectangle 34"/>
          <p:cNvSpPr/>
          <p:nvPr/>
        </p:nvSpPr>
        <p:spPr>
          <a:xfrm>
            <a:off x="1998663" y="6500813"/>
            <a:ext cx="2409825" cy="4762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
        <p:nvSpPr>
          <p:cNvPr id="36" name="Rectangle 35"/>
          <p:cNvSpPr/>
          <p:nvPr/>
        </p:nvSpPr>
        <p:spPr>
          <a:xfrm>
            <a:off x="6775450" y="6500813"/>
            <a:ext cx="2376488" cy="47625"/>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anchor="ctr"/>
          <a:lstStyle/>
          <a:p>
            <a:pPr marL="0" marR="0" lvl="0" indent="0" algn="ctr" defTabSz="91401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Arial"/>
              <a:ea typeface="ＭＳ Ｐゴシック"/>
              <a:cs typeface="+mn-cs"/>
            </a:endParaRPr>
          </a:p>
        </p:txBody>
      </p:sp>
    </p:spTree>
    <p:extLst>
      <p:ext uri="{BB962C8B-B14F-4D97-AF65-F5344CB8AC3E}">
        <p14:creationId xmlns:p14="http://schemas.microsoft.com/office/powerpoint/2010/main" val="1659746496"/>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Lst>
  <p:hf hdr="0"/>
  <p:txStyles>
    <p:titleStyle>
      <a:lvl1pPr algn="l" defTabSz="912813" rtl="0" eaLnBrk="0" fontAlgn="base" hangingPunct="0">
        <a:spcBef>
          <a:spcPct val="0"/>
        </a:spcBef>
        <a:spcAft>
          <a:spcPct val="0"/>
        </a:spcAft>
        <a:tabLst>
          <a:tab pos="274638" algn="l"/>
        </a:tabLst>
        <a:defRPr sz="1900" b="1">
          <a:solidFill>
            <a:schemeClr val="tx1"/>
          </a:solidFill>
          <a:latin typeface="+mj-lt"/>
          <a:ea typeface="+mj-ea"/>
          <a:cs typeface="+mj-cs"/>
        </a:defRPr>
      </a:lvl1pPr>
      <a:lvl2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2pPr>
      <a:lvl3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3pPr>
      <a:lvl4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4pPr>
      <a:lvl5pPr algn="l" defTabSz="912813" rtl="0" eaLnBrk="0" fontAlgn="base" hangingPunct="0">
        <a:spcBef>
          <a:spcPct val="0"/>
        </a:spcBef>
        <a:spcAft>
          <a:spcPct val="0"/>
        </a:spcAft>
        <a:tabLst>
          <a:tab pos="274638" algn="l"/>
        </a:tabLst>
        <a:defRPr sz="1900" b="1">
          <a:solidFill>
            <a:schemeClr val="tx1"/>
          </a:solidFill>
          <a:latin typeface="Arial" charset="0"/>
          <a:ea typeface="ＭＳ Ｐゴシック" panose="020B0600070205080204" pitchFamily="34" charset="-128"/>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algn="l" defTabSz="912813" rtl="0" eaLnBrk="0" fontAlgn="base" hangingPunct="0">
        <a:spcBef>
          <a:spcPct val="0"/>
        </a:spcBef>
        <a:spcAft>
          <a:spcPct val="0"/>
        </a:spcAft>
        <a:buClr>
          <a:schemeClr val="tx2"/>
        </a:buClr>
        <a:defRPr sz="1600">
          <a:solidFill>
            <a:schemeClr val="tx1"/>
          </a:solidFill>
          <a:latin typeface="+mn-lt"/>
          <a:ea typeface="+mn-ea"/>
          <a:cs typeface="+mn-cs"/>
        </a:defRPr>
      </a:lvl1pPr>
      <a:lvl2pPr marL="196850" indent="-195263" algn="l" defTabSz="912813" rtl="0" eaLnBrk="0" fontAlgn="base" hangingPunct="0">
        <a:spcBef>
          <a:spcPct val="0"/>
        </a:spcBef>
        <a:spcAft>
          <a:spcPct val="0"/>
        </a:spcAft>
        <a:buClr>
          <a:schemeClr val="tx2"/>
        </a:buClr>
        <a:buSzPct val="125000"/>
        <a:buFont typeface="Arial" panose="020B0604020202020204" pitchFamily="34" charset="0"/>
        <a:buChar char="▪"/>
        <a:defRPr sz="1600">
          <a:solidFill>
            <a:schemeClr val="tx1"/>
          </a:solidFill>
          <a:latin typeface="+mn-lt"/>
          <a:ea typeface="ＭＳ Ｐゴシック" panose="020B0600070205080204" pitchFamily="34" charset="-128"/>
        </a:defRPr>
      </a:lvl2pPr>
      <a:lvl3pPr marL="465138" indent="-266700"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3pPr>
      <a:lvl4pPr marL="625475" indent="-157163" algn="l" defTabSz="912813" rtl="0" eaLnBrk="0" fontAlgn="base" hangingPunct="0">
        <a:spcBef>
          <a:spcPct val="0"/>
        </a:spcBef>
        <a:spcAft>
          <a:spcPct val="0"/>
        </a:spcAft>
        <a:buClr>
          <a:schemeClr val="tx2"/>
        </a:buClr>
        <a:buSzPct val="120000"/>
        <a:buFont typeface="Arial" panose="020B0604020202020204" pitchFamily="34" charset="0"/>
        <a:buChar char="▫"/>
        <a:defRPr sz="1600">
          <a:solidFill>
            <a:schemeClr val="tx1"/>
          </a:solidFill>
          <a:latin typeface="+mn-lt"/>
          <a:ea typeface="ＭＳ Ｐゴシック" panose="020B0600070205080204" pitchFamily="34" charset="-128"/>
        </a:defRPr>
      </a:lvl4pPr>
      <a:lvl5pPr marL="763588" indent="-131763" algn="l" defTabSz="912813" rtl="0" eaLnBrk="0" fontAlgn="base" hangingPunct="0">
        <a:spcBef>
          <a:spcPct val="0"/>
        </a:spcBef>
        <a:spcAft>
          <a:spcPct val="0"/>
        </a:spcAft>
        <a:buClr>
          <a:schemeClr val="tx2"/>
        </a:buClr>
        <a:buSzPct val="89000"/>
        <a:buFont typeface="Arial" panose="020B0604020202020204" pitchFamily="34" charset="0"/>
        <a:buChar char="-"/>
        <a:defRPr sz="1600">
          <a:solidFill>
            <a:schemeClr val="tx1"/>
          </a:solidFill>
          <a:latin typeface="+mn-lt"/>
          <a:ea typeface="ＭＳ Ｐゴシック" panose="020B0600070205080204" pitchFamily="34" charset="-128"/>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9.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customXml" Target="../ink/ink1.xml"/><Relationship Id="rId1" Type="http://schemas.openxmlformats.org/officeDocument/2006/relationships/slideLayout" Target="../slideLayouts/slideLayout4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2.png"/><Relationship Id="rId1" Type="http://schemas.openxmlformats.org/officeDocument/2006/relationships/slideLayout" Target="../slideLayouts/slideLayout49.xml"/><Relationship Id="rId6" Type="http://schemas.openxmlformats.org/officeDocument/2006/relationships/image" Target="../media/image45.png"/><Relationship Id="rId5" Type="http://schemas.openxmlformats.org/officeDocument/2006/relationships/customXml" Target="../ink/ink3.xml"/><Relationship Id="rId4" Type="http://schemas.openxmlformats.org/officeDocument/2006/relationships/image" Target="../media/image240.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100.png"/><Relationship Id="rId1" Type="http://schemas.openxmlformats.org/officeDocument/2006/relationships/slideLayout" Target="../slideLayouts/slideLayout9.xml"/><Relationship Id="rId4" Type="http://schemas.openxmlformats.org/officeDocument/2006/relationships/image" Target="../media/image67.png"/></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7.png"/><Relationship Id="rId1" Type="http://schemas.openxmlformats.org/officeDocument/2006/relationships/slideLayout" Target="../slideLayouts/slideLayout9.xml"/><Relationship Id="rId4" Type="http://schemas.openxmlformats.org/officeDocument/2006/relationships/image" Target="../media/image7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customXml" Target="../ink/ink6.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6.xml"/></Relationships>
</file>

<file path=ppt/slides/_rels/slide7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                          </a:t>
            </a:r>
          </a:p>
          <a:p>
            <a:r>
              <a:rPr lang="en-US" dirty="0"/>
              <a:t>               COA The memory</a:t>
            </a:r>
          </a:p>
        </p:txBody>
      </p:sp>
    </p:spTree>
    <p:extLst>
      <p:ext uri="{BB962C8B-B14F-4D97-AF65-F5344CB8AC3E}">
        <p14:creationId xmlns:p14="http://schemas.microsoft.com/office/powerpoint/2010/main" val="208713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342900" indent="-342900">
              <a:buFont typeface="Wingdings" panose="05000000000000000000" pitchFamily="2" charset="2"/>
              <a:buChar char="q"/>
            </a:pPr>
            <a:r>
              <a:rPr lang="en-US" dirty="0"/>
              <a:t> Interesting information</a:t>
            </a:r>
          </a:p>
          <a:p>
            <a:pPr marL="342900" indent="-342900">
              <a:buFont typeface="Wingdings" panose="05000000000000000000" pitchFamily="2" charset="2"/>
              <a:buChar char="ü"/>
            </a:pPr>
            <a:r>
              <a:rPr lang="en-US" dirty="0"/>
              <a:t> the 1</a:t>
            </a:r>
            <a:r>
              <a:rPr lang="en-US" baseline="30000" dirty="0"/>
              <a:t>st</a:t>
            </a:r>
            <a:r>
              <a:rPr lang="en-US" dirty="0"/>
              <a:t> drive with a capacity 1 </a:t>
            </a:r>
            <a:r>
              <a:rPr lang="en-US" dirty="0" err="1"/>
              <a:t>GByte</a:t>
            </a:r>
            <a:r>
              <a:rPr lang="en-US" dirty="0"/>
              <a:t> , produced</a:t>
            </a:r>
          </a:p>
          <a:p>
            <a:pPr marL="342900" indent="-342900">
              <a:buFont typeface="Wingdings" panose="05000000000000000000" pitchFamily="2" charset="2"/>
              <a:buChar char="ü"/>
            </a:pPr>
            <a:r>
              <a:rPr lang="en-US" dirty="0"/>
              <a:t> by IBM in 1980</a:t>
            </a:r>
          </a:p>
          <a:p>
            <a:pPr marL="342900" indent="-342900">
              <a:buFont typeface="Wingdings" panose="05000000000000000000" pitchFamily="2" charset="2"/>
              <a:buChar char="ü"/>
            </a:pPr>
            <a:r>
              <a:rPr lang="en-US" dirty="0"/>
              <a:t> weighed 250 kg</a:t>
            </a:r>
          </a:p>
          <a:p>
            <a:pPr marL="342900" indent="-342900">
              <a:buFont typeface="Wingdings" panose="05000000000000000000" pitchFamily="2" charset="2"/>
              <a:buChar char="ü"/>
            </a:pPr>
            <a:r>
              <a:rPr lang="en-US" dirty="0"/>
              <a:t> cost $40,000</a:t>
            </a:r>
          </a:p>
          <a:p>
            <a:pPr marL="342900" indent="-342900">
              <a:buFont typeface="Wingdings" panose="05000000000000000000" pitchFamily="2" charset="2"/>
              <a:buChar char="ü"/>
            </a:pPr>
            <a:r>
              <a:rPr lang="en-US" dirty="0"/>
              <a:t> size of a kitchen appliance</a:t>
            </a:r>
          </a:p>
          <a:p>
            <a:pPr marL="0" indent="0"/>
            <a:endParaRPr lang="en-US" dirty="0"/>
          </a:p>
        </p:txBody>
      </p:sp>
      <p:sp>
        <p:nvSpPr>
          <p:cNvPr id="4" name="Slide Number Placeholder 3"/>
          <p:cNvSpPr>
            <a:spLocks noGrp="1"/>
          </p:cNvSpPr>
          <p:nvPr>
            <p:ph type="sldNum" sz="quarter" idx="11"/>
          </p:nvPr>
        </p:nvSpPr>
        <p:spPr/>
        <p:txBody>
          <a:bodyPr/>
          <a:lstStyle/>
          <a:p>
            <a:fld id="{BD0827E9-CFC9-46E1-A7D1-8887B5DA61FF}" type="slidenum">
              <a:rPr lang="en-US" smtClean="0">
                <a:solidFill>
                  <a:prstClr val="black">
                    <a:tint val="75000"/>
                  </a:prstClr>
                </a:solidFill>
              </a:rPr>
              <a:pPr/>
              <a:t>2</a:t>
            </a:fld>
            <a:endParaRPr lang="en-US" dirty="0">
              <a:solidFill>
                <a:prstClr val="black">
                  <a:tint val="75000"/>
                </a:prstClr>
              </a:solidFill>
            </a:endParaRPr>
          </a:p>
        </p:txBody>
      </p:sp>
    </p:spTree>
    <p:extLst>
      <p:ext uri="{BB962C8B-B14F-4D97-AF65-F5344CB8AC3E}">
        <p14:creationId xmlns:p14="http://schemas.microsoft.com/office/powerpoint/2010/main" val="118844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93" y="228600"/>
            <a:ext cx="6526337" cy="596653"/>
          </a:xfrm>
        </p:spPr>
        <p:txBody>
          <a:bodyPr/>
          <a:lstStyle/>
          <a:p>
            <a:pPr algn="ctr"/>
            <a:r>
              <a:rPr lang="en-US" sz="3200" b="0" dirty="0"/>
              <a:t>Magnetic disk</a:t>
            </a:r>
            <a:endParaRPr lang="en-IN" sz="3200" dirty="0"/>
          </a:p>
        </p:txBody>
      </p:sp>
      <p:sp>
        <p:nvSpPr>
          <p:cNvPr id="3" name="Rectangle 2"/>
          <p:cNvSpPr/>
          <p:nvPr/>
        </p:nvSpPr>
        <p:spPr>
          <a:xfrm>
            <a:off x="123670" y="990600"/>
            <a:ext cx="9020330" cy="4431983"/>
          </a:xfrm>
          <a:prstGeom prst="rect">
            <a:avLst/>
          </a:prstGeom>
        </p:spPr>
        <p:txBody>
          <a:bodyPr wrap="square">
            <a:spAutoFit/>
          </a:bodyPr>
          <a:lstStyle/>
          <a:p>
            <a:pPr marL="742758" lvl="1" indent="-285750">
              <a:buFont typeface="Wingdings" panose="05000000000000000000" pitchFamily="2" charset="2"/>
              <a:buChar char="q"/>
            </a:pPr>
            <a:r>
              <a:rPr lang="en-US" sz="2400" dirty="0">
                <a:latin typeface="TimesTen-Roman"/>
              </a:rPr>
              <a:t> A disk is a circular platter constructed of nonmagnetic material, called the substrate, coated with a </a:t>
            </a:r>
            <a:r>
              <a:rPr lang="en-US" sz="2400" dirty="0" err="1">
                <a:latin typeface="TimesTen-Roman"/>
              </a:rPr>
              <a:t>magnetizable</a:t>
            </a:r>
            <a:r>
              <a:rPr lang="en-US" sz="2400" dirty="0">
                <a:latin typeface="TimesTen-Roman"/>
              </a:rPr>
              <a:t> material. </a:t>
            </a:r>
          </a:p>
          <a:p>
            <a:pPr marL="742758" lvl="1" indent="-285750">
              <a:buFont typeface="Wingdings" panose="05000000000000000000" pitchFamily="2" charset="2"/>
              <a:buChar char="q"/>
            </a:pPr>
            <a:r>
              <a:rPr lang="en-US" sz="2400" dirty="0">
                <a:latin typeface="TimesTen-Roman"/>
              </a:rPr>
              <a:t>  Traditionally, the substrate has been an aluminum or aluminum alloy material. More recently, glass substrates have been introduced.</a:t>
            </a:r>
          </a:p>
          <a:p>
            <a:pPr marL="1256912" lvl="2" indent="-342900">
              <a:buFont typeface="Wingdings" panose="05000000000000000000" pitchFamily="2" charset="2"/>
              <a:buChar char="ü"/>
            </a:pPr>
            <a:r>
              <a:rPr lang="en-US" sz="2400" dirty="0">
                <a:latin typeface="TimesTen-Roman"/>
              </a:rPr>
              <a:t> </a:t>
            </a:r>
            <a:r>
              <a:rPr lang="en-US" dirty="0"/>
              <a:t>The glass substrate has a number of benefits</a:t>
            </a:r>
          </a:p>
          <a:p>
            <a:pPr marL="1256912" lvl="2" indent="-342900">
              <a:buFont typeface="Wingdings" panose="05000000000000000000" pitchFamily="2" charset="2"/>
              <a:buChar char="ü"/>
            </a:pPr>
            <a:r>
              <a:rPr lang="en-US" dirty="0"/>
              <a:t> </a:t>
            </a:r>
            <a:r>
              <a:rPr lang="en-US" sz="2400" dirty="0"/>
              <a:t> </a:t>
            </a:r>
            <a:r>
              <a:rPr lang="en-US" dirty="0"/>
              <a:t>Improvement in the uniformity of the magnetic film surface to increase  	disk </a:t>
            </a:r>
            <a:r>
              <a:rPr lang="en-IN" dirty="0"/>
              <a:t>reliability</a:t>
            </a:r>
          </a:p>
          <a:p>
            <a:pPr marL="1256912" lvl="2" indent="-342900">
              <a:buFont typeface="Wingdings" panose="05000000000000000000" pitchFamily="2" charset="2"/>
              <a:buChar char="ü"/>
            </a:pPr>
            <a:r>
              <a:rPr lang="en-US" dirty="0"/>
              <a:t> A significant reduction in overall surface defects to help reduce read-write errors</a:t>
            </a:r>
          </a:p>
          <a:p>
            <a:pPr marL="1256912" lvl="2" indent="-342900">
              <a:buFont typeface="Wingdings" panose="05000000000000000000" pitchFamily="2" charset="2"/>
              <a:buChar char="ü"/>
            </a:pPr>
            <a:r>
              <a:rPr lang="en-IN" dirty="0"/>
              <a:t>Better stiffness to reduce disk dynamics</a:t>
            </a:r>
          </a:p>
          <a:p>
            <a:pPr marL="1256912" lvl="2" indent="-342900">
              <a:buFont typeface="Wingdings" panose="05000000000000000000" pitchFamily="2" charset="2"/>
              <a:buChar char="ü"/>
            </a:pPr>
            <a:r>
              <a:rPr lang="en-US" dirty="0"/>
              <a:t>  Greater ability to withstand shock and damage</a:t>
            </a:r>
            <a:endParaRPr lang="en-IN" sz="4800" dirty="0"/>
          </a:p>
        </p:txBody>
      </p:sp>
    </p:spTree>
    <p:extLst>
      <p:ext uri="{BB962C8B-B14F-4D97-AF65-F5344CB8AC3E}">
        <p14:creationId xmlns:p14="http://schemas.microsoft.com/office/powerpoint/2010/main" val="2194952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3" y="51663"/>
            <a:ext cx="6526337" cy="596653"/>
          </a:xfrm>
        </p:spPr>
        <p:txBody>
          <a:bodyPr/>
          <a:lstStyle/>
          <a:p>
            <a:pPr algn="ctr"/>
            <a:r>
              <a:rPr lang="en-IN" sz="2800" b="0" dirty="0"/>
              <a:t>Disk Data Layout</a:t>
            </a:r>
            <a:endParaRPr lang="en-IN" sz="2800" dirty="0"/>
          </a:p>
        </p:txBody>
      </p:sp>
      <p:pic>
        <p:nvPicPr>
          <p:cNvPr id="4" name="Picture 3"/>
          <p:cNvPicPr>
            <a:picLocks noChangeAspect="1"/>
          </p:cNvPicPr>
          <p:nvPr/>
        </p:nvPicPr>
        <p:blipFill>
          <a:blip r:embed="rId2"/>
          <a:stretch>
            <a:fillRect/>
          </a:stretch>
        </p:blipFill>
        <p:spPr>
          <a:xfrm>
            <a:off x="13063" y="913382"/>
            <a:ext cx="5638801" cy="5563617"/>
          </a:xfrm>
          <a:prstGeom prst="rect">
            <a:avLst/>
          </a:prstGeom>
        </p:spPr>
      </p:pic>
    </p:spTree>
    <p:extLst>
      <p:ext uri="{BB962C8B-B14F-4D97-AF65-F5344CB8AC3E}">
        <p14:creationId xmlns:p14="http://schemas.microsoft.com/office/powerpoint/2010/main" val="4034371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6515100" y="3733800"/>
            <a:ext cx="1290638" cy="212725"/>
          </a:xfrm>
          <a:prstGeom prst="rect">
            <a:avLst/>
          </a:prstGeom>
          <a:noFill/>
          <a:ln w="9525">
            <a:noFill/>
            <a:miter lim="800000"/>
            <a:headEnd/>
            <a:tailEnd/>
          </a:ln>
        </p:spPr>
        <p:txBody>
          <a:bodyPr wrap="none" lIns="0" tIns="0" rIns="0" bIns="0">
            <a:spAutoFit/>
          </a:bodyPr>
          <a:lstStyle/>
          <a:p>
            <a:r>
              <a:rPr lang="en-CA" sz="1400">
                <a:solidFill>
                  <a:srgbClr val="000000"/>
                </a:solidFill>
                <a:latin typeface="Nimbus Roman No9 L" charset="0"/>
              </a:rPr>
              <a:t>Sector 0, track 0</a:t>
            </a:r>
            <a:endParaRPr lang="en-CA" sz="2400">
              <a:latin typeface="Times New Roman" pitchFamily="18" charset="0"/>
            </a:endParaRPr>
          </a:p>
        </p:txBody>
      </p:sp>
      <p:sp>
        <p:nvSpPr>
          <p:cNvPr id="5" name="Rectangle 5"/>
          <p:cNvSpPr>
            <a:spLocks noChangeArrowheads="1"/>
          </p:cNvSpPr>
          <p:nvPr/>
        </p:nvSpPr>
        <p:spPr bwMode="auto">
          <a:xfrm>
            <a:off x="1138238" y="3433762"/>
            <a:ext cx="1154162" cy="215444"/>
          </a:xfrm>
          <a:prstGeom prst="rect">
            <a:avLst/>
          </a:prstGeom>
          <a:noFill/>
          <a:ln w="9525">
            <a:noFill/>
            <a:miter lim="800000"/>
            <a:headEnd/>
            <a:tailEnd/>
          </a:ln>
        </p:spPr>
        <p:txBody>
          <a:bodyPr wrap="none" lIns="0" tIns="0" rIns="0" bIns="0">
            <a:spAutoFit/>
          </a:bodyPr>
          <a:lstStyle/>
          <a:p>
            <a:r>
              <a:rPr lang="en-CA" sz="1400" dirty="0">
                <a:solidFill>
                  <a:srgbClr val="000000"/>
                </a:solidFill>
                <a:latin typeface="Nimbus Roman No9 L" charset="0"/>
              </a:rPr>
              <a:t>Sector 2, track</a:t>
            </a:r>
            <a:endParaRPr lang="en-CA" sz="2400" dirty="0">
              <a:latin typeface="Times New Roman" pitchFamily="18" charset="0"/>
            </a:endParaRPr>
          </a:p>
        </p:txBody>
      </p:sp>
      <p:sp>
        <p:nvSpPr>
          <p:cNvPr id="6" name="Rectangle 6"/>
          <p:cNvSpPr>
            <a:spLocks noChangeArrowheads="1"/>
          </p:cNvSpPr>
          <p:nvPr/>
        </p:nvSpPr>
        <p:spPr bwMode="auto">
          <a:xfrm>
            <a:off x="2286000" y="3433762"/>
            <a:ext cx="98425" cy="212725"/>
          </a:xfrm>
          <a:prstGeom prst="rect">
            <a:avLst/>
          </a:prstGeom>
          <a:noFill/>
          <a:ln w="9525">
            <a:noFill/>
            <a:miter lim="800000"/>
            <a:headEnd/>
            <a:tailEnd/>
          </a:ln>
        </p:spPr>
        <p:txBody>
          <a:bodyPr wrap="none" lIns="0" tIns="0" rIns="0" bIns="0">
            <a:spAutoFit/>
          </a:bodyPr>
          <a:lstStyle/>
          <a:p>
            <a:r>
              <a:rPr lang="en-CA" sz="1400" i="1">
                <a:solidFill>
                  <a:srgbClr val="000000"/>
                </a:solidFill>
                <a:latin typeface="Nimbus Roman No9 L" charset="0"/>
              </a:rPr>
              <a:t>n</a:t>
            </a:r>
            <a:endParaRPr lang="en-CA" sz="2400">
              <a:latin typeface="Times New Roman" pitchFamily="18" charset="0"/>
            </a:endParaRPr>
          </a:p>
        </p:txBody>
      </p:sp>
      <p:sp>
        <p:nvSpPr>
          <p:cNvPr id="7" name="Rectangle 7"/>
          <p:cNvSpPr>
            <a:spLocks noChangeArrowheads="1"/>
          </p:cNvSpPr>
          <p:nvPr/>
        </p:nvSpPr>
        <p:spPr bwMode="auto">
          <a:xfrm>
            <a:off x="580452" y="5512514"/>
            <a:ext cx="3401572" cy="246221"/>
          </a:xfrm>
          <a:prstGeom prst="rect">
            <a:avLst/>
          </a:prstGeom>
          <a:noFill/>
          <a:ln w="9525">
            <a:noFill/>
            <a:miter lim="800000"/>
            <a:headEnd/>
            <a:tailEnd/>
          </a:ln>
        </p:spPr>
        <p:txBody>
          <a:bodyPr wrap="none" lIns="0" tIns="0" rIns="0" bIns="0">
            <a:spAutoFit/>
          </a:bodyPr>
          <a:lstStyle/>
          <a:p>
            <a:r>
              <a:rPr lang="en-CA" sz="1600" dirty="0">
                <a:solidFill>
                  <a:srgbClr val="000000"/>
                </a:solidFill>
                <a:latin typeface="Nimbus Roman No9 L" charset="0"/>
              </a:rPr>
              <a:t>Organization of one surface of a disk.</a:t>
            </a:r>
            <a:endParaRPr lang="en-CA" sz="2400" dirty="0">
              <a:latin typeface="Times New Roman" pitchFamily="18" charset="0"/>
            </a:endParaRPr>
          </a:p>
        </p:txBody>
      </p:sp>
      <p:sp>
        <p:nvSpPr>
          <p:cNvPr id="8" name="Rectangle 8"/>
          <p:cNvSpPr>
            <a:spLocks noChangeArrowheads="1"/>
          </p:cNvSpPr>
          <p:nvPr/>
        </p:nvSpPr>
        <p:spPr bwMode="auto">
          <a:xfrm>
            <a:off x="6573838" y="3316287"/>
            <a:ext cx="1290637" cy="212725"/>
          </a:xfrm>
          <a:prstGeom prst="rect">
            <a:avLst/>
          </a:prstGeom>
          <a:noFill/>
          <a:ln w="9525">
            <a:noFill/>
            <a:miter lim="800000"/>
            <a:headEnd/>
            <a:tailEnd/>
          </a:ln>
        </p:spPr>
        <p:txBody>
          <a:bodyPr wrap="none" lIns="0" tIns="0" rIns="0" bIns="0">
            <a:spAutoFit/>
          </a:bodyPr>
          <a:lstStyle/>
          <a:p>
            <a:r>
              <a:rPr lang="en-CA" sz="1400">
                <a:solidFill>
                  <a:srgbClr val="000000"/>
                </a:solidFill>
                <a:latin typeface="Nimbus Roman No9 L" charset="0"/>
              </a:rPr>
              <a:t>Sector 0, track 1</a:t>
            </a:r>
            <a:endParaRPr lang="en-CA" sz="2400">
              <a:latin typeface="Times New Roman" pitchFamily="18" charset="0"/>
            </a:endParaRPr>
          </a:p>
        </p:txBody>
      </p:sp>
      <p:sp>
        <p:nvSpPr>
          <p:cNvPr id="9" name="Line 9"/>
          <p:cNvSpPr>
            <a:spLocks noChangeShapeType="1"/>
          </p:cNvSpPr>
          <p:nvPr/>
        </p:nvSpPr>
        <p:spPr bwMode="auto">
          <a:xfrm flipV="1">
            <a:off x="2413000" y="3236912"/>
            <a:ext cx="1354138" cy="298450"/>
          </a:xfrm>
          <a:prstGeom prst="line">
            <a:avLst/>
          </a:prstGeom>
          <a:noFill/>
          <a:ln w="20638">
            <a:solidFill>
              <a:srgbClr val="000000"/>
            </a:solidFill>
            <a:round/>
            <a:headEnd/>
            <a:tailEnd/>
          </a:ln>
        </p:spPr>
        <p:txBody>
          <a:bodyPr/>
          <a:lstStyle/>
          <a:p>
            <a:endParaRPr lang="en-US"/>
          </a:p>
        </p:txBody>
      </p:sp>
      <p:sp>
        <p:nvSpPr>
          <p:cNvPr id="10" name="Line 11"/>
          <p:cNvSpPr>
            <a:spLocks noChangeShapeType="1"/>
          </p:cNvSpPr>
          <p:nvPr/>
        </p:nvSpPr>
        <p:spPr bwMode="auto">
          <a:xfrm flipH="1">
            <a:off x="2649538" y="3017837"/>
            <a:ext cx="3665537" cy="1588"/>
          </a:xfrm>
          <a:prstGeom prst="line">
            <a:avLst/>
          </a:prstGeom>
          <a:noFill/>
          <a:ln w="20638">
            <a:solidFill>
              <a:srgbClr val="000000"/>
            </a:solidFill>
            <a:round/>
            <a:headEnd/>
            <a:tailEnd/>
          </a:ln>
        </p:spPr>
        <p:txBody>
          <a:bodyPr/>
          <a:lstStyle/>
          <a:p>
            <a:endParaRPr lang="en-US"/>
          </a:p>
        </p:txBody>
      </p:sp>
      <p:sp>
        <p:nvSpPr>
          <p:cNvPr id="11" name="Line 12"/>
          <p:cNvSpPr>
            <a:spLocks noChangeShapeType="1"/>
          </p:cNvSpPr>
          <p:nvPr/>
        </p:nvSpPr>
        <p:spPr bwMode="auto">
          <a:xfrm flipV="1">
            <a:off x="3048000" y="1582737"/>
            <a:ext cx="2868613" cy="2868613"/>
          </a:xfrm>
          <a:prstGeom prst="line">
            <a:avLst/>
          </a:prstGeom>
          <a:noFill/>
          <a:ln w="20638">
            <a:solidFill>
              <a:srgbClr val="000000"/>
            </a:solidFill>
            <a:round/>
            <a:headEnd/>
            <a:tailEnd/>
          </a:ln>
        </p:spPr>
        <p:txBody>
          <a:bodyPr/>
          <a:lstStyle/>
          <a:p>
            <a:endParaRPr lang="en-US"/>
          </a:p>
        </p:txBody>
      </p:sp>
      <p:sp>
        <p:nvSpPr>
          <p:cNvPr id="12" name="Line 13"/>
          <p:cNvSpPr>
            <a:spLocks noChangeShapeType="1"/>
          </p:cNvSpPr>
          <p:nvPr/>
        </p:nvSpPr>
        <p:spPr bwMode="auto">
          <a:xfrm>
            <a:off x="3022600" y="1562100"/>
            <a:ext cx="2868613" cy="2868612"/>
          </a:xfrm>
          <a:prstGeom prst="line">
            <a:avLst/>
          </a:prstGeom>
          <a:noFill/>
          <a:ln w="20638">
            <a:solidFill>
              <a:srgbClr val="000000"/>
            </a:solidFill>
            <a:round/>
            <a:headEnd/>
            <a:tailEnd/>
          </a:ln>
        </p:spPr>
        <p:txBody>
          <a:bodyPr/>
          <a:lstStyle/>
          <a:p>
            <a:endParaRPr lang="en-US"/>
          </a:p>
        </p:txBody>
      </p:sp>
      <p:sp>
        <p:nvSpPr>
          <p:cNvPr id="13" name="Line 14"/>
          <p:cNvSpPr>
            <a:spLocks noChangeShapeType="1"/>
          </p:cNvSpPr>
          <p:nvPr/>
        </p:nvSpPr>
        <p:spPr bwMode="auto">
          <a:xfrm flipH="1" flipV="1">
            <a:off x="5876925" y="3733800"/>
            <a:ext cx="557213" cy="139700"/>
          </a:xfrm>
          <a:prstGeom prst="line">
            <a:avLst/>
          </a:prstGeom>
          <a:noFill/>
          <a:ln w="20638">
            <a:solidFill>
              <a:srgbClr val="000000"/>
            </a:solidFill>
            <a:round/>
            <a:headEnd/>
            <a:tailEnd/>
          </a:ln>
        </p:spPr>
        <p:txBody>
          <a:bodyPr/>
          <a:lstStyle/>
          <a:p>
            <a:endParaRPr lang="en-US"/>
          </a:p>
        </p:txBody>
      </p:sp>
      <p:sp>
        <p:nvSpPr>
          <p:cNvPr id="14" name="Line 15"/>
          <p:cNvSpPr>
            <a:spLocks noChangeShapeType="1"/>
          </p:cNvSpPr>
          <p:nvPr/>
        </p:nvSpPr>
        <p:spPr bwMode="auto">
          <a:xfrm flipH="1" flipV="1">
            <a:off x="5776913" y="3295650"/>
            <a:ext cx="717550" cy="139700"/>
          </a:xfrm>
          <a:prstGeom prst="line">
            <a:avLst/>
          </a:prstGeom>
          <a:noFill/>
          <a:ln w="20638">
            <a:solidFill>
              <a:srgbClr val="000000"/>
            </a:solidFill>
            <a:round/>
            <a:headEnd/>
            <a:tailEnd/>
          </a:ln>
        </p:spPr>
        <p:txBody>
          <a:bodyPr/>
          <a:lstStyle/>
          <a:p>
            <a:endParaRPr lang="en-US"/>
          </a:p>
        </p:txBody>
      </p:sp>
      <p:sp>
        <p:nvSpPr>
          <p:cNvPr id="15" name="Oval 16"/>
          <p:cNvSpPr>
            <a:spLocks noChangeArrowheads="1"/>
          </p:cNvSpPr>
          <p:nvPr/>
        </p:nvSpPr>
        <p:spPr bwMode="auto">
          <a:xfrm>
            <a:off x="2797175" y="1371600"/>
            <a:ext cx="3344863" cy="3328987"/>
          </a:xfrm>
          <a:prstGeom prst="ellipse">
            <a:avLst/>
          </a:prstGeom>
          <a:noFill/>
          <a:ln w="19050">
            <a:solidFill>
              <a:schemeClr val="tx1"/>
            </a:solidFill>
            <a:round/>
            <a:headEnd/>
            <a:tailEnd/>
          </a:ln>
        </p:spPr>
        <p:txBody>
          <a:bodyPr wrap="none" anchor="ctr"/>
          <a:lstStyle/>
          <a:p>
            <a:endParaRPr lang="en-US">
              <a:latin typeface="Corbel" pitchFamily="34" charset="0"/>
            </a:endParaRPr>
          </a:p>
        </p:txBody>
      </p:sp>
      <p:sp>
        <p:nvSpPr>
          <p:cNvPr id="16" name="Oval 17"/>
          <p:cNvSpPr>
            <a:spLocks noChangeArrowheads="1"/>
          </p:cNvSpPr>
          <p:nvPr/>
        </p:nvSpPr>
        <p:spPr bwMode="auto">
          <a:xfrm>
            <a:off x="2954338" y="1509712"/>
            <a:ext cx="3054350" cy="3035300"/>
          </a:xfrm>
          <a:prstGeom prst="ellipse">
            <a:avLst/>
          </a:prstGeom>
          <a:noFill/>
          <a:ln w="9525">
            <a:solidFill>
              <a:srgbClr val="66FFFF"/>
            </a:solidFill>
            <a:round/>
            <a:headEnd/>
            <a:tailEnd/>
          </a:ln>
        </p:spPr>
        <p:txBody>
          <a:bodyPr wrap="none" anchor="ctr"/>
          <a:lstStyle/>
          <a:p>
            <a:endParaRPr lang="en-US">
              <a:latin typeface="Corbel" pitchFamily="34" charset="0"/>
            </a:endParaRPr>
          </a:p>
        </p:txBody>
      </p:sp>
      <p:sp>
        <p:nvSpPr>
          <p:cNvPr id="17" name="Oval 18"/>
          <p:cNvSpPr>
            <a:spLocks noChangeArrowheads="1"/>
          </p:cNvSpPr>
          <p:nvPr/>
        </p:nvSpPr>
        <p:spPr bwMode="auto">
          <a:xfrm>
            <a:off x="3130550" y="1722437"/>
            <a:ext cx="2686050" cy="2644775"/>
          </a:xfrm>
          <a:prstGeom prst="ellipse">
            <a:avLst/>
          </a:prstGeom>
          <a:noFill/>
          <a:ln w="9525">
            <a:solidFill>
              <a:srgbClr val="66FFFF"/>
            </a:solidFill>
            <a:round/>
            <a:headEnd/>
            <a:tailEnd/>
          </a:ln>
        </p:spPr>
        <p:txBody>
          <a:bodyPr wrap="none" anchor="ctr"/>
          <a:lstStyle/>
          <a:p>
            <a:endParaRPr lang="en-US">
              <a:latin typeface="Corbel" pitchFamily="34" charset="0"/>
            </a:endParaRPr>
          </a:p>
        </p:txBody>
      </p:sp>
      <p:sp>
        <p:nvSpPr>
          <p:cNvPr id="18" name="Oval 19"/>
          <p:cNvSpPr>
            <a:spLocks noChangeArrowheads="1"/>
          </p:cNvSpPr>
          <p:nvPr/>
        </p:nvSpPr>
        <p:spPr bwMode="auto">
          <a:xfrm>
            <a:off x="3363913" y="1995487"/>
            <a:ext cx="2238375" cy="2139950"/>
          </a:xfrm>
          <a:prstGeom prst="ellipse">
            <a:avLst/>
          </a:prstGeom>
          <a:noFill/>
          <a:ln w="9525">
            <a:solidFill>
              <a:srgbClr val="66FFFF"/>
            </a:solidFill>
            <a:round/>
            <a:headEnd/>
            <a:tailEnd/>
          </a:ln>
        </p:spPr>
        <p:txBody>
          <a:bodyPr wrap="none" anchor="ctr"/>
          <a:lstStyle/>
          <a:p>
            <a:endParaRPr lang="en-US">
              <a:latin typeface="Corbel" pitchFamily="34" charset="0"/>
            </a:endParaRPr>
          </a:p>
        </p:txBody>
      </p:sp>
      <p:sp>
        <p:nvSpPr>
          <p:cNvPr id="19" name="Oval 20"/>
          <p:cNvSpPr>
            <a:spLocks noChangeArrowheads="1"/>
          </p:cNvSpPr>
          <p:nvPr/>
        </p:nvSpPr>
        <p:spPr bwMode="auto">
          <a:xfrm>
            <a:off x="3730625" y="2363787"/>
            <a:ext cx="1501775" cy="1400175"/>
          </a:xfrm>
          <a:prstGeom prst="ellipse">
            <a:avLst/>
          </a:prstGeom>
          <a:noFill/>
          <a:ln w="9525">
            <a:solidFill>
              <a:srgbClr val="66FFFF"/>
            </a:solidFill>
            <a:round/>
            <a:headEnd/>
            <a:tailEnd/>
          </a:ln>
        </p:spPr>
        <p:txBody>
          <a:bodyPr wrap="none" anchor="ctr"/>
          <a:lstStyle/>
          <a:p>
            <a:endParaRPr lang="en-US">
              <a:latin typeface="Corbel" pitchFamily="34" charset="0"/>
            </a:endParaRPr>
          </a:p>
        </p:txBody>
      </p:sp>
      <p:sp>
        <p:nvSpPr>
          <p:cNvPr id="20" name="Oval 21"/>
          <p:cNvSpPr>
            <a:spLocks noChangeArrowheads="1"/>
          </p:cNvSpPr>
          <p:nvPr/>
        </p:nvSpPr>
        <p:spPr bwMode="auto">
          <a:xfrm>
            <a:off x="4211638" y="2778125"/>
            <a:ext cx="523875" cy="511175"/>
          </a:xfrm>
          <a:prstGeom prst="ellipse">
            <a:avLst/>
          </a:prstGeom>
          <a:noFill/>
          <a:ln w="19050">
            <a:solidFill>
              <a:schemeClr val="tx1"/>
            </a:solidFill>
            <a:round/>
            <a:headEnd/>
            <a:tailEnd/>
          </a:ln>
        </p:spPr>
        <p:txBody>
          <a:bodyPr wrap="none" anchor="ctr"/>
          <a:lstStyle/>
          <a:p>
            <a:endParaRPr lang="en-US">
              <a:latin typeface="Corbel" pitchFamily="34" charset="0"/>
            </a:endParaRPr>
          </a:p>
        </p:txBody>
      </p:sp>
      <p:sp>
        <p:nvSpPr>
          <p:cNvPr id="21" name="Rectangle 2"/>
          <p:cNvSpPr txBox="1">
            <a:spLocks noChangeArrowheads="1"/>
          </p:cNvSpPr>
          <p:nvPr/>
        </p:nvSpPr>
        <p:spPr>
          <a:xfrm>
            <a:off x="292100" y="-52515"/>
            <a:ext cx="6281738" cy="803402"/>
          </a:xfrm>
          <a:prstGeom prst="rect">
            <a:avLst/>
          </a:prstGeom>
        </p:spPr>
        <p:txBody>
          <a:bodyPr/>
          <a:lst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a:lstStyle>
          <a:p>
            <a:pPr>
              <a:defRPr/>
            </a:pPr>
            <a:r>
              <a:rPr lang="en-US" altLang="zh-CN" sz="3200" b="0" dirty="0">
                <a:solidFill>
                  <a:schemeClr val="accent1">
                    <a:satMod val="150000"/>
                  </a:schemeClr>
                </a:solidFill>
                <a:ea typeface="SimSun" pitchFamily="2" charset="-122"/>
              </a:rPr>
              <a:t>Organization of Data on a Disk</a:t>
            </a:r>
          </a:p>
        </p:txBody>
      </p:sp>
      <p:sp>
        <p:nvSpPr>
          <p:cNvPr id="2" name="TextBox 1"/>
          <p:cNvSpPr txBox="1"/>
          <p:nvPr/>
        </p:nvSpPr>
        <p:spPr>
          <a:xfrm>
            <a:off x="4572000" y="4876800"/>
            <a:ext cx="4572000" cy="1477328"/>
          </a:xfrm>
          <a:prstGeom prst="rect">
            <a:avLst/>
          </a:prstGeom>
          <a:noFill/>
        </p:spPr>
        <p:txBody>
          <a:bodyPr wrap="square" rtlCol="0">
            <a:spAutoFit/>
          </a:bodyPr>
          <a:lstStyle/>
          <a:p>
            <a:r>
              <a:rPr lang="en-US" dirty="0"/>
              <a:t>The set of corresponding tracks on all surfaces of a stack of disk form a cylinder</a:t>
            </a:r>
          </a:p>
          <a:p>
            <a:r>
              <a:rPr lang="en-US" dirty="0"/>
              <a:t>The data are accessed by specifying the surface number, the track and the sector number</a:t>
            </a:r>
          </a:p>
        </p:txBody>
      </p:sp>
    </p:spTree>
    <p:extLst>
      <p:ext uri="{BB962C8B-B14F-4D97-AF65-F5344CB8AC3E}">
        <p14:creationId xmlns:p14="http://schemas.microsoft.com/office/powerpoint/2010/main" val="203144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5943600" cy="685800"/>
          </a:xfrm>
        </p:spPr>
        <p:txBody>
          <a:bodyPr>
            <a:normAutofit/>
          </a:bodyPr>
          <a:lstStyle/>
          <a:p>
            <a:r>
              <a:rPr lang="en-IN" sz="2800" b="0" dirty="0"/>
              <a:t>Disk Performance Parameter</a:t>
            </a:r>
          </a:p>
        </p:txBody>
      </p:sp>
      <p:pic>
        <p:nvPicPr>
          <p:cNvPr id="3" name="Picture 2"/>
          <p:cNvPicPr>
            <a:picLocks noChangeAspect="1"/>
          </p:cNvPicPr>
          <p:nvPr/>
        </p:nvPicPr>
        <p:blipFill>
          <a:blip r:embed="rId2"/>
          <a:stretch>
            <a:fillRect/>
          </a:stretch>
        </p:blipFill>
        <p:spPr>
          <a:xfrm>
            <a:off x="619124" y="838200"/>
            <a:ext cx="5857875" cy="1091790"/>
          </a:xfrm>
          <a:prstGeom prst="rect">
            <a:avLst/>
          </a:prstGeom>
        </p:spPr>
      </p:pic>
      <p:sp>
        <p:nvSpPr>
          <p:cNvPr id="4" name="Rectangle 3"/>
          <p:cNvSpPr/>
          <p:nvPr/>
        </p:nvSpPr>
        <p:spPr>
          <a:xfrm>
            <a:off x="0" y="1929990"/>
            <a:ext cx="9144000" cy="3785652"/>
          </a:xfrm>
          <a:prstGeom prst="rect">
            <a:avLst/>
          </a:prstGeom>
        </p:spPr>
        <p:txBody>
          <a:bodyPr wrap="square">
            <a:spAutoFit/>
          </a:bodyPr>
          <a:lstStyle/>
          <a:p>
            <a:pPr marL="285750" indent="-285750">
              <a:lnSpc>
                <a:spcPct val="150000"/>
              </a:lnSpc>
              <a:buFont typeface="Wingdings" panose="05000000000000000000" pitchFamily="2" charset="2"/>
              <a:buChar char="q"/>
            </a:pPr>
            <a:r>
              <a:rPr lang="en-IN" sz="2000" dirty="0"/>
              <a:t>Seek time: </a:t>
            </a:r>
            <a:r>
              <a:rPr lang="en-US" sz="2000" dirty="0"/>
              <a:t> is the time required to move the disk arm to the required track.</a:t>
            </a:r>
          </a:p>
          <a:p>
            <a:pPr marL="285750" indent="-285750">
              <a:lnSpc>
                <a:spcPct val="150000"/>
              </a:lnSpc>
              <a:buFont typeface="Wingdings" panose="05000000000000000000" pitchFamily="2" charset="2"/>
              <a:buChar char="q"/>
            </a:pPr>
            <a:r>
              <a:rPr lang="en-US" sz="2000" dirty="0"/>
              <a:t> </a:t>
            </a:r>
            <a:r>
              <a:rPr lang="en-IN" sz="2000" dirty="0"/>
              <a:t>Rotational delay: </a:t>
            </a:r>
            <a:r>
              <a:rPr lang="en-US" sz="2000" dirty="0"/>
              <a:t>Disks, other than floppy disks, rotate at speeds ranging from 3600 rpm (for handheld devices such as digital cameras) up to, as of this writing, 20,000 rpm;</a:t>
            </a:r>
          </a:p>
          <a:p>
            <a:pPr marL="285750" indent="-285750">
              <a:lnSpc>
                <a:spcPct val="150000"/>
              </a:lnSpc>
              <a:buFont typeface="Wingdings" panose="05000000000000000000" pitchFamily="2" charset="2"/>
              <a:buChar char="q"/>
            </a:pPr>
            <a:r>
              <a:rPr lang="en-US" sz="2000" dirty="0"/>
              <a:t> </a:t>
            </a:r>
            <a:r>
              <a:rPr lang="en-IN" sz="2000" dirty="0"/>
              <a:t>Transfer time : </a:t>
            </a:r>
            <a:r>
              <a:rPr lang="en-US" sz="2000" dirty="0"/>
              <a:t>The transfer time to or from the disk depends on the rotation speed of the disk      </a:t>
            </a:r>
            <a:r>
              <a:rPr lang="en-IN" sz="2000" dirty="0"/>
              <a:t>T = b /</a:t>
            </a:r>
            <a:r>
              <a:rPr lang="en-IN" sz="2000" dirty="0" err="1"/>
              <a:t>rN</a:t>
            </a:r>
            <a:endParaRPr lang="en-IN" sz="2000" dirty="0"/>
          </a:p>
          <a:p>
            <a:pPr>
              <a:lnSpc>
                <a:spcPct val="150000"/>
              </a:lnSpc>
            </a:pPr>
            <a:r>
              <a:rPr lang="en-US" sz="2000" dirty="0"/>
              <a:t>             T = transfer time ;b = number of bytes to be transferred; N = number of bytes on a track ; r = rotation speed, in revolutions per second</a:t>
            </a:r>
            <a:endParaRPr lang="en-IN" sz="2000" dirty="0"/>
          </a:p>
        </p:txBody>
      </p:sp>
      <p:sp>
        <p:nvSpPr>
          <p:cNvPr id="5" name="Rectangle 4"/>
          <p:cNvSpPr/>
          <p:nvPr/>
        </p:nvSpPr>
        <p:spPr>
          <a:xfrm>
            <a:off x="3396774" y="5802868"/>
            <a:ext cx="2251194" cy="369332"/>
          </a:xfrm>
          <a:prstGeom prst="rect">
            <a:avLst/>
          </a:prstGeom>
        </p:spPr>
        <p:txBody>
          <a:bodyPr wrap="none">
            <a:spAutoFit/>
          </a:bodyPr>
          <a:lstStyle/>
          <a:p>
            <a:r>
              <a:rPr lang="pt-BR" dirty="0"/>
              <a:t>T</a:t>
            </a:r>
            <a:r>
              <a:rPr lang="pt-BR" baseline="-25000" dirty="0"/>
              <a:t>total</a:t>
            </a:r>
            <a:r>
              <a:rPr lang="pt-BR" dirty="0"/>
              <a:t> = T</a:t>
            </a:r>
            <a:r>
              <a:rPr lang="pt-BR" baseline="-25000" dirty="0"/>
              <a:t>s</a:t>
            </a:r>
            <a:r>
              <a:rPr lang="pt-BR" dirty="0"/>
              <a:t> + 1/2r + b/rN</a:t>
            </a:r>
            <a:endParaRPr lang="en-IN" dirty="0"/>
          </a:p>
        </p:txBody>
      </p:sp>
    </p:spTree>
    <p:extLst>
      <p:ext uri="{BB962C8B-B14F-4D97-AF65-F5344CB8AC3E}">
        <p14:creationId xmlns:p14="http://schemas.microsoft.com/office/powerpoint/2010/main" val="2543255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5562600" cy="381000"/>
          </a:xfrm>
        </p:spPr>
        <p:txBody>
          <a:bodyPr>
            <a:noAutofit/>
          </a:bodyPr>
          <a:lstStyle/>
          <a:p>
            <a:r>
              <a:rPr lang="en-IN" sz="2400" b="0" dirty="0"/>
              <a:t>A timing comparison</a:t>
            </a:r>
          </a:p>
        </p:txBody>
      </p:sp>
      <p:sp>
        <p:nvSpPr>
          <p:cNvPr id="3" name="Rectangle 2"/>
          <p:cNvSpPr/>
          <p:nvPr/>
        </p:nvSpPr>
        <p:spPr>
          <a:xfrm>
            <a:off x="119743" y="457200"/>
            <a:ext cx="8458200" cy="1295868"/>
          </a:xfrm>
          <a:prstGeom prst="rect">
            <a:avLst/>
          </a:prstGeom>
        </p:spPr>
        <p:txBody>
          <a:bodyPr wrap="square">
            <a:spAutoFit/>
          </a:bodyPr>
          <a:lstStyle/>
          <a:p>
            <a:pPr>
              <a:lnSpc>
                <a:spcPct val="150000"/>
              </a:lnSpc>
            </a:pPr>
            <a:r>
              <a:rPr lang="en-US" dirty="0"/>
              <a:t>Consider a disk with an advertised average seek time of 4 </a:t>
            </a:r>
            <a:r>
              <a:rPr lang="en-US" dirty="0" err="1"/>
              <a:t>ms</a:t>
            </a:r>
            <a:r>
              <a:rPr lang="en-US" dirty="0"/>
              <a:t>, rotation speed of 15,000 rpm, and 512-byte sectors with </a:t>
            </a:r>
            <a:r>
              <a:rPr lang="en-US" dirty="0">
                <a:solidFill>
                  <a:srgbClr val="FF0000"/>
                </a:solidFill>
              </a:rPr>
              <a:t>500 sectors per track</a:t>
            </a:r>
            <a:r>
              <a:rPr lang="en-US" dirty="0"/>
              <a:t>. Suppose that we wish to read a file consisting of 2500 sectors for a total of 1.28 Mbytes</a:t>
            </a:r>
            <a:endParaRPr lang="en-IN" dirty="0"/>
          </a:p>
        </p:txBody>
      </p:sp>
      <p:sp>
        <p:nvSpPr>
          <p:cNvPr id="4" name="Rectangle 3"/>
          <p:cNvSpPr/>
          <p:nvPr/>
        </p:nvSpPr>
        <p:spPr>
          <a:xfrm>
            <a:off x="43543" y="1921915"/>
            <a:ext cx="8610600" cy="2169825"/>
          </a:xfrm>
          <a:prstGeom prst="rect">
            <a:avLst/>
          </a:prstGeom>
        </p:spPr>
        <p:txBody>
          <a:bodyPr wrap="square">
            <a:spAutoFit/>
          </a:bodyPr>
          <a:lstStyle/>
          <a:p>
            <a:pPr>
              <a:lnSpc>
                <a:spcPct val="150000"/>
              </a:lnSpc>
            </a:pPr>
            <a:r>
              <a:rPr lang="en-US" dirty="0"/>
              <a:t>First, let us assume that the file is stored as compactly as possible on the disk. That is, the file occupies all of the sectors on 5 adjacent tracks (5 tracks * </a:t>
            </a:r>
            <a:r>
              <a:rPr lang="en-US" dirty="0">
                <a:solidFill>
                  <a:srgbClr val="FF0000"/>
                </a:solidFill>
              </a:rPr>
              <a:t>500 sectors/track </a:t>
            </a:r>
            <a:r>
              <a:rPr lang="en-US" dirty="0"/>
              <a:t>= 2500 sectors). This is known as sequential organization</a:t>
            </a:r>
          </a:p>
          <a:p>
            <a:pPr>
              <a:lnSpc>
                <a:spcPct val="150000"/>
              </a:lnSpc>
            </a:pPr>
            <a:r>
              <a:rPr lang="en-US" dirty="0"/>
              <a:t>Average seek 4 </a:t>
            </a:r>
            <a:r>
              <a:rPr lang="en-US" dirty="0" err="1"/>
              <a:t>ms</a:t>
            </a:r>
            <a:r>
              <a:rPr lang="en-US" dirty="0"/>
              <a:t>;  Average rotational delay 2 </a:t>
            </a:r>
            <a:r>
              <a:rPr lang="en-US" dirty="0" err="1"/>
              <a:t>ms</a:t>
            </a:r>
            <a:endParaRPr lang="en-US" dirty="0"/>
          </a:p>
          <a:p>
            <a:pPr>
              <a:lnSpc>
                <a:spcPct val="150000"/>
              </a:lnSpc>
            </a:pPr>
            <a:r>
              <a:rPr lang="en-US" dirty="0"/>
              <a:t> Read 500 sectors= b/</a:t>
            </a:r>
            <a:r>
              <a:rPr lang="en-US" dirty="0" err="1"/>
              <a:t>rN</a:t>
            </a:r>
            <a:r>
              <a:rPr lang="en-US" dirty="0"/>
              <a:t>= (512X500 X 60)/(15000 X500X512)=4 </a:t>
            </a:r>
            <a:r>
              <a:rPr lang="en-US" dirty="0" err="1"/>
              <a:t>ms</a:t>
            </a:r>
            <a:r>
              <a:rPr lang="en-US" dirty="0"/>
              <a:t>  ; Thus Total=10 </a:t>
            </a:r>
            <a:r>
              <a:rPr lang="en-US" dirty="0" err="1"/>
              <a:t>ms</a:t>
            </a:r>
            <a:endParaRPr lang="en-IN" dirty="0"/>
          </a:p>
        </p:txBody>
      </p:sp>
      <p:sp>
        <p:nvSpPr>
          <p:cNvPr id="5" name="Rectangle 4"/>
          <p:cNvSpPr/>
          <p:nvPr/>
        </p:nvSpPr>
        <p:spPr>
          <a:xfrm>
            <a:off x="119743" y="3962400"/>
            <a:ext cx="8534399" cy="2126864"/>
          </a:xfrm>
          <a:prstGeom prst="rect">
            <a:avLst/>
          </a:prstGeom>
        </p:spPr>
        <p:txBody>
          <a:bodyPr wrap="square">
            <a:spAutoFit/>
          </a:bodyPr>
          <a:lstStyle/>
          <a:p>
            <a:pPr>
              <a:lnSpc>
                <a:spcPct val="150000"/>
              </a:lnSpc>
            </a:pPr>
            <a:r>
              <a:rPr lang="en-US" dirty="0"/>
              <a:t>Suppose that the remaining tracks can now be read with essentially no seek time. </a:t>
            </a:r>
          </a:p>
          <a:p>
            <a:pPr>
              <a:lnSpc>
                <a:spcPct val="150000"/>
              </a:lnSpc>
            </a:pPr>
            <a:r>
              <a:rPr lang="en-US" dirty="0"/>
              <a:t>That is, the I/O operation can keep up with the flow from the disk. Then, at most, we need to deal with rotational delay for the four remaining tracks. Thus each successive track is read in 2 + 4 = 6 </a:t>
            </a:r>
            <a:r>
              <a:rPr lang="en-US" dirty="0" err="1"/>
              <a:t>ms.</a:t>
            </a:r>
            <a:r>
              <a:rPr lang="en-US" dirty="0"/>
              <a:t> </a:t>
            </a:r>
          </a:p>
          <a:p>
            <a:pPr>
              <a:lnSpc>
                <a:spcPct val="150000"/>
              </a:lnSpc>
            </a:pPr>
            <a:r>
              <a:rPr lang="en-US" dirty="0"/>
              <a:t>To read the entire file, Total time = 10 + (4 * 6) = 34 </a:t>
            </a:r>
            <a:r>
              <a:rPr lang="en-US" dirty="0" err="1"/>
              <a:t>ms</a:t>
            </a:r>
            <a:r>
              <a:rPr lang="en-US" dirty="0"/>
              <a:t> = 0.034 seconds</a:t>
            </a:r>
            <a:endParaRPr lang="en-IN" dirty="0"/>
          </a:p>
        </p:txBody>
      </p:sp>
    </p:spTree>
    <p:extLst>
      <p:ext uri="{BB962C8B-B14F-4D97-AF65-F5344CB8AC3E}">
        <p14:creationId xmlns:p14="http://schemas.microsoft.com/office/powerpoint/2010/main" val="1945018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5562600" cy="381000"/>
          </a:xfrm>
        </p:spPr>
        <p:txBody>
          <a:bodyPr>
            <a:noAutofit/>
          </a:bodyPr>
          <a:lstStyle/>
          <a:p>
            <a:r>
              <a:rPr lang="en-IN" sz="2400" b="0" dirty="0"/>
              <a:t>A timing comparison</a:t>
            </a:r>
          </a:p>
        </p:txBody>
      </p:sp>
      <p:sp>
        <p:nvSpPr>
          <p:cNvPr id="3" name="Rectangle 2"/>
          <p:cNvSpPr/>
          <p:nvPr/>
        </p:nvSpPr>
        <p:spPr>
          <a:xfrm>
            <a:off x="119743" y="457200"/>
            <a:ext cx="8458200" cy="1295868"/>
          </a:xfrm>
          <a:prstGeom prst="rect">
            <a:avLst/>
          </a:prstGeom>
        </p:spPr>
        <p:txBody>
          <a:bodyPr wrap="square">
            <a:spAutoFit/>
          </a:bodyPr>
          <a:lstStyle/>
          <a:p>
            <a:pPr>
              <a:lnSpc>
                <a:spcPct val="150000"/>
              </a:lnSpc>
            </a:pPr>
            <a:r>
              <a:rPr lang="en-US" dirty="0"/>
              <a:t>Consider a disk with an advertised average seek time of 4 </a:t>
            </a:r>
            <a:r>
              <a:rPr lang="en-US" dirty="0" err="1"/>
              <a:t>ms</a:t>
            </a:r>
            <a:r>
              <a:rPr lang="en-US" dirty="0"/>
              <a:t>, rotation speed of 15,000 rpm, and 512-byte sectors with 500 sectors per track. Suppose that we wish to read a file consisting of 2500 sectors for a total of 1.28 Mbytes</a:t>
            </a:r>
            <a:endParaRPr lang="en-IN" dirty="0"/>
          </a:p>
        </p:txBody>
      </p:sp>
      <p:sp>
        <p:nvSpPr>
          <p:cNvPr id="4" name="Rectangle 3"/>
          <p:cNvSpPr/>
          <p:nvPr/>
        </p:nvSpPr>
        <p:spPr>
          <a:xfrm>
            <a:off x="43543" y="1887049"/>
            <a:ext cx="8610600" cy="3831818"/>
          </a:xfrm>
          <a:prstGeom prst="rect">
            <a:avLst/>
          </a:prstGeom>
        </p:spPr>
        <p:txBody>
          <a:bodyPr wrap="square">
            <a:spAutoFit/>
          </a:bodyPr>
          <a:lstStyle/>
          <a:p>
            <a:pPr>
              <a:lnSpc>
                <a:spcPct val="150000"/>
              </a:lnSpc>
            </a:pPr>
            <a:r>
              <a:rPr lang="en-US" dirty="0"/>
              <a:t>Now let us calculate the time required to read the same data using random access rather than sequential access;</a:t>
            </a:r>
          </a:p>
          <a:p>
            <a:pPr>
              <a:lnSpc>
                <a:spcPct val="150000"/>
              </a:lnSpc>
            </a:pPr>
            <a:r>
              <a:rPr lang="en-US" dirty="0"/>
              <a:t> that is, accesses to the sectors are distributed randomly over the disk. </a:t>
            </a:r>
          </a:p>
          <a:p>
            <a:pPr>
              <a:lnSpc>
                <a:spcPct val="150000"/>
              </a:lnSpc>
            </a:pPr>
            <a:r>
              <a:rPr lang="en-US" dirty="0"/>
              <a:t>For each sector, we have</a:t>
            </a:r>
          </a:p>
          <a:p>
            <a:pPr>
              <a:lnSpc>
                <a:spcPct val="150000"/>
              </a:lnSpc>
            </a:pPr>
            <a:r>
              <a:rPr lang="en-US" dirty="0"/>
              <a:t> Average seek 4 </a:t>
            </a:r>
            <a:r>
              <a:rPr lang="en-US" dirty="0" err="1"/>
              <a:t>ms</a:t>
            </a:r>
            <a:r>
              <a:rPr lang="en-US" dirty="0"/>
              <a:t> </a:t>
            </a:r>
          </a:p>
          <a:p>
            <a:pPr>
              <a:lnSpc>
                <a:spcPct val="150000"/>
              </a:lnSpc>
            </a:pPr>
            <a:r>
              <a:rPr lang="en-US" dirty="0"/>
              <a:t>Rotational delay 2 </a:t>
            </a:r>
            <a:r>
              <a:rPr lang="en-US" dirty="0" err="1"/>
              <a:t>ms</a:t>
            </a:r>
            <a:r>
              <a:rPr lang="en-US" dirty="0"/>
              <a:t> </a:t>
            </a:r>
          </a:p>
          <a:p>
            <a:pPr>
              <a:lnSpc>
                <a:spcPct val="150000"/>
              </a:lnSpc>
            </a:pPr>
            <a:r>
              <a:rPr lang="en-US" dirty="0"/>
              <a:t>Read 1 sector = b/</a:t>
            </a:r>
            <a:r>
              <a:rPr lang="en-US" dirty="0" err="1"/>
              <a:t>rN</a:t>
            </a:r>
            <a:r>
              <a:rPr lang="en-US" dirty="0"/>
              <a:t>= (512X 60)/(15000 X500X512)= 0.008 </a:t>
            </a:r>
            <a:r>
              <a:rPr lang="en-US" dirty="0" err="1"/>
              <a:t>ms</a:t>
            </a:r>
            <a:endParaRPr lang="en-US" dirty="0"/>
          </a:p>
          <a:p>
            <a:pPr>
              <a:lnSpc>
                <a:spcPct val="150000"/>
              </a:lnSpc>
            </a:pPr>
            <a:r>
              <a:rPr lang="en-US" dirty="0"/>
              <a:t>            Which is  6.008 </a:t>
            </a:r>
            <a:r>
              <a:rPr lang="en-US" dirty="0" err="1"/>
              <a:t>ms</a:t>
            </a:r>
            <a:r>
              <a:rPr lang="en-US" dirty="0"/>
              <a:t> </a:t>
            </a:r>
          </a:p>
          <a:p>
            <a:pPr>
              <a:lnSpc>
                <a:spcPct val="150000"/>
              </a:lnSpc>
            </a:pPr>
            <a:r>
              <a:rPr lang="en-US" dirty="0"/>
              <a:t>Total time = 2500 * 6.008 = 15,020 </a:t>
            </a:r>
            <a:r>
              <a:rPr lang="en-US" dirty="0" err="1"/>
              <a:t>ms</a:t>
            </a:r>
            <a:r>
              <a:rPr lang="en-US" dirty="0"/>
              <a:t> = 15.02 second</a:t>
            </a:r>
            <a:endParaRPr lang="en-IN" dirty="0"/>
          </a:p>
        </p:txBody>
      </p:sp>
    </p:spTree>
    <p:extLst>
      <p:ext uri="{BB962C8B-B14F-4D97-AF65-F5344CB8AC3E}">
        <p14:creationId xmlns:p14="http://schemas.microsoft.com/office/powerpoint/2010/main" val="1993639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52400"/>
            <a:ext cx="5410200" cy="461665"/>
          </a:xfrm>
          <a:prstGeom prst="rect">
            <a:avLst/>
          </a:prstGeom>
          <a:noFill/>
        </p:spPr>
        <p:txBody>
          <a:bodyPr wrap="square" rtlCol="0">
            <a:spAutoFit/>
          </a:bodyPr>
          <a:lstStyle/>
          <a:p>
            <a:r>
              <a:rPr lang="en-US" sz="2400" dirty="0"/>
              <a:t>Access Time</a:t>
            </a:r>
          </a:p>
        </p:txBody>
      </p:sp>
      <mc:AlternateContent xmlns:mc="http://schemas.openxmlformats.org/markup-compatibility/2006" xmlns:a14="http://schemas.microsoft.com/office/drawing/2010/main">
        <mc:Choice Requires="a14">
          <p:sp>
            <p:nvSpPr>
              <p:cNvPr id="3" name="TextBox 2"/>
              <p:cNvSpPr txBox="1"/>
              <p:nvPr/>
            </p:nvSpPr>
            <p:spPr>
              <a:xfrm>
                <a:off x="149180" y="533400"/>
                <a:ext cx="7924800" cy="7634269"/>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 Seek Time: 5 to 8 </a:t>
                </a:r>
                <a:r>
                  <a:rPr lang="en-US" sz="2400" dirty="0" err="1"/>
                  <a:t>ms</a:t>
                </a:r>
                <a:r>
                  <a:rPr lang="en-US" sz="2400" dirty="0"/>
                  <a:t>( Time required to move the read/write head to proper track</a:t>
                </a:r>
              </a:p>
              <a:p>
                <a:pPr marL="342900" indent="-342900">
                  <a:buFont typeface="Wingdings" panose="05000000000000000000" pitchFamily="2" charset="2"/>
                  <a:buChar char="q"/>
                </a:pPr>
                <a:r>
                  <a:rPr lang="en-US" sz="2400" dirty="0"/>
                  <a:t> Rotational delay or latency time(time to reach the correct sector over the track: </a:t>
                </a:r>
              </a:p>
              <a:p>
                <a:pPr marL="799908" lvl="1" indent="-342900">
                  <a:buFont typeface="Wingdings" panose="05000000000000000000" pitchFamily="2" charset="2"/>
                  <a:buChar char="ü"/>
                </a:pPr>
                <a:r>
                  <a:rPr lang="en-US" sz="2400" dirty="0"/>
                  <a:t>On average This is the time for half a rotation of disk</a:t>
                </a:r>
              </a:p>
              <a:p>
                <a:pPr marL="342900" indent="-342900">
                  <a:buFont typeface="Wingdings" panose="05000000000000000000" pitchFamily="2" charset="2"/>
                  <a:buChar char="q"/>
                </a:pPr>
                <a:r>
                  <a:rPr lang="en-US" sz="2400" dirty="0"/>
                  <a:t> Access Time is the sum of these delays</a:t>
                </a:r>
              </a:p>
              <a:p>
                <a:pPr marL="342900" indent="-342900">
                  <a:buFont typeface="Wingdings" panose="05000000000000000000" pitchFamily="2" charset="2"/>
                  <a:buChar char="q"/>
                </a:pPr>
                <a:r>
                  <a:rPr lang="en-US" sz="2400" dirty="0"/>
                  <a:t>Disk capacity( of a 3.5 inch diameter )</a:t>
                </a:r>
              </a:p>
              <a:p>
                <a:pPr marL="799908" lvl="1" indent="-342900">
                  <a:buFont typeface="Wingdings" panose="05000000000000000000" pitchFamily="2" charset="2"/>
                  <a:buChar char="ü"/>
                </a:pPr>
                <a:r>
                  <a:rPr lang="en-US" sz="2400" dirty="0"/>
                  <a:t>20 Data recording surface</a:t>
                </a:r>
              </a:p>
              <a:p>
                <a:pPr marL="799908" lvl="1" indent="-342900">
                  <a:buFont typeface="Wingdings" panose="05000000000000000000" pitchFamily="2" charset="2"/>
                  <a:buChar char="ü"/>
                </a:pPr>
                <a:r>
                  <a:rPr lang="en-US" sz="2400" dirty="0"/>
                  <a:t> 15000 tracks / surface</a:t>
                </a:r>
              </a:p>
              <a:p>
                <a:pPr marL="799908" lvl="1" indent="-342900">
                  <a:buFont typeface="Wingdings" panose="05000000000000000000" pitchFamily="2" charset="2"/>
                  <a:buChar char="ü"/>
                </a:pPr>
                <a:r>
                  <a:rPr lang="en-US" sz="2400" dirty="0"/>
                  <a:t> 400 sectors per track</a:t>
                </a:r>
              </a:p>
              <a:p>
                <a:pPr marL="799908" lvl="1" indent="-342900">
                  <a:buFont typeface="Wingdings" panose="05000000000000000000" pitchFamily="2" charset="2"/>
                  <a:buChar char="ü"/>
                </a:pPr>
                <a:r>
                  <a:rPr lang="en-US" sz="2400" dirty="0"/>
                  <a:t> each sector contains 512 bytes of data</a:t>
                </a:r>
              </a:p>
              <a:p>
                <a:pPr marL="799908" lvl="1" indent="-342900">
                  <a:buFont typeface="Wingdings" panose="05000000000000000000" pitchFamily="2" charset="2"/>
                  <a:buChar char="ü"/>
                </a:pPr>
                <a:r>
                  <a:rPr lang="en-US" sz="2400" dirty="0"/>
                  <a:t> 20 X 15000 X 400 X 512 </a:t>
                </a:r>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60 ×</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10</m:t>
                        </m:r>
                      </m:e>
                      <m:sup>
                        <m:r>
                          <a:rPr lang="en-US" sz="2400" b="0" i="1" smtClean="0">
                            <a:latin typeface="Cambria Math" panose="02040503050406030204" pitchFamily="18" charset="0"/>
                            <a:ea typeface="Cambria Math" panose="02040503050406030204" pitchFamily="18" charset="0"/>
                          </a:rPr>
                          <m:t>9</m:t>
                        </m:r>
                      </m:sup>
                    </m:sSup>
                  </m:oMath>
                </a14:m>
                <a:r>
                  <a:rPr lang="en-US" sz="2400" dirty="0"/>
                  <a:t>= 60 </a:t>
                </a:r>
                <a:r>
                  <a:rPr lang="en-US" sz="2400" dirty="0" err="1"/>
                  <a:t>GBytes</a:t>
                </a:r>
                <a:endParaRPr lang="en-US" sz="2400" dirty="0"/>
              </a:p>
              <a:p>
                <a:pPr marL="342900" indent="-342900">
                  <a:buFont typeface="Wingdings" panose="05000000000000000000" pitchFamily="2" charset="2"/>
                  <a:buChar char="q"/>
                </a:pPr>
                <a:r>
                  <a:rPr lang="en-US" sz="2400" dirty="0"/>
                  <a:t> Access time</a:t>
                </a:r>
              </a:p>
              <a:p>
                <a:pPr marL="799908" lvl="1" indent="-342900">
                  <a:buFont typeface="Wingdings" panose="05000000000000000000" pitchFamily="2" charset="2"/>
                  <a:buChar char="ü"/>
                </a:pPr>
                <a:r>
                  <a:rPr lang="en-US" sz="2400" dirty="0"/>
                  <a:t> Typical Average seek time 6 </a:t>
                </a:r>
                <a:r>
                  <a:rPr lang="en-US" sz="2400" dirty="0" err="1"/>
                  <a:t>ms</a:t>
                </a:r>
                <a:endParaRPr lang="en-US" sz="2400" dirty="0"/>
              </a:p>
              <a:p>
                <a:pPr marL="799908" lvl="1" indent="-342900">
                  <a:buFont typeface="Wingdings" panose="05000000000000000000" pitchFamily="2" charset="2"/>
                  <a:buChar char="ü"/>
                </a:pPr>
                <a:r>
                  <a:rPr lang="en-US" sz="2400" dirty="0"/>
                  <a:t> rotate at 10,000 rpm so latency </a:t>
                </a:r>
                <a14:m>
                  <m:oMath xmlns:m="http://schemas.openxmlformats.org/officeDocument/2006/math">
                    <m:r>
                      <a:rPr lang="en-US" sz="2400" b="0" i="0"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60</m:t>
                        </m:r>
                      </m:num>
                      <m:den>
                        <m:r>
                          <a:rPr lang="en-US" sz="2400" b="0" i="1" smtClean="0">
                            <a:latin typeface="Cambria Math" panose="02040503050406030204" pitchFamily="18" charset="0"/>
                          </a:rPr>
                          <m:t>10000</m:t>
                        </m:r>
                        <m:r>
                          <a:rPr lang="en-US" sz="2400" b="0" i="1" smtClean="0">
                            <a:latin typeface="Cambria Math" panose="02040503050406030204" pitchFamily="18" charset="0"/>
                            <a:ea typeface="Cambria Math" panose="02040503050406030204" pitchFamily="18" charset="0"/>
                          </a:rPr>
                          <m:t>×2</m:t>
                        </m:r>
                      </m:den>
                    </m:f>
                    <m:r>
                      <a:rPr lang="en-US" sz="2400" b="0" i="1" smtClean="0">
                        <a:latin typeface="Cambria Math" panose="02040503050406030204" pitchFamily="18" charset="0"/>
                      </a:rPr>
                      <m:t>=3</m:t>
                    </m:r>
                    <m:r>
                      <a:rPr lang="en-US" sz="2400" b="0" i="1" smtClean="0">
                        <a:latin typeface="Cambria Math" panose="02040503050406030204" pitchFamily="18" charset="0"/>
                      </a:rPr>
                      <m:t>𝑚𝑠</m:t>
                    </m:r>
                    <m:r>
                      <a:rPr lang="en-US" sz="2400" b="0" i="1" smtClean="0">
                        <a:latin typeface="Cambria Math" panose="02040503050406030204" pitchFamily="18" charset="0"/>
                      </a:rPr>
                      <m:t> </m:t>
                    </m:r>
                  </m:oMath>
                </a14:m>
                <a:endParaRPr lang="en-US" sz="2400" dirty="0"/>
              </a:p>
              <a:p>
                <a:pPr marL="799908" lvl="1" indent="-342900">
                  <a:buFont typeface="Wingdings" panose="05000000000000000000" pitchFamily="2" charset="2"/>
                  <a:buChar char="ü"/>
                </a:pPr>
                <a:r>
                  <a:rPr lang="en-US" sz="2400" dirty="0"/>
                  <a:t> Access time = 9ms</a:t>
                </a:r>
              </a:p>
              <a:p>
                <a:pPr lvl="1"/>
                <a:r>
                  <a:rPr lang="en-US" sz="2400" dirty="0"/>
                  <a:t> </a:t>
                </a:r>
              </a:p>
              <a:p>
                <a:pPr marL="799908" lvl="1" indent="-342900">
                  <a:buFont typeface="Wingdings" panose="05000000000000000000" pitchFamily="2" charset="2"/>
                  <a:buChar char="ü"/>
                </a:pPr>
                <a:endParaRPr lang="en-US" sz="2400" dirty="0"/>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endParaRPr 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149180" y="533400"/>
                <a:ext cx="7924800" cy="7634269"/>
              </a:xfrm>
              <a:prstGeom prst="rect">
                <a:avLst/>
              </a:prstGeom>
              <a:blipFill rotWithShape="0">
                <a:blip r:embed="rId2"/>
                <a:stretch>
                  <a:fillRect l="-1000" t="-639"/>
                </a:stretch>
              </a:blipFill>
            </p:spPr>
            <p:txBody>
              <a:bodyPr/>
              <a:lstStyle/>
              <a:p>
                <a:r>
                  <a:rPr lang="en-US">
                    <a:noFill/>
                  </a:rPr>
                  <a:t> </a:t>
                </a:r>
              </a:p>
            </p:txBody>
          </p:sp>
        </mc:Fallback>
      </mc:AlternateContent>
    </p:spTree>
    <p:extLst>
      <p:ext uri="{BB962C8B-B14F-4D97-AF65-F5344CB8AC3E}">
        <p14:creationId xmlns:p14="http://schemas.microsoft.com/office/powerpoint/2010/main" val="63064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 calcmode="lin" valueType="num">
                                      <p:cBhvr additive="base">
                                        <p:cTn id="4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 calcmode="lin" valueType="num">
                                      <p:cBhvr additive="base">
                                        <p:cTn id="5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 calcmode="lin" valueType="num">
                                      <p:cBhvr additive="base">
                                        <p:cTn id="6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
                                            <p:txEl>
                                              <p:pRg st="11" end="11"/>
                                            </p:txEl>
                                          </p:spTgt>
                                        </p:tgtEl>
                                        <p:attrNameLst>
                                          <p:attrName>style.visibility</p:attrName>
                                        </p:attrNameLst>
                                      </p:cBhvr>
                                      <p:to>
                                        <p:strVal val="visible"/>
                                      </p:to>
                                    </p:set>
                                    <p:anim calcmode="lin" valueType="num">
                                      <p:cBhvr additive="base">
                                        <p:cTn id="6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3">
                                            <p:txEl>
                                              <p:pRg st="12" end="12"/>
                                            </p:txEl>
                                          </p:spTgt>
                                        </p:tgtEl>
                                        <p:attrNameLst>
                                          <p:attrName>style.visibility</p:attrName>
                                        </p:attrNameLst>
                                      </p:cBhvr>
                                      <p:to>
                                        <p:strVal val="visible"/>
                                      </p:to>
                                    </p:set>
                                    <p:anim calcmode="lin" valueType="num">
                                      <p:cBhvr additive="base">
                                        <p:cTn id="7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3">
                                            <p:txEl>
                                              <p:pRg st="13" end="13"/>
                                            </p:txEl>
                                          </p:spTgt>
                                        </p:tgtEl>
                                        <p:attrNameLst>
                                          <p:attrName>style.visibility</p:attrName>
                                        </p:attrNameLst>
                                      </p:cBhvr>
                                      <p:to>
                                        <p:strVal val="visible"/>
                                      </p:to>
                                    </p:set>
                                    <p:anim calcmode="lin" valueType="num">
                                      <p:cBhvr additive="base">
                                        <p:cTn id="8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381000"/>
            <a:ext cx="5638800" cy="838200"/>
          </a:xfrm>
          <a:prstGeom prst="rect">
            <a:avLst/>
          </a:prstGeom>
        </p:spPr>
        <p:txBody>
          <a:bodyPr/>
          <a:lst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a:lstStyle>
          <a:p>
            <a:pPr>
              <a:defRPr/>
            </a:pPr>
            <a:r>
              <a:rPr lang="en-US" sz="2800" b="0" dirty="0">
                <a:solidFill>
                  <a:schemeClr val="accent1">
                    <a:satMod val="150000"/>
                  </a:schemeClr>
                </a:solidFill>
              </a:rPr>
              <a:t>Some basic concepts</a:t>
            </a:r>
          </a:p>
        </p:txBody>
      </p:sp>
      <p:sp>
        <p:nvSpPr>
          <p:cNvPr id="4" name="Content Placeholder 2"/>
          <p:cNvSpPr>
            <a:spLocks noGrp="1"/>
          </p:cNvSpPr>
          <p:nvPr>
            <p:ph idx="4294967295"/>
          </p:nvPr>
        </p:nvSpPr>
        <p:spPr>
          <a:xfrm>
            <a:off x="457200" y="1295400"/>
            <a:ext cx="8229600" cy="4625975"/>
          </a:xfrm>
          <a:prstGeom prst="rect">
            <a:avLst/>
          </a:prstGeom>
        </p:spPr>
        <p:txBody>
          <a:bodyPr>
            <a:normAutofit/>
          </a:bodyPr>
          <a:lstStyle/>
          <a:p>
            <a:r>
              <a:rPr lang="en-US" sz="2400" dirty="0"/>
              <a:t>Maximum size of the Main Memory is determined by the addressing scheme</a:t>
            </a:r>
          </a:p>
          <a:p>
            <a:r>
              <a:rPr lang="en-US" sz="2400" dirty="0"/>
              <a:t>byte-addressable(big endian or…</a:t>
            </a:r>
          </a:p>
          <a:p>
            <a:pPr marL="0" indent="0">
              <a:buNone/>
            </a:pPr>
            <a:r>
              <a:rPr lang="en-US" sz="2400" dirty="0"/>
              <a:t>Little endian)</a:t>
            </a:r>
          </a:p>
          <a:p>
            <a:r>
              <a:rPr lang="en-US" sz="2400" dirty="0"/>
              <a:t>CPU-Main Memory Connection</a:t>
            </a:r>
          </a:p>
          <a:p>
            <a:endParaRPr lang="en-US" sz="2400" dirty="0"/>
          </a:p>
        </p:txBody>
      </p:sp>
      <p:grpSp>
        <p:nvGrpSpPr>
          <p:cNvPr id="5" name="Group 39"/>
          <p:cNvGrpSpPr>
            <a:grpSpLocks/>
          </p:cNvGrpSpPr>
          <p:nvPr/>
        </p:nvGrpSpPr>
        <p:grpSpPr bwMode="auto">
          <a:xfrm>
            <a:off x="164117" y="3896699"/>
            <a:ext cx="6172200" cy="2667000"/>
            <a:chOff x="1357313" y="3384550"/>
            <a:chExt cx="6359525" cy="3168650"/>
          </a:xfrm>
        </p:grpSpPr>
        <p:sp>
          <p:nvSpPr>
            <p:cNvPr id="6" name="Rectangle 4"/>
            <p:cNvSpPr>
              <a:spLocks noChangeArrowheads="1"/>
            </p:cNvSpPr>
            <p:nvPr/>
          </p:nvSpPr>
          <p:spPr bwMode="auto">
            <a:xfrm>
              <a:off x="5853113" y="4691063"/>
              <a:ext cx="571500"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Up to 2</a:t>
              </a:r>
              <a:endParaRPr lang="en-CA" sz="2400">
                <a:latin typeface="Corbel" pitchFamily="34" charset="0"/>
              </a:endParaRPr>
            </a:p>
          </p:txBody>
        </p:sp>
        <p:sp>
          <p:nvSpPr>
            <p:cNvPr id="7" name="Rectangle 5"/>
            <p:cNvSpPr>
              <a:spLocks noChangeArrowheads="1"/>
            </p:cNvSpPr>
            <p:nvPr/>
          </p:nvSpPr>
          <p:spPr bwMode="auto">
            <a:xfrm>
              <a:off x="6470886" y="4649788"/>
              <a:ext cx="68262" cy="182562"/>
            </a:xfrm>
            <a:prstGeom prst="rect">
              <a:avLst/>
            </a:prstGeom>
            <a:noFill/>
            <a:ln w="9525">
              <a:noFill/>
              <a:miter lim="800000"/>
              <a:headEnd/>
              <a:tailEnd/>
            </a:ln>
          </p:spPr>
          <p:txBody>
            <a:bodyPr wrap="none" lIns="0" tIns="0" rIns="0" bIns="0">
              <a:spAutoFit/>
            </a:bodyPr>
            <a:lstStyle/>
            <a:p>
              <a:r>
                <a:rPr lang="en-CA" sz="1200" i="1">
                  <a:solidFill>
                    <a:srgbClr val="000000"/>
                  </a:solidFill>
                  <a:latin typeface="Nimbus Roman No9 L" charset="0"/>
                </a:rPr>
                <a:t>k</a:t>
              </a:r>
              <a:endParaRPr lang="en-CA" sz="2400">
                <a:latin typeface="Corbel" pitchFamily="34" charset="0"/>
              </a:endParaRPr>
            </a:p>
          </p:txBody>
        </p:sp>
        <p:sp>
          <p:nvSpPr>
            <p:cNvPr id="8" name="Rectangle 6"/>
            <p:cNvSpPr>
              <a:spLocks noChangeArrowheads="1"/>
            </p:cNvSpPr>
            <p:nvPr/>
          </p:nvSpPr>
          <p:spPr bwMode="auto">
            <a:xfrm>
              <a:off x="6516688" y="4691063"/>
              <a:ext cx="935037"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 addressable</a:t>
              </a:r>
              <a:endParaRPr lang="en-CA" sz="2400">
                <a:latin typeface="Corbel" pitchFamily="34" charset="0"/>
              </a:endParaRPr>
            </a:p>
          </p:txBody>
        </p:sp>
        <p:sp>
          <p:nvSpPr>
            <p:cNvPr id="9" name="Freeform 7"/>
            <p:cNvSpPr>
              <a:spLocks/>
            </p:cNvSpPr>
            <p:nvPr/>
          </p:nvSpPr>
          <p:spPr bwMode="auto">
            <a:xfrm>
              <a:off x="3070225" y="5632450"/>
              <a:ext cx="2527300" cy="236538"/>
            </a:xfrm>
            <a:custGeom>
              <a:avLst/>
              <a:gdLst>
                <a:gd name="T0" fmla="*/ 108 w 1592"/>
                <a:gd name="T1" fmla="*/ 149 h 149"/>
                <a:gd name="T2" fmla="*/ 108 w 1592"/>
                <a:gd name="T3" fmla="*/ 122 h 149"/>
                <a:gd name="T4" fmla="*/ 1484 w 1592"/>
                <a:gd name="T5" fmla="*/ 122 h 149"/>
                <a:gd name="T6" fmla="*/ 1484 w 1592"/>
                <a:gd name="T7" fmla="*/ 149 h 149"/>
                <a:gd name="T8" fmla="*/ 1592 w 1592"/>
                <a:gd name="T9" fmla="*/ 81 h 149"/>
                <a:gd name="T10" fmla="*/ 1484 w 1592"/>
                <a:gd name="T11" fmla="*/ 0 h 149"/>
                <a:gd name="T12" fmla="*/ 1484 w 1592"/>
                <a:gd name="T13" fmla="*/ 41 h 149"/>
                <a:gd name="T14" fmla="*/ 108 w 1592"/>
                <a:gd name="T15" fmla="*/ 41 h 149"/>
                <a:gd name="T16" fmla="*/ 108 w 1592"/>
                <a:gd name="T17" fmla="*/ 0 h 149"/>
                <a:gd name="T18" fmla="*/ 0 w 1592"/>
                <a:gd name="T19" fmla="*/ 81 h 149"/>
                <a:gd name="T20" fmla="*/ 108 w 1592"/>
                <a:gd name="T21" fmla="*/ 149 h 1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92"/>
                <a:gd name="T34" fmla="*/ 0 h 149"/>
                <a:gd name="T35" fmla="*/ 1592 w 1592"/>
                <a:gd name="T36" fmla="*/ 149 h 1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92" h="149">
                  <a:moveTo>
                    <a:pt x="108" y="149"/>
                  </a:moveTo>
                  <a:lnTo>
                    <a:pt x="108" y="122"/>
                  </a:lnTo>
                  <a:lnTo>
                    <a:pt x="1484" y="122"/>
                  </a:lnTo>
                  <a:lnTo>
                    <a:pt x="1484" y="149"/>
                  </a:lnTo>
                  <a:lnTo>
                    <a:pt x="1592" y="81"/>
                  </a:lnTo>
                  <a:lnTo>
                    <a:pt x="1484" y="0"/>
                  </a:lnTo>
                  <a:lnTo>
                    <a:pt x="1484" y="41"/>
                  </a:lnTo>
                  <a:lnTo>
                    <a:pt x="108" y="41"/>
                  </a:lnTo>
                  <a:lnTo>
                    <a:pt x="108" y="0"/>
                  </a:lnTo>
                  <a:lnTo>
                    <a:pt x="0" y="81"/>
                  </a:lnTo>
                  <a:lnTo>
                    <a:pt x="108" y="149"/>
                  </a:lnTo>
                  <a:close/>
                </a:path>
              </a:pathLst>
            </a:custGeom>
            <a:solidFill>
              <a:srgbClr val="FFFFFF"/>
            </a:solidFill>
            <a:ln w="0">
              <a:solidFill>
                <a:srgbClr val="FFFFFF"/>
              </a:solidFill>
              <a:prstDash val="solid"/>
              <a:round/>
              <a:headEnd/>
              <a:tailEnd/>
            </a:ln>
          </p:spPr>
          <p:txBody>
            <a:bodyPr/>
            <a:lstStyle/>
            <a:p>
              <a:endParaRPr lang="en-US"/>
            </a:p>
          </p:txBody>
        </p:sp>
        <p:sp>
          <p:nvSpPr>
            <p:cNvPr id="10" name="Freeform 8"/>
            <p:cNvSpPr>
              <a:spLocks/>
            </p:cNvSpPr>
            <p:nvPr/>
          </p:nvSpPr>
          <p:spPr bwMode="auto">
            <a:xfrm>
              <a:off x="3070225" y="5632450"/>
              <a:ext cx="2527300" cy="236538"/>
            </a:xfrm>
            <a:custGeom>
              <a:avLst/>
              <a:gdLst>
                <a:gd name="T0" fmla="*/ 8 w 118"/>
                <a:gd name="T1" fmla="*/ 11 h 11"/>
                <a:gd name="T2" fmla="*/ 8 w 118"/>
                <a:gd name="T3" fmla="*/ 9 h 11"/>
                <a:gd name="T4" fmla="*/ 110 w 118"/>
                <a:gd name="T5" fmla="*/ 9 h 11"/>
                <a:gd name="T6" fmla="*/ 110 w 118"/>
                <a:gd name="T7" fmla="*/ 11 h 11"/>
                <a:gd name="T8" fmla="*/ 118 w 118"/>
                <a:gd name="T9" fmla="*/ 6 h 11"/>
                <a:gd name="T10" fmla="*/ 110 w 118"/>
                <a:gd name="T11" fmla="*/ 0 h 11"/>
                <a:gd name="T12" fmla="*/ 110 w 118"/>
                <a:gd name="T13" fmla="*/ 3 h 11"/>
                <a:gd name="T14" fmla="*/ 8 w 118"/>
                <a:gd name="T15" fmla="*/ 3 h 11"/>
                <a:gd name="T16" fmla="*/ 8 w 118"/>
                <a:gd name="T17" fmla="*/ 0 h 11"/>
                <a:gd name="T18" fmla="*/ 0 w 118"/>
                <a:gd name="T19" fmla="*/ 6 h 11"/>
                <a:gd name="T20" fmla="*/ 8 w 118"/>
                <a:gd name="T21" fmla="*/ 11 h 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8"/>
                <a:gd name="T34" fmla="*/ 0 h 11"/>
                <a:gd name="T35" fmla="*/ 118 w 118"/>
                <a:gd name="T36" fmla="*/ 11 h 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8" h="11">
                  <a:moveTo>
                    <a:pt x="8" y="11"/>
                  </a:moveTo>
                  <a:lnTo>
                    <a:pt x="8" y="9"/>
                  </a:lnTo>
                  <a:lnTo>
                    <a:pt x="110" y="9"/>
                  </a:lnTo>
                  <a:lnTo>
                    <a:pt x="110" y="11"/>
                  </a:lnTo>
                  <a:lnTo>
                    <a:pt x="118" y="6"/>
                  </a:lnTo>
                  <a:lnTo>
                    <a:pt x="110" y="0"/>
                  </a:lnTo>
                  <a:lnTo>
                    <a:pt x="110" y="3"/>
                  </a:lnTo>
                  <a:lnTo>
                    <a:pt x="8" y="3"/>
                  </a:lnTo>
                  <a:lnTo>
                    <a:pt x="8" y="0"/>
                  </a:lnTo>
                  <a:lnTo>
                    <a:pt x="0" y="6"/>
                  </a:lnTo>
                  <a:lnTo>
                    <a:pt x="8" y="11"/>
                  </a:lnTo>
                </a:path>
              </a:pathLst>
            </a:custGeom>
            <a:noFill/>
            <a:ln w="20638">
              <a:solidFill>
                <a:srgbClr val="000000"/>
              </a:solidFill>
              <a:prstDash val="solid"/>
              <a:round/>
              <a:headEnd/>
              <a:tailEnd/>
            </a:ln>
          </p:spPr>
          <p:txBody>
            <a:bodyPr/>
            <a:lstStyle/>
            <a:p>
              <a:endParaRPr lang="en-US"/>
            </a:p>
          </p:txBody>
        </p:sp>
        <p:sp>
          <p:nvSpPr>
            <p:cNvPr id="11" name="Rectangle 9"/>
            <p:cNvSpPr>
              <a:spLocks noChangeArrowheads="1"/>
            </p:cNvSpPr>
            <p:nvPr/>
          </p:nvSpPr>
          <p:spPr bwMode="auto">
            <a:xfrm>
              <a:off x="1357313" y="3384550"/>
              <a:ext cx="1692275" cy="3168650"/>
            </a:xfrm>
            <a:prstGeom prst="rect">
              <a:avLst/>
            </a:prstGeom>
            <a:noFill/>
            <a:ln w="0">
              <a:solidFill>
                <a:schemeClr val="tx1"/>
              </a:solidFill>
              <a:miter lim="800000"/>
              <a:headEnd/>
              <a:tailEnd/>
            </a:ln>
          </p:spPr>
          <p:txBody>
            <a:bodyPr/>
            <a:lstStyle/>
            <a:p>
              <a:endParaRPr lang="en-US">
                <a:latin typeface="Corbel" pitchFamily="34" charset="0"/>
              </a:endParaRPr>
            </a:p>
          </p:txBody>
        </p:sp>
        <p:sp>
          <p:nvSpPr>
            <p:cNvPr id="12" name="Rectangle 10"/>
            <p:cNvSpPr>
              <a:spLocks noChangeArrowheads="1"/>
            </p:cNvSpPr>
            <p:nvPr/>
          </p:nvSpPr>
          <p:spPr bwMode="auto">
            <a:xfrm>
              <a:off x="1357313" y="3384550"/>
              <a:ext cx="1692275" cy="3168650"/>
            </a:xfrm>
            <a:prstGeom prst="rect">
              <a:avLst/>
            </a:prstGeom>
            <a:noFill/>
            <a:ln w="20701">
              <a:solidFill>
                <a:schemeClr val="tx1"/>
              </a:solidFill>
              <a:miter lim="800000"/>
              <a:headEnd/>
              <a:tailEnd/>
            </a:ln>
          </p:spPr>
          <p:txBody>
            <a:bodyPr/>
            <a:lstStyle/>
            <a:p>
              <a:endParaRPr lang="en-US">
                <a:latin typeface="Corbel" pitchFamily="34" charset="0"/>
              </a:endParaRPr>
            </a:p>
          </p:txBody>
        </p:sp>
        <p:sp>
          <p:nvSpPr>
            <p:cNvPr id="13" name="Rectangle 11"/>
            <p:cNvSpPr>
              <a:spLocks noChangeArrowheads="1"/>
            </p:cNvSpPr>
            <p:nvPr/>
          </p:nvSpPr>
          <p:spPr bwMode="auto">
            <a:xfrm>
              <a:off x="1722438" y="4776788"/>
              <a:ext cx="963612" cy="363537"/>
            </a:xfrm>
            <a:prstGeom prst="rect">
              <a:avLst/>
            </a:prstGeom>
            <a:solidFill>
              <a:srgbClr val="FFFFFF"/>
            </a:solidFill>
            <a:ln w="0">
              <a:solidFill>
                <a:srgbClr val="FFFFFF"/>
              </a:solidFill>
              <a:miter lim="800000"/>
              <a:headEnd/>
              <a:tailEnd/>
            </a:ln>
          </p:spPr>
          <p:txBody>
            <a:bodyPr/>
            <a:lstStyle/>
            <a:p>
              <a:endParaRPr lang="en-US">
                <a:latin typeface="Corbel" pitchFamily="34" charset="0"/>
              </a:endParaRPr>
            </a:p>
          </p:txBody>
        </p:sp>
        <p:sp>
          <p:nvSpPr>
            <p:cNvPr id="14" name="Rectangle 12"/>
            <p:cNvSpPr>
              <a:spLocks noChangeArrowheads="1"/>
            </p:cNvSpPr>
            <p:nvPr/>
          </p:nvSpPr>
          <p:spPr bwMode="auto">
            <a:xfrm>
              <a:off x="1722438" y="4776788"/>
              <a:ext cx="963612" cy="363537"/>
            </a:xfrm>
            <a:prstGeom prst="rect">
              <a:avLst/>
            </a:prstGeom>
            <a:noFill/>
            <a:ln w="20638">
              <a:solidFill>
                <a:srgbClr val="000000"/>
              </a:solidFill>
              <a:miter lim="800000"/>
              <a:headEnd/>
              <a:tailEnd/>
            </a:ln>
          </p:spPr>
          <p:txBody>
            <a:bodyPr/>
            <a:lstStyle/>
            <a:p>
              <a:endParaRPr lang="en-US">
                <a:latin typeface="Corbel" pitchFamily="34" charset="0"/>
              </a:endParaRPr>
            </a:p>
          </p:txBody>
        </p:sp>
        <p:sp>
          <p:nvSpPr>
            <p:cNvPr id="15" name="Freeform 13"/>
            <p:cNvSpPr>
              <a:spLocks/>
            </p:cNvSpPr>
            <p:nvPr/>
          </p:nvSpPr>
          <p:spPr bwMode="auto">
            <a:xfrm>
              <a:off x="2686050" y="4840288"/>
              <a:ext cx="2911475" cy="257175"/>
            </a:xfrm>
            <a:custGeom>
              <a:avLst/>
              <a:gdLst>
                <a:gd name="T0" fmla="*/ 121 w 1834"/>
                <a:gd name="T1" fmla="*/ 162 h 162"/>
                <a:gd name="T2" fmla="*/ 121 w 1834"/>
                <a:gd name="T3" fmla="*/ 122 h 162"/>
                <a:gd name="T4" fmla="*/ 1726 w 1834"/>
                <a:gd name="T5" fmla="*/ 122 h 162"/>
                <a:gd name="T6" fmla="*/ 1726 w 1834"/>
                <a:gd name="T7" fmla="*/ 162 h 162"/>
                <a:gd name="T8" fmla="*/ 1834 w 1834"/>
                <a:gd name="T9" fmla="*/ 81 h 162"/>
                <a:gd name="T10" fmla="*/ 1726 w 1834"/>
                <a:gd name="T11" fmla="*/ 0 h 162"/>
                <a:gd name="T12" fmla="*/ 1726 w 1834"/>
                <a:gd name="T13" fmla="*/ 41 h 162"/>
                <a:gd name="T14" fmla="*/ 121 w 1834"/>
                <a:gd name="T15" fmla="*/ 41 h 162"/>
                <a:gd name="T16" fmla="*/ 121 w 1834"/>
                <a:gd name="T17" fmla="*/ 0 h 162"/>
                <a:gd name="T18" fmla="*/ 0 w 1834"/>
                <a:gd name="T19" fmla="*/ 81 h 162"/>
                <a:gd name="T20" fmla="*/ 121 w 1834"/>
                <a:gd name="T21" fmla="*/ 162 h 1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34"/>
                <a:gd name="T34" fmla="*/ 0 h 162"/>
                <a:gd name="T35" fmla="*/ 1834 w 1834"/>
                <a:gd name="T36" fmla="*/ 162 h 1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34" h="162">
                  <a:moveTo>
                    <a:pt x="121" y="162"/>
                  </a:moveTo>
                  <a:lnTo>
                    <a:pt x="121" y="122"/>
                  </a:lnTo>
                  <a:lnTo>
                    <a:pt x="1726" y="122"/>
                  </a:lnTo>
                  <a:lnTo>
                    <a:pt x="1726" y="162"/>
                  </a:lnTo>
                  <a:lnTo>
                    <a:pt x="1834" y="81"/>
                  </a:lnTo>
                  <a:lnTo>
                    <a:pt x="1726" y="0"/>
                  </a:lnTo>
                  <a:lnTo>
                    <a:pt x="1726" y="41"/>
                  </a:lnTo>
                  <a:lnTo>
                    <a:pt x="121" y="41"/>
                  </a:lnTo>
                  <a:lnTo>
                    <a:pt x="121" y="0"/>
                  </a:lnTo>
                  <a:lnTo>
                    <a:pt x="0" y="81"/>
                  </a:lnTo>
                  <a:lnTo>
                    <a:pt x="121" y="162"/>
                  </a:lnTo>
                  <a:close/>
                </a:path>
              </a:pathLst>
            </a:custGeom>
            <a:solidFill>
              <a:srgbClr val="FFFFFF"/>
            </a:solidFill>
            <a:ln w="0">
              <a:solidFill>
                <a:srgbClr val="FFFFFF"/>
              </a:solidFill>
              <a:prstDash val="solid"/>
              <a:round/>
              <a:headEnd/>
              <a:tailEnd/>
            </a:ln>
          </p:spPr>
          <p:txBody>
            <a:bodyPr/>
            <a:lstStyle/>
            <a:p>
              <a:endParaRPr lang="en-US"/>
            </a:p>
          </p:txBody>
        </p:sp>
        <p:sp>
          <p:nvSpPr>
            <p:cNvPr id="16" name="Freeform 14"/>
            <p:cNvSpPr>
              <a:spLocks/>
            </p:cNvSpPr>
            <p:nvPr/>
          </p:nvSpPr>
          <p:spPr bwMode="auto">
            <a:xfrm>
              <a:off x="2686050" y="4840288"/>
              <a:ext cx="2911475" cy="257175"/>
            </a:xfrm>
            <a:custGeom>
              <a:avLst/>
              <a:gdLst>
                <a:gd name="T0" fmla="*/ 9 w 136"/>
                <a:gd name="T1" fmla="*/ 12 h 12"/>
                <a:gd name="T2" fmla="*/ 9 w 136"/>
                <a:gd name="T3" fmla="*/ 9 h 12"/>
                <a:gd name="T4" fmla="*/ 128 w 136"/>
                <a:gd name="T5" fmla="*/ 9 h 12"/>
                <a:gd name="T6" fmla="*/ 128 w 136"/>
                <a:gd name="T7" fmla="*/ 12 h 12"/>
                <a:gd name="T8" fmla="*/ 136 w 136"/>
                <a:gd name="T9" fmla="*/ 6 h 12"/>
                <a:gd name="T10" fmla="*/ 128 w 136"/>
                <a:gd name="T11" fmla="*/ 0 h 12"/>
                <a:gd name="T12" fmla="*/ 128 w 136"/>
                <a:gd name="T13" fmla="*/ 3 h 12"/>
                <a:gd name="T14" fmla="*/ 9 w 136"/>
                <a:gd name="T15" fmla="*/ 3 h 12"/>
                <a:gd name="T16" fmla="*/ 9 w 136"/>
                <a:gd name="T17" fmla="*/ 0 h 12"/>
                <a:gd name="T18" fmla="*/ 0 w 136"/>
                <a:gd name="T19" fmla="*/ 6 h 12"/>
                <a:gd name="T20" fmla="*/ 9 w 136"/>
                <a:gd name="T21" fmla="*/ 12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12"/>
                <a:gd name="T35" fmla="*/ 136 w 136"/>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12">
                  <a:moveTo>
                    <a:pt x="9" y="12"/>
                  </a:moveTo>
                  <a:lnTo>
                    <a:pt x="9" y="9"/>
                  </a:lnTo>
                  <a:lnTo>
                    <a:pt x="128" y="9"/>
                  </a:lnTo>
                  <a:lnTo>
                    <a:pt x="128" y="12"/>
                  </a:lnTo>
                  <a:lnTo>
                    <a:pt x="136" y="6"/>
                  </a:lnTo>
                  <a:lnTo>
                    <a:pt x="128" y="0"/>
                  </a:lnTo>
                  <a:lnTo>
                    <a:pt x="128" y="3"/>
                  </a:lnTo>
                  <a:lnTo>
                    <a:pt x="9" y="3"/>
                  </a:lnTo>
                  <a:lnTo>
                    <a:pt x="9" y="0"/>
                  </a:lnTo>
                  <a:lnTo>
                    <a:pt x="0" y="6"/>
                  </a:lnTo>
                  <a:lnTo>
                    <a:pt x="9" y="12"/>
                  </a:lnTo>
                </a:path>
              </a:pathLst>
            </a:custGeom>
            <a:noFill/>
            <a:ln w="20638">
              <a:solidFill>
                <a:srgbClr val="000000"/>
              </a:solidFill>
              <a:prstDash val="solid"/>
              <a:round/>
              <a:headEnd/>
              <a:tailEnd/>
            </a:ln>
          </p:spPr>
          <p:txBody>
            <a:bodyPr/>
            <a:lstStyle/>
            <a:p>
              <a:endParaRPr lang="en-US"/>
            </a:p>
          </p:txBody>
        </p:sp>
        <p:sp>
          <p:nvSpPr>
            <p:cNvPr id="17" name="Rectangle 15"/>
            <p:cNvSpPr>
              <a:spLocks noChangeArrowheads="1"/>
            </p:cNvSpPr>
            <p:nvPr/>
          </p:nvSpPr>
          <p:spPr bwMode="auto">
            <a:xfrm>
              <a:off x="1979613" y="4841875"/>
              <a:ext cx="434975"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MDR</a:t>
              </a:r>
              <a:endParaRPr lang="en-CA" sz="2400">
                <a:latin typeface="Corbel" pitchFamily="34" charset="0"/>
              </a:endParaRPr>
            </a:p>
          </p:txBody>
        </p:sp>
        <p:sp>
          <p:nvSpPr>
            <p:cNvPr id="18" name="Freeform 16"/>
            <p:cNvSpPr>
              <a:spLocks/>
            </p:cNvSpPr>
            <p:nvPr/>
          </p:nvSpPr>
          <p:spPr bwMode="auto">
            <a:xfrm>
              <a:off x="2686050" y="4049713"/>
              <a:ext cx="2911475" cy="255587"/>
            </a:xfrm>
            <a:custGeom>
              <a:avLst/>
              <a:gdLst>
                <a:gd name="T0" fmla="*/ 0 w 1834"/>
                <a:gd name="T1" fmla="*/ 121 h 161"/>
                <a:gd name="T2" fmla="*/ 1726 w 1834"/>
                <a:gd name="T3" fmla="*/ 121 h 161"/>
                <a:gd name="T4" fmla="*/ 1726 w 1834"/>
                <a:gd name="T5" fmla="*/ 161 h 161"/>
                <a:gd name="T6" fmla="*/ 1834 w 1834"/>
                <a:gd name="T7" fmla="*/ 80 h 161"/>
                <a:gd name="T8" fmla="*/ 1726 w 1834"/>
                <a:gd name="T9" fmla="*/ 0 h 161"/>
                <a:gd name="T10" fmla="*/ 1726 w 1834"/>
                <a:gd name="T11" fmla="*/ 40 h 161"/>
                <a:gd name="T12" fmla="*/ 0 w 1834"/>
                <a:gd name="T13" fmla="*/ 40 h 161"/>
                <a:gd name="T14" fmla="*/ 0 w 1834"/>
                <a:gd name="T15" fmla="*/ 121 h 161"/>
                <a:gd name="T16" fmla="*/ 0 60000 65536"/>
                <a:gd name="T17" fmla="*/ 0 60000 65536"/>
                <a:gd name="T18" fmla="*/ 0 60000 65536"/>
                <a:gd name="T19" fmla="*/ 0 60000 65536"/>
                <a:gd name="T20" fmla="*/ 0 60000 65536"/>
                <a:gd name="T21" fmla="*/ 0 60000 65536"/>
                <a:gd name="T22" fmla="*/ 0 60000 65536"/>
                <a:gd name="T23" fmla="*/ 0 60000 65536"/>
                <a:gd name="T24" fmla="*/ 0 w 1834"/>
                <a:gd name="T25" fmla="*/ 0 h 161"/>
                <a:gd name="T26" fmla="*/ 1834 w 1834"/>
                <a:gd name="T27" fmla="*/ 161 h 1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34" h="161">
                  <a:moveTo>
                    <a:pt x="0" y="121"/>
                  </a:moveTo>
                  <a:lnTo>
                    <a:pt x="1726" y="121"/>
                  </a:lnTo>
                  <a:lnTo>
                    <a:pt x="1726" y="161"/>
                  </a:lnTo>
                  <a:lnTo>
                    <a:pt x="1834" y="80"/>
                  </a:lnTo>
                  <a:lnTo>
                    <a:pt x="1726" y="0"/>
                  </a:lnTo>
                  <a:lnTo>
                    <a:pt x="1726" y="40"/>
                  </a:lnTo>
                  <a:lnTo>
                    <a:pt x="0" y="40"/>
                  </a:lnTo>
                  <a:lnTo>
                    <a:pt x="0" y="121"/>
                  </a:lnTo>
                  <a:close/>
                </a:path>
              </a:pathLst>
            </a:custGeom>
            <a:solidFill>
              <a:srgbClr val="FFFFFF"/>
            </a:solidFill>
            <a:ln w="0">
              <a:solidFill>
                <a:srgbClr val="FFFFFF"/>
              </a:solidFill>
              <a:prstDash val="solid"/>
              <a:round/>
              <a:headEnd/>
              <a:tailEnd/>
            </a:ln>
          </p:spPr>
          <p:txBody>
            <a:bodyPr/>
            <a:lstStyle/>
            <a:p>
              <a:endParaRPr lang="en-US"/>
            </a:p>
          </p:txBody>
        </p:sp>
        <p:sp>
          <p:nvSpPr>
            <p:cNvPr id="19" name="Freeform 17"/>
            <p:cNvSpPr>
              <a:spLocks/>
            </p:cNvSpPr>
            <p:nvPr/>
          </p:nvSpPr>
          <p:spPr bwMode="auto">
            <a:xfrm>
              <a:off x="2686050" y="4049713"/>
              <a:ext cx="2911475" cy="255587"/>
            </a:xfrm>
            <a:custGeom>
              <a:avLst/>
              <a:gdLst>
                <a:gd name="T0" fmla="*/ 0 w 136"/>
                <a:gd name="T1" fmla="*/ 9 h 12"/>
                <a:gd name="T2" fmla="*/ 128 w 136"/>
                <a:gd name="T3" fmla="*/ 9 h 12"/>
                <a:gd name="T4" fmla="*/ 128 w 136"/>
                <a:gd name="T5" fmla="*/ 12 h 12"/>
                <a:gd name="T6" fmla="*/ 136 w 136"/>
                <a:gd name="T7" fmla="*/ 6 h 12"/>
                <a:gd name="T8" fmla="*/ 128 w 136"/>
                <a:gd name="T9" fmla="*/ 0 h 12"/>
                <a:gd name="T10" fmla="*/ 128 w 136"/>
                <a:gd name="T11" fmla="*/ 3 h 12"/>
                <a:gd name="T12" fmla="*/ 0 w 136"/>
                <a:gd name="T13" fmla="*/ 3 h 12"/>
                <a:gd name="T14" fmla="*/ 0 60000 65536"/>
                <a:gd name="T15" fmla="*/ 0 60000 65536"/>
                <a:gd name="T16" fmla="*/ 0 60000 65536"/>
                <a:gd name="T17" fmla="*/ 0 60000 65536"/>
                <a:gd name="T18" fmla="*/ 0 60000 65536"/>
                <a:gd name="T19" fmla="*/ 0 60000 65536"/>
                <a:gd name="T20" fmla="*/ 0 60000 65536"/>
                <a:gd name="T21" fmla="*/ 0 w 136"/>
                <a:gd name="T22" fmla="*/ 0 h 12"/>
                <a:gd name="T23" fmla="*/ 136 w 136"/>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6" h="12">
                  <a:moveTo>
                    <a:pt x="0" y="9"/>
                  </a:moveTo>
                  <a:lnTo>
                    <a:pt x="128" y="9"/>
                  </a:lnTo>
                  <a:lnTo>
                    <a:pt x="128" y="12"/>
                  </a:lnTo>
                  <a:lnTo>
                    <a:pt x="136" y="6"/>
                  </a:lnTo>
                  <a:lnTo>
                    <a:pt x="128" y="0"/>
                  </a:lnTo>
                  <a:lnTo>
                    <a:pt x="128" y="3"/>
                  </a:lnTo>
                  <a:lnTo>
                    <a:pt x="0" y="3"/>
                  </a:lnTo>
                </a:path>
              </a:pathLst>
            </a:custGeom>
            <a:noFill/>
            <a:ln w="20638">
              <a:solidFill>
                <a:srgbClr val="000000"/>
              </a:solidFill>
              <a:prstDash val="solid"/>
              <a:round/>
              <a:headEnd/>
              <a:tailEnd/>
            </a:ln>
          </p:spPr>
          <p:txBody>
            <a:bodyPr/>
            <a:lstStyle/>
            <a:p>
              <a:endParaRPr lang="en-US"/>
            </a:p>
          </p:txBody>
        </p:sp>
        <p:sp>
          <p:nvSpPr>
            <p:cNvPr id="20" name="Rectangle 18"/>
            <p:cNvSpPr>
              <a:spLocks noChangeArrowheads="1"/>
            </p:cNvSpPr>
            <p:nvPr/>
          </p:nvSpPr>
          <p:spPr bwMode="auto">
            <a:xfrm>
              <a:off x="1722438" y="4006850"/>
              <a:ext cx="963612" cy="363538"/>
            </a:xfrm>
            <a:prstGeom prst="rect">
              <a:avLst/>
            </a:prstGeom>
            <a:solidFill>
              <a:srgbClr val="FFFFFF"/>
            </a:solidFill>
            <a:ln w="0">
              <a:solidFill>
                <a:srgbClr val="FFFFFF"/>
              </a:solidFill>
              <a:miter lim="800000"/>
              <a:headEnd/>
              <a:tailEnd/>
            </a:ln>
          </p:spPr>
          <p:txBody>
            <a:bodyPr/>
            <a:lstStyle/>
            <a:p>
              <a:endParaRPr lang="en-US">
                <a:latin typeface="Corbel" pitchFamily="34" charset="0"/>
              </a:endParaRPr>
            </a:p>
          </p:txBody>
        </p:sp>
        <p:sp>
          <p:nvSpPr>
            <p:cNvPr id="21" name="Rectangle 19"/>
            <p:cNvSpPr>
              <a:spLocks noChangeArrowheads="1"/>
            </p:cNvSpPr>
            <p:nvPr/>
          </p:nvSpPr>
          <p:spPr bwMode="auto">
            <a:xfrm>
              <a:off x="1722438" y="4006850"/>
              <a:ext cx="963612" cy="363538"/>
            </a:xfrm>
            <a:prstGeom prst="rect">
              <a:avLst/>
            </a:prstGeom>
            <a:noFill/>
            <a:ln w="20638">
              <a:solidFill>
                <a:srgbClr val="000000"/>
              </a:solidFill>
              <a:miter lim="800000"/>
              <a:headEnd/>
              <a:tailEnd/>
            </a:ln>
          </p:spPr>
          <p:txBody>
            <a:bodyPr/>
            <a:lstStyle/>
            <a:p>
              <a:endParaRPr lang="en-US">
                <a:latin typeface="Corbel" pitchFamily="34" charset="0"/>
              </a:endParaRPr>
            </a:p>
          </p:txBody>
        </p:sp>
        <p:sp>
          <p:nvSpPr>
            <p:cNvPr id="22" name="Rectangle 20"/>
            <p:cNvSpPr>
              <a:spLocks noChangeArrowheads="1"/>
            </p:cNvSpPr>
            <p:nvPr/>
          </p:nvSpPr>
          <p:spPr bwMode="auto">
            <a:xfrm>
              <a:off x="1979613" y="4049713"/>
              <a:ext cx="434975"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MAR</a:t>
              </a:r>
              <a:endParaRPr lang="en-CA" sz="2400">
                <a:latin typeface="Corbel" pitchFamily="34" charset="0"/>
              </a:endParaRPr>
            </a:p>
          </p:txBody>
        </p:sp>
        <p:sp>
          <p:nvSpPr>
            <p:cNvPr id="23" name="Rectangle 21"/>
            <p:cNvSpPr>
              <a:spLocks noChangeArrowheads="1"/>
            </p:cNvSpPr>
            <p:nvPr/>
          </p:nvSpPr>
          <p:spPr bwMode="auto">
            <a:xfrm>
              <a:off x="5597525" y="3384550"/>
              <a:ext cx="2119313" cy="3168650"/>
            </a:xfrm>
            <a:prstGeom prst="rect">
              <a:avLst/>
            </a:prstGeom>
            <a:noFill/>
            <a:ln w="20638">
              <a:solidFill>
                <a:srgbClr val="000000"/>
              </a:solidFill>
              <a:miter lim="800000"/>
              <a:headEnd/>
              <a:tailEnd/>
            </a:ln>
          </p:spPr>
          <p:txBody>
            <a:bodyPr/>
            <a:lstStyle/>
            <a:p>
              <a:endParaRPr lang="en-US">
                <a:latin typeface="Corbel" pitchFamily="34" charset="0"/>
              </a:endParaRPr>
            </a:p>
          </p:txBody>
        </p:sp>
        <p:sp>
          <p:nvSpPr>
            <p:cNvPr id="24" name="Rectangle 22"/>
            <p:cNvSpPr>
              <a:spLocks noChangeArrowheads="1"/>
            </p:cNvSpPr>
            <p:nvPr/>
          </p:nvSpPr>
          <p:spPr bwMode="auto">
            <a:xfrm>
              <a:off x="4162425" y="3621088"/>
              <a:ext cx="84138" cy="228600"/>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k</a:t>
              </a:r>
              <a:endParaRPr lang="en-CA" sz="2400">
                <a:latin typeface="Corbel" pitchFamily="34" charset="0"/>
              </a:endParaRPr>
            </a:p>
          </p:txBody>
        </p:sp>
        <p:sp>
          <p:nvSpPr>
            <p:cNvPr id="25" name="Rectangle 23"/>
            <p:cNvSpPr>
              <a:spLocks noChangeArrowheads="1"/>
            </p:cNvSpPr>
            <p:nvPr/>
          </p:nvSpPr>
          <p:spPr bwMode="auto">
            <a:xfrm>
              <a:off x="4248150" y="3621088"/>
              <a:ext cx="263525"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-bit</a:t>
              </a:r>
              <a:endParaRPr lang="en-CA" sz="2400">
                <a:latin typeface="Corbel" pitchFamily="34" charset="0"/>
              </a:endParaRPr>
            </a:p>
          </p:txBody>
        </p:sp>
        <p:sp>
          <p:nvSpPr>
            <p:cNvPr id="26" name="Rectangle 24"/>
            <p:cNvSpPr>
              <a:spLocks noChangeArrowheads="1"/>
            </p:cNvSpPr>
            <p:nvPr/>
          </p:nvSpPr>
          <p:spPr bwMode="auto">
            <a:xfrm>
              <a:off x="3884613" y="3792538"/>
              <a:ext cx="884237"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address bus</a:t>
              </a:r>
              <a:endParaRPr lang="en-CA" sz="2400">
                <a:latin typeface="Corbel" pitchFamily="34" charset="0"/>
              </a:endParaRPr>
            </a:p>
          </p:txBody>
        </p:sp>
        <p:sp>
          <p:nvSpPr>
            <p:cNvPr id="27" name="Rectangle 25"/>
            <p:cNvSpPr>
              <a:spLocks noChangeArrowheads="1"/>
            </p:cNvSpPr>
            <p:nvPr/>
          </p:nvSpPr>
          <p:spPr bwMode="auto">
            <a:xfrm>
              <a:off x="4141788" y="4392613"/>
              <a:ext cx="95250" cy="228600"/>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n</a:t>
              </a:r>
              <a:endParaRPr lang="en-CA" sz="2400">
                <a:latin typeface="Corbel" pitchFamily="34" charset="0"/>
              </a:endParaRPr>
            </a:p>
          </p:txBody>
        </p:sp>
        <p:sp>
          <p:nvSpPr>
            <p:cNvPr id="28" name="Rectangle 26"/>
            <p:cNvSpPr>
              <a:spLocks noChangeArrowheads="1"/>
            </p:cNvSpPr>
            <p:nvPr/>
          </p:nvSpPr>
          <p:spPr bwMode="auto">
            <a:xfrm>
              <a:off x="4248150" y="4392613"/>
              <a:ext cx="263525"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-bit</a:t>
              </a:r>
              <a:endParaRPr lang="en-CA" sz="2400">
                <a:latin typeface="Corbel" pitchFamily="34" charset="0"/>
              </a:endParaRPr>
            </a:p>
          </p:txBody>
        </p:sp>
        <p:sp>
          <p:nvSpPr>
            <p:cNvPr id="29" name="Rectangle 27"/>
            <p:cNvSpPr>
              <a:spLocks noChangeArrowheads="1"/>
            </p:cNvSpPr>
            <p:nvPr/>
          </p:nvSpPr>
          <p:spPr bwMode="auto">
            <a:xfrm>
              <a:off x="4013200" y="4584700"/>
              <a:ext cx="628650" cy="228600"/>
            </a:xfrm>
            <a:prstGeom prst="rect">
              <a:avLst/>
            </a:prstGeom>
            <a:noFill/>
            <a:ln w="9525">
              <a:noFill/>
              <a:miter lim="800000"/>
              <a:headEnd/>
              <a:tailEnd/>
            </a:ln>
          </p:spPr>
          <p:txBody>
            <a:bodyPr wrap="none" lIns="0" tIns="0" rIns="0" bIns="0">
              <a:spAutoFit/>
            </a:bodyPr>
            <a:lstStyle/>
            <a:p>
              <a:r>
                <a:rPr lang="en-CA" sz="1500" dirty="0">
                  <a:solidFill>
                    <a:srgbClr val="000000"/>
                  </a:solidFill>
                  <a:latin typeface="Nimbus Roman No9 L" charset="0"/>
                </a:rPr>
                <a:t>data bus</a:t>
              </a:r>
              <a:endParaRPr lang="en-CA" sz="2400" dirty="0">
                <a:latin typeface="Corbel" pitchFamily="34" charset="0"/>
              </a:endParaRPr>
            </a:p>
          </p:txBody>
        </p:sp>
        <p:sp>
          <p:nvSpPr>
            <p:cNvPr id="30" name="Rectangle 28"/>
            <p:cNvSpPr>
              <a:spLocks noChangeArrowheads="1"/>
            </p:cNvSpPr>
            <p:nvPr/>
          </p:nvSpPr>
          <p:spPr bwMode="auto">
            <a:xfrm>
              <a:off x="3841750" y="5868988"/>
              <a:ext cx="987425"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Control lines</a:t>
              </a:r>
              <a:endParaRPr lang="en-CA" sz="2400">
                <a:latin typeface="Corbel" pitchFamily="34" charset="0"/>
              </a:endParaRPr>
            </a:p>
          </p:txBody>
        </p:sp>
        <p:sp>
          <p:nvSpPr>
            <p:cNvPr id="31" name="Rectangle 29"/>
            <p:cNvSpPr>
              <a:spLocks noChangeArrowheads="1"/>
            </p:cNvSpPr>
            <p:nvPr/>
          </p:nvSpPr>
          <p:spPr bwMode="auto">
            <a:xfrm>
              <a:off x="3584575" y="6146800"/>
              <a:ext cx="1465263" cy="228600"/>
            </a:xfrm>
            <a:prstGeom prst="rect">
              <a:avLst/>
            </a:prstGeom>
            <a:noFill/>
            <a:ln w="9525">
              <a:noFill/>
              <a:miter lim="800000"/>
              <a:headEnd/>
              <a:tailEnd/>
            </a:ln>
          </p:spPr>
          <p:txBody>
            <a:bodyPr wrap="none" lIns="0" tIns="0" rIns="0" bIns="0">
              <a:spAutoFit/>
            </a:bodyPr>
            <a:lstStyle/>
            <a:p>
              <a:r>
                <a:rPr lang="en-CA" sz="1500" dirty="0">
                  <a:solidFill>
                    <a:srgbClr val="000000"/>
                  </a:solidFill>
                  <a:latin typeface="Nimbus Roman No9 L" charset="0"/>
                </a:rPr>
                <a:t>(          , MFC, etc.)</a:t>
              </a:r>
              <a:endParaRPr lang="en-CA" sz="2400" dirty="0">
                <a:latin typeface="Corbel" pitchFamily="34" charset="0"/>
              </a:endParaRPr>
            </a:p>
          </p:txBody>
        </p:sp>
        <p:sp>
          <p:nvSpPr>
            <p:cNvPr id="32" name="Rectangle 30"/>
            <p:cNvSpPr>
              <a:spLocks noChangeArrowheads="1"/>
            </p:cNvSpPr>
            <p:nvPr/>
          </p:nvSpPr>
          <p:spPr bwMode="auto">
            <a:xfrm>
              <a:off x="1808163" y="3535363"/>
              <a:ext cx="792162" cy="228600"/>
            </a:xfrm>
            <a:prstGeom prst="rect">
              <a:avLst/>
            </a:prstGeom>
            <a:noFill/>
            <a:ln w="9525">
              <a:noFill/>
              <a:miter lim="800000"/>
              <a:headEnd/>
              <a:tailEnd/>
            </a:ln>
          </p:spPr>
          <p:txBody>
            <a:bodyPr wrap="none" lIns="0" tIns="0" rIns="0" bIns="0">
              <a:spAutoFit/>
            </a:bodyPr>
            <a:lstStyle/>
            <a:p>
              <a:r>
                <a:rPr lang="en-CA" sz="1500" b="1">
                  <a:solidFill>
                    <a:srgbClr val="000000"/>
                  </a:solidFill>
                  <a:latin typeface="Nimbus Roman No9 L" charset="0"/>
                </a:rPr>
                <a:t>Processor</a:t>
              </a:r>
              <a:endParaRPr lang="en-CA" sz="2400">
                <a:latin typeface="Corbel" pitchFamily="34" charset="0"/>
              </a:endParaRPr>
            </a:p>
          </p:txBody>
        </p:sp>
        <p:sp>
          <p:nvSpPr>
            <p:cNvPr id="33" name="Rectangle 31"/>
            <p:cNvSpPr>
              <a:spLocks noChangeArrowheads="1"/>
            </p:cNvSpPr>
            <p:nvPr/>
          </p:nvSpPr>
          <p:spPr bwMode="auto">
            <a:xfrm>
              <a:off x="6281738" y="3471863"/>
              <a:ext cx="744537" cy="228600"/>
            </a:xfrm>
            <a:prstGeom prst="rect">
              <a:avLst/>
            </a:prstGeom>
            <a:noFill/>
            <a:ln w="9525">
              <a:noFill/>
              <a:miter lim="800000"/>
              <a:headEnd/>
              <a:tailEnd/>
            </a:ln>
          </p:spPr>
          <p:txBody>
            <a:bodyPr wrap="none" lIns="0" tIns="0" rIns="0" bIns="0">
              <a:spAutoFit/>
            </a:bodyPr>
            <a:lstStyle/>
            <a:p>
              <a:r>
                <a:rPr lang="en-CA" sz="1500" b="1">
                  <a:solidFill>
                    <a:srgbClr val="000000"/>
                  </a:solidFill>
                  <a:latin typeface="Nimbus Roman No9 L" charset="0"/>
                </a:rPr>
                <a:t> Memory</a:t>
              </a:r>
              <a:endParaRPr lang="en-CA" sz="2400">
                <a:latin typeface="Corbel" pitchFamily="34" charset="0"/>
              </a:endParaRPr>
            </a:p>
          </p:txBody>
        </p:sp>
        <p:sp>
          <p:nvSpPr>
            <p:cNvPr id="34" name="Rectangle 32"/>
            <p:cNvSpPr>
              <a:spLocks noChangeArrowheads="1"/>
            </p:cNvSpPr>
            <p:nvPr/>
          </p:nvSpPr>
          <p:spPr bwMode="auto">
            <a:xfrm>
              <a:off x="6303963" y="4884738"/>
              <a:ext cx="685800"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locations</a:t>
              </a:r>
              <a:endParaRPr lang="en-CA" sz="2400">
                <a:latin typeface="Corbel" pitchFamily="34" charset="0"/>
              </a:endParaRPr>
            </a:p>
          </p:txBody>
        </p:sp>
        <p:sp>
          <p:nvSpPr>
            <p:cNvPr id="35" name="Rectangle 33"/>
            <p:cNvSpPr>
              <a:spLocks noChangeArrowheads="1"/>
            </p:cNvSpPr>
            <p:nvPr/>
          </p:nvSpPr>
          <p:spPr bwMode="auto">
            <a:xfrm>
              <a:off x="5754022" y="5376863"/>
              <a:ext cx="1111250"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Word length =</a:t>
              </a:r>
              <a:endParaRPr lang="en-CA" sz="2400">
                <a:latin typeface="Corbel" pitchFamily="34" charset="0"/>
              </a:endParaRPr>
            </a:p>
          </p:txBody>
        </p:sp>
        <p:sp>
          <p:nvSpPr>
            <p:cNvPr id="36" name="Rectangle 34"/>
            <p:cNvSpPr>
              <a:spLocks noChangeArrowheads="1"/>
            </p:cNvSpPr>
            <p:nvPr/>
          </p:nvSpPr>
          <p:spPr bwMode="auto">
            <a:xfrm>
              <a:off x="7072000" y="5376863"/>
              <a:ext cx="95250" cy="228600"/>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n</a:t>
              </a:r>
              <a:endParaRPr lang="en-CA" sz="2400">
                <a:latin typeface="Corbel" pitchFamily="34" charset="0"/>
              </a:endParaRPr>
            </a:p>
          </p:txBody>
        </p:sp>
        <p:sp>
          <p:nvSpPr>
            <p:cNvPr id="37" name="Rectangle 35"/>
            <p:cNvSpPr>
              <a:spLocks noChangeArrowheads="1"/>
            </p:cNvSpPr>
            <p:nvPr/>
          </p:nvSpPr>
          <p:spPr bwMode="auto">
            <a:xfrm>
              <a:off x="7167249" y="5376863"/>
              <a:ext cx="322263"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 bits</a:t>
              </a:r>
              <a:endParaRPr lang="en-CA" sz="2400">
                <a:latin typeface="Corbel" pitchFamily="34" charset="0"/>
              </a:endParaRPr>
            </a:p>
          </p:txBody>
        </p:sp>
        <p:sp>
          <p:nvSpPr>
            <p:cNvPr id="38" name="Rectangle 36"/>
            <p:cNvSpPr>
              <a:spLocks noChangeArrowheads="1"/>
            </p:cNvSpPr>
            <p:nvPr/>
          </p:nvSpPr>
          <p:spPr bwMode="auto">
            <a:xfrm>
              <a:off x="3970338" y="6126163"/>
              <a:ext cx="179387"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W</a:t>
              </a:r>
              <a:endParaRPr lang="en-CA" sz="2400">
                <a:latin typeface="Corbel" pitchFamily="34" charset="0"/>
              </a:endParaRPr>
            </a:p>
          </p:txBody>
        </p:sp>
        <p:sp>
          <p:nvSpPr>
            <p:cNvPr id="39" name="Line 37"/>
            <p:cNvSpPr>
              <a:spLocks noChangeShapeType="1"/>
            </p:cNvSpPr>
            <p:nvPr/>
          </p:nvSpPr>
          <p:spPr bwMode="auto">
            <a:xfrm flipH="1">
              <a:off x="3990975" y="6146800"/>
              <a:ext cx="150813" cy="1588"/>
            </a:xfrm>
            <a:prstGeom prst="line">
              <a:avLst/>
            </a:prstGeom>
            <a:noFill/>
            <a:ln w="20638">
              <a:solidFill>
                <a:srgbClr val="000000"/>
              </a:solidFill>
              <a:round/>
              <a:headEnd/>
              <a:tailEnd/>
            </a:ln>
          </p:spPr>
          <p:txBody>
            <a:bodyPr/>
            <a:lstStyle/>
            <a:p>
              <a:endParaRPr lang="en-US"/>
            </a:p>
          </p:txBody>
        </p:sp>
        <p:sp>
          <p:nvSpPr>
            <p:cNvPr id="40" name="Rectangle 38"/>
            <p:cNvSpPr>
              <a:spLocks noChangeArrowheads="1"/>
            </p:cNvSpPr>
            <p:nvPr/>
          </p:nvSpPr>
          <p:spPr bwMode="auto">
            <a:xfrm>
              <a:off x="3713163" y="6126163"/>
              <a:ext cx="127000"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R</a:t>
              </a:r>
              <a:endParaRPr lang="en-CA" sz="2400">
                <a:latin typeface="Corbel" pitchFamily="34" charset="0"/>
              </a:endParaRPr>
            </a:p>
          </p:txBody>
        </p:sp>
        <p:sp>
          <p:nvSpPr>
            <p:cNvPr id="41" name="Rectangle 39"/>
            <p:cNvSpPr>
              <a:spLocks noChangeArrowheads="1"/>
            </p:cNvSpPr>
            <p:nvPr/>
          </p:nvSpPr>
          <p:spPr bwMode="auto">
            <a:xfrm>
              <a:off x="3884613" y="6126163"/>
              <a:ext cx="52387" cy="228600"/>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a:t>
              </a:r>
              <a:endParaRPr lang="en-CA" sz="2400">
                <a:latin typeface="Corbel" pitchFamily="34" charset="0"/>
              </a:endParaRPr>
            </a:p>
          </p:txBody>
        </p:sp>
      </p:grpSp>
      <p:pic>
        <p:nvPicPr>
          <p:cNvPr id="42" name="Picture 41"/>
          <p:cNvPicPr>
            <a:picLocks noChangeAspect="1"/>
          </p:cNvPicPr>
          <p:nvPr/>
        </p:nvPicPr>
        <p:blipFill>
          <a:blip r:embed="rId2"/>
          <a:stretch>
            <a:fillRect/>
          </a:stretch>
        </p:blipFill>
        <p:spPr>
          <a:xfrm>
            <a:off x="6115687" y="1770762"/>
            <a:ext cx="2864196" cy="1986273"/>
          </a:xfrm>
          <a:prstGeom prst="rect">
            <a:avLst/>
          </a:prstGeom>
        </p:spPr>
      </p:pic>
    </p:spTree>
    <p:extLst>
      <p:ext uri="{BB962C8B-B14F-4D97-AF65-F5344CB8AC3E}">
        <p14:creationId xmlns:p14="http://schemas.microsoft.com/office/powerpoint/2010/main" val="243189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2"/>
                                        </p:tgtEl>
                                        <p:attrNameLst>
                                          <p:attrName>style.visibility</p:attrName>
                                        </p:attrNameLst>
                                      </p:cBhvr>
                                      <p:to>
                                        <p:strVal val="visible"/>
                                      </p:to>
                                    </p:set>
                                    <p:anim calcmode="lin" valueType="num">
                                      <p:cBhvr additive="base">
                                        <p:cTn id="23" dur="500" fill="hold"/>
                                        <p:tgtEl>
                                          <p:spTgt spid="42"/>
                                        </p:tgtEl>
                                        <p:attrNameLst>
                                          <p:attrName>ppt_x</p:attrName>
                                        </p:attrNameLst>
                                      </p:cBhvr>
                                      <p:tavLst>
                                        <p:tav tm="0">
                                          <p:val>
                                            <p:strVal val="#ppt_x"/>
                                          </p:val>
                                        </p:tav>
                                        <p:tav tm="100000">
                                          <p:val>
                                            <p:strVal val="#ppt_x"/>
                                          </p:val>
                                        </p:tav>
                                      </p:tavLst>
                                    </p:anim>
                                    <p:anim calcmode="lin" valueType="num">
                                      <p:cBhvr additive="base">
                                        <p:cTn id="2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xEl>
                                              <p:pRg st="3" end="3"/>
                                            </p:txEl>
                                          </p:spTgt>
                                        </p:tgtEl>
                                        <p:attrNameLst>
                                          <p:attrName>style.visibility</p:attrName>
                                        </p:attrNameLst>
                                      </p:cBhvr>
                                      <p:to>
                                        <p:strVal val="visible"/>
                                      </p:to>
                                    </p:set>
                                    <p:anim calcmode="lin" valueType="num">
                                      <p:cBhvr additive="base">
                                        <p:cTn id="2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r>
              <a:rPr lang="en-US" sz="2400" b="0" dirty="0"/>
              <a:t>Big Endian or Little Endian</a:t>
            </a:r>
          </a:p>
        </p:txBody>
      </p:sp>
      <p:pic>
        <p:nvPicPr>
          <p:cNvPr id="3" name="Picture 2"/>
          <p:cNvPicPr>
            <a:picLocks noChangeAspect="1"/>
          </p:cNvPicPr>
          <p:nvPr/>
        </p:nvPicPr>
        <p:blipFill>
          <a:blip r:embed="rId2"/>
          <a:stretch>
            <a:fillRect/>
          </a:stretch>
        </p:blipFill>
        <p:spPr>
          <a:xfrm>
            <a:off x="76200" y="1143000"/>
            <a:ext cx="5943600" cy="4465792"/>
          </a:xfrm>
          <a:prstGeom prst="rect">
            <a:avLst/>
          </a:prstGeom>
        </p:spPr>
      </p:pic>
      <p:sp>
        <p:nvSpPr>
          <p:cNvPr id="4" name="TextBox 3"/>
          <p:cNvSpPr txBox="1"/>
          <p:nvPr/>
        </p:nvSpPr>
        <p:spPr>
          <a:xfrm>
            <a:off x="6248400" y="1905000"/>
            <a:ext cx="2667000" cy="3170099"/>
          </a:xfrm>
          <a:prstGeom prst="rect">
            <a:avLst/>
          </a:prstGeom>
          <a:noFill/>
        </p:spPr>
        <p:txBody>
          <a:bodyPr wrap="square" rtlCol="0">
            <a:spAutoFit/>
          </a:bodyPr>
          <a:lstStyle/>
          <a:p>
            <a:r>
              <a:rPr lang="en-US" sz="2000" dirty="0"/>
              <a:t>16 bit address capable of 2^16= 64k </a:t>
            </a:r>
            <a:r>
              <a:rPr lang="en-US" sz="2000" dirty="0" err="1"/>
              <a:t>Mempry</a:t>
            </a:r>
            <a:r>
              <a:rPr lang="en-US" sz="2000" dirty="0"/>
              <a:t> locations</a:t>
            </a:r>
          </a:p>
          <a:p>
            <a:endParaRPr lang="en-US" sz="2000" dirty="0"/>
          </a:p>
          <a:p>
            <a:r>
              <a:rPr lang="en-US" sz="2000" dirty="0"/>
              <a:t>What </a:t>
            </a:r>
            <a:r>
              <a:rPr lang="en-US" sz="2000" dirty="0" err="1"/>
              <a:t>abt</a:t>
            </a:r>
            <a:r>
              <a:rPr lang="en-US" sz="2000" dirty="0"/>
              <a:t> with 32 bit instructions?</a:t>
            </a:r>
          </a:p>
          <a:p>
            <a:endParaRPr lang="en-US" sz="2000" dirty="0"/>
          </a:p>
          <a:p>
            <a:r>
              <a:rPr lang="en-US" sz="2000" dirty="0"/>
              <a:t>2^32= 4 G memory locations</a:t>
            </a:r>
          </a:p>
          <a:p>
            <a:endParaRPr lang="en-US" sz="2000" dirty="0"/>
          </a:p>
        </p:txBody>
      </p:sp>
    </p:spTree>
    <p:extLst>
      <p:ext uri="{BB962C8B-B14F-4D97-AF65-F5344CB8AC3E}">
        <p14:creationId xmlns:p14="http://schemas.microsoft.com/office/powerpoint/2010/main" val="333410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1524000"/>
            <a:ext cx="8991600" cy="4524315"/>
          </a:xfrm>
          <a:prstGeom prst="rect">
            <a:avLst/>
          </a:prstGeom>
          <a:noFill/>
        </p:spPr>
        <p:txBody>
          <a:bodyPr wrap="square" rtlCol="0">
            <a:spAutoFit/>
          </a:bodyPr>
          <a:lstStyle/>
          <a:p>
            <a:pPr marL="342900" indent="-342900">
              <a:buFont typeface="Wingdings" panose="05000000000000000000" pitchFamily="2" charset="2"/>
              <a:buChar char="q"/>
            </a:pPr>
            <a:r>
              <a:rPr lang="en-US" sz="3200" dirty="0"/>
              <a:t>Memory Access time: The time between initiation of a task and its completion for example time elapsed between Read and MFC (memory function complete)</a:t>
            </a:r>
          </a:p>
          <a:p>
            <a:pPr marL="342900" indent="-342900">
              <a:buFont typeface="Wingdings" panose="05000000000000000000" pitchFamily="2" charset="2"/>
              <a:buChar char="q"/>
            </a:pPr>
            <a:r>
              <a:rPr lang="en-US" sz="3200" dirty="0"/>
              <a:t> Memory Cycle time: the minimum time delay between two successive memory operations , </a:t>
            </a:r>
            <a:r>
              <a:rPr lang="en-US" sz="3200" dirty="0" err="1"/>
              <a:t>eg</a:t>
            </a:r>
            <a:r>
              <a:rPr lang="en-US" sz="3200" dirty="0"/>
              <a:t>: the time between two successive write operations</a:t>
            </a:r>
          </a:p>
          <a:p>
            <a:pPr marL="342900" indent="-342900">
              <a:buFont typeface="Wingdings" panose="05000000000000000000" pitchFamily="2" charset="2"/>
              <a:buChar char="q"/>
            </a:pPr>
            <a:r>
              <a:rPr lang="en-US" sz="3200" dirty="0"/>
              <a:t> Memory cycle time is usually larger than the Memory access time</a:t>
            </a:r>
          </a:p>
        </p:txBody>
      </p:sp>
      <p:sp>
        <p:nvSpPr>
          <p:cNvPr id="4" name="TextBox 3"/>
          <p:cNvSpPr txBox="1"/>
          <p:nvPr/>
        </p:nvSpPr>
        <p:spPr>
          <a:xfrm>
            <a:off x="304800" y="304800"/>
            <a:ext cx="5257800" cy="523220"/>
          </a:xfrm>
          <a:prstGeom prst="rect">
            <a:avLst/>
          </a:prstGeom>
          <a:noFill/>
        </p:spPr>
        <p:txBody>
          <a:bodyPr wrap="square" rtlCol="0">
            <a:spAutoFit/>
          </a:bodyPr>
          <a:lstStyle/>
          <a:p>
            <a:r>
              <a:rPr lang="en-US" sz="2800" dirty="0"/>
              <a:t>Memory timing definitions</a:t>
            </a:r>
          </a:p>
        </p:txBody>
      </p:sp>
    </p:spTree>
    <p:extLst>
      <p:ext uri="{BB962C8B-B14F-4D97-AF65-F5344CB8AC3E}">
        <p14:creationId xmlns:p14="http://schemas.microsoft.com/office/powerpoint/2010/main" val="356048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155448"/>
            <a:ext cx="5791200" cy="835152"/>
          </a:xfrm>
          <a:prstGeom prst="rect">
            <a:avLst/>
          </a:prstGeom>
        </p:spPr>
        <p:txBody>
          <a:bodyPr>
            <a:normAutofit fontScale="97500" lnSpcReduction="10000"/>
          </a:bodyPr>
          <a:lst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a:lstStyle>
          <a:p>
            <a:pPr>
              <a:defRPr/>
            </a:pPr>
            <a:r>
              <a:rPr lang="en-US" sz="2800" dirty="0">
                <a:solidFill>
                  <a:schemeClr val="accent1">
                    <a:satMod val="150000"/>
                  </a:schemeClr>
                </a:solidFill>
              </a:rPr>
              <a:t>Internal organization of memory chips</a:t>
            </a:r>
          </a:p>
          <a:p>
            <a:pPr>
              <a:defRPr/>
            </a:pPr>
            <a:r>
              <a:rPr lang="en-US" sz="2800" dirty="0">
                <a:solidFill>
                  <a:schemeClr val="accent1">
                    <a:satMod val="150000"/>
                  </a:schemeClr>
                </a:solidFill>
              </a:rPr>
              <a:t>16  X 8 </a:t>
            </a:r>
            <a:r>
              <a:rPr lang="en-US" sz="2800" dirty="0" err="1">
                <a:solidFill>
                  <a:schemeClr val="accent1">
                    <a:satMod val="150000"/>
                  </a:schemeClr>
                </a:solidFill>
              </a:rPr>
              <a:t>orgaization</a:t>
            </a:r>
            <a:endParaRPr lang="en-US" sz="2800" dirty="0">
              <a:solidFill>
                <a:schemeClr val="accent1">
                  <a:satMod val="150000"/>
                </a:schemeClr>
              </a:solidFill>
            </a:endParaRPr>
          </a:p>
        </p:txBody>
      </p:sp>
      <p:pic>
        <p:nvPicPr>
          <p:cNvPr id="520" name="Picture 519"/>
          <p:cNvPicPr>
            <a:picLocks noChangeAspect="1"/>
          </p:cNvPicPr>
          <p:nvPr/>
        </p:nvPicPr>
        <p:blipFill>
          <a:blip r:embed="rId2"/>
          <a:stretch>
            <a:fillRect/>
          </a:stretch>
        </p:blipFill>
        <p:spPr>
          <a:xfrm>
            <a:off x="0" y="1551471"/>
            <a:ext cx="6620830" cy="4566300"/>
          </a:xfrm>
          <a:prstGeom prst="rect">
            <a:avLst/>
          </a:prstGeom>
        </p:spPr>
      </p:pic>
    </p:spTree>
    <p:extLst>
      <p:ext uri="{BB962C8B-B14F-4D97-AF65-F5344CB8AC3E}">
        <p14:creationId xmlns:p14="http://schemas.microsoft.com/office/powerpoint/2010/main" val="3804899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155448"/>
            <a:ext cx="5791200" cy="835152"/>
          </a:xfrm>
          <a:prstGeom prst="rect">
            <a:avLst/>
          </a:prstGeom>
        </p:spPr>
        <p:txBody>
          <a:bodyPr>
            <a:normAutofit fontScale="97500"/>
          </a:bodyPr>
          <a:lst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a:lstStyle>
          <a:p>
            <a:pPr>
              <a:defRPr/>
            </a:pPr>
            <a:r>
              <a:rPr lang="en-US" sz="2800" dirty="0">
                <a:solidFill>
                  <a:schemeClr val="accent1">
                    <a:satMod val="150000"/>
                  </a:schemeClr>
                </a:solidFill>
              </a:rPr>
              <a:t>Internal organization of memory chips</a:t>
            </a:r>
          </a:p>
        </p:txBody>
      </p:sp>
      <p:sp>
        <p:nvSpPr>
          <p:cNvPr id="4" name="Content Placeholder 2"/>
          <p:cNvSpPr>
            <a:spLocks noGrp="1"/>
          </p:cNvSpPr>
          <p:nvPr>
            <p:ph idx="4294967295"/>
          </p:nvPr>
        </p:nvSpPr>
        <p:spPr>
          <a:xfrm>
            <a:off x="457200" y="1600200"/>
            <a:ext cx="8229600" cy="4625975"/>
          </a:xfrm>
          <a:prstGeom prst="rect">
            <a:avLst/>
          </a:prstGeom>
        </p:spPr>
        <p:txBody>
          <a:bodyPr>
            <a:normAutofit fontScale="92500" lnSpcReduction="10000"/>
          </a:bodyPr>
          <a:lstStyle/>
          <a:p>
            <a:r>
              <a:rPr lang="en-US" sz="2400" dirty="0"/>
              <a:t>Each memory cell can hold one bit of information.</a:t>
            </a:r>
          </a:p>
          <a:p>
            <a:r>
              <a:rPr lang="en-US" sz="2400" dirty="0"/>
              <a:t>Memory cells are organized in the form of an array. </a:t>
            </a:r>
          </a:p>
          <a:p>
            <a:r>
              <a:rPr lang="en-US" sz="2400" dirty="0"/>
              <a:t>One row is one memory word. </a:t>
            </a:r>
          </a:p>
          <a:p>
            <a:r>
              <a:rPr lang="en-US" sz="2400" dirty="0"/>
              <a:t>All cells of a row are connected to a common line, known as the “word line”. </a:t>
            </a:r>
          </a:p>
          <a:p>
            <a:r>
              <a:rPr lang="en-US" sz="2400" dirty="0"/>
              <a:t>Word line is connected to the address decoder.</a:t>
            </a:r>
          </a:p>
          <a:p>
            <a:r>
              <a:rPr lang="en-US" sz="2400" dirty="0"/>
              <a:t>Sense/write circuits are connected to the data input/output lines of the memory chip.</a:t>
            </a:r>
          </a:p>
          <a:p>
            <a:r>
              <a:rPr lang="en-US" sz="2400" dirty="0"/>
              <a:t> The memory circuit stores 128 bits</a:t>
            </a:r>
          </a:p>
          <a:p>
            <a:r>
              <a:rPr lang="en-US" sz="2400" dirty="0"/>
              <a:t>Requires 14 external connections for  address data and control lines</a:t>
            </a:r>
          </a:p>
          <a:p>
            <a:r>
              <a:rPr lang="en-US" sz="2400" dirty="0"/>
              <a:t> &amp; another two for </a:t>
            </a:r>
            <a:r>
              <a:rPr lang="en-US" sz="2400" dirty="0" err="1"/>
              <a:t>Vdd</a:t>
            </a:r>
            <a:r>
              <a:rPr lang="en-US" sz="2400" dirty="0"/>
              <a:t> and </a:t>
            </a:r>
            <a:r>
              <a:rPr lang="en-US" sz="2400" dirty="0" err="1"/>
              <a:t>Grnd</a:t>
            </a:r>
            <a:endParaRPr lang="en-US" sz="2400" dirty="0"/>
          </a:p>
          <a:p>
            <a:pPr>
              <a:buFont typeface="Wingdings 2" pitchFamily="18" charset="2"/>
              <a:buNone/>
            </a:pPr>
            <a:endParaRPr lang="en-US" sz="2400" dirty="0"/>
          </a:p>
        </p:txBody>
      </p:sp>
    </p:spTree>
    <p:extLst>
      <p:ext uri="{BB962C8B-B14F-4D97-AF65-F5344CB8AC3E}">
        <p14:creationId xmlns:p14="http://schemas.microsoft.com/office/powerpoint/2010/main" val="2287656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0" dirty="0"/>
              <a:t>Address is 404 for a 1K‐word memory.</a:t>
            </a:r>
            <a:endParaRPr lang="en-IN" dirty="0"/>
          </a:p>
        </p:txBody>
      </p:sp>
      <p:pic>
        <p:nvPicPr>
          <p:cNvPr id="3" name="Picture 2"/>
          <p:cNvPicPr>
            <a:picLocks noChangeAspect="1"/>
          </p:cNvPicPr>
          <p:nvPr/>
        </p:nvPicPr>
        <p:blipFill>
          <a:blip r:embed="rId2"/>
          <a:stretch>
            <a:fillRect/>
          </a:stretch>
        </p:blipFill>
        <p:spPr>
          <a:xfrm>
            <a:off x="0" y="1599920"/>
            <a:ext cx="5874306" cy="4267480"/>
          </a:xfrm>
          <a:prstGeom prst="rect">
            <a:avLst/>
          </a:prstGeom>
        </p:spPr>
      </p:pic>
      <p:sp>
        <p:nvSpPr>
          <p:cNvPr id="4" name="TextBox 3"/>
          <p:cNvSpPr txBox="1"/>
          <p:nvPr/>
        </p:nvSpPr>
        <p:spPr>
          <a:xfrm>
            <a:off x="5047630" y="990600"/>
            <a:ext cx="3200400" cy="646331"/>
          </a:xfrm>
          <a:prstGeom prst="rect">
            <a:avLst/>
          </a:prstGeom>
          <a:noFill/>
        </p:spPr>
        <p:txBody>
          <a:bodyPr wrap="square" rtlCol="0">
            <a:spAutoFit/>
          </a:bodyPr>
          <a:lstStyle/>
          <a:p>
            <a:r>
              <a:rPr lang="en-US" dirty="0"/>
              <a:t>Comparison </a:t>
            </a:r>
            <a:r>
              <a:rPr lang="en-US" dirty="0" err="1"/>
              <a:t>wrt</a:t>
            </a:r>
            <a:r>
              <a:rPr lang="en-US" dirty="0"/>
              <a:t> to Decoder requirement</a:t>
            </a:r>
            <a:endParaRPr lang="en-IN" dirty="0"/>
          </a:p>
        </p:txBody>
      </p:sp>
      <p:sp>
        <p:nvSpPr>
          <p:cNvPr id="5" name="TextBox 4"/>
          <p:cNvSpPr txBox="1"/>
          <p:nvPr/>
        </p:nvSpPr>
        <p:spPr>
          <a:xfrm>
            <a:off x="5047630" y="1828800"/>
            <a:ext cx="3791570" cy="2534027"/>
          </a:xfrm>
          <a:prstGeom prst="rect">
            <a:avLst/>
          </a:prstGeom>
          <a:noFill/>
        </p:spPr>
        <p:txBody>
          <a:bodyPr wrap="square" rtlCol="0">
            <a:spAutoFit/>
          </a:bodyPr>
          <a:lstStyle/>
          <a:p>
            <a:pPr>
              <a:lnSpc>
                <a:spcPct val="150000"/>
              </a:lnSpc>
            </a:pPr>
            <a:r>
              <a:rPr lang="en-US" dirty="0"/>
              <a:t>How many AND(NAND) gates required for 10 to 1k decoder?</a:t>
            </a:r>
          </a:p>
          <a:p>
            <a:pPr>
              <a:lnSpc>
                <a:spcPct val="150000"/>
              </a:lnSpc>
            </a:pPr>
            <a:endParaRPr lang="en-US" dirty="0"/>
          </a:p>
          <a:p>
            <a:pPr>
              <a:lnSpc>
                <a:spcPct val="150000"/>
              </a:lnSpc>
            </a:pPr>
            <a:r>
              <a:rPr lang="en-US" dirty="0"/>
              <a:t>How many AND(NAND) gates required for 5 to 32k decoder?</a:t>
            </a:r>
          </a:p>
          <a:p>
            <a:pPr>
              <a:lnSpc>
                <a:spcPct val="150000"/>
              </a:lnSpc>
            </a:pPr>
            <a:endParaRPr lang="en-IN" dirty="0"/>
          </a:p>
        </p:txBody>
      </p:sp>
    </p:spTree>
    <p:extLst>
      <p:ext uri="{BB962C8B-B14F-4D97-AF65-F5344CB8AC3E}">
        <p14:creationId xmlns:p14="http://schemas.microsoft.com/office/powerpoint/2010/main" val="1458083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0" dirty="0"/>
              <a:t>Address multiplexing for a 64K DRAM</a:t>
            </a:r>
            <a:endParaRPr lang="en-IN" sz="2800" b="0" dirty="0"/>
          </a:p>
        </p:txBody>
      </p:sp>
      <p:pic>
        <p:nvPicPr>
          <p:cNvPr id="3" name="Picture 2"/>
          <p:cNvPicPr>
            <a:picLocks noChangeAspect="1"/>
          </p:cNvPicPr>
          <p:nvPr/>
        </p:nvPicPr>
        <p:blipFill>
          <a:blip r:embed="rId2"/>
          <a:stretch>
            <a:fillRect/>
          </a:stretch>
        </p:blipFill>
        <p:spPr>
          <a:xfrm>
            <a:off x="304800" y="1352550"/>
            <a:ext cx="5572125" cy="4819650"/>
          </a:xfrm>
          <a:prstGeom prst="rect">
            <a:avLst/>
          </a:prstGeom>
        </p:spPr>
      </p:pic>
      <p:sp>
        <p:nvSpPr>
          <p:cNvPr id="4" name="Rectangle 4"/>
          <p:cNvSpPr txBox="1">
            <a:spLocks noChangeArrowheads="1"/>
          </p:cNvSpPr>
          <p:nvPr/>
        </p:nvSpPr>
        <p:spPr>
          <a:xfrm>
            <a:off x="5791200" y="960437"/>
            <a:ext cx="3178175" cy="5184775"/>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120000"/>
              </a:lnSpc>
              <a:spcAft>
                <a:spcPct val="25000"/>
              </a:spcAft>
              <a:buFont typeface="Wingdings" panose="05000000000000000000" pitchFamily="2" charset="2"/>
              <a:buChar char="ü"/>
            </a:pPr>
            <a:r>
              <a:rPr lang="en-US" altLang="zh-TW" sz="2000" kern="0" dirty="0"/>
              <a:t>After a time equivalent to the </a:t>
            </a:r>
            <a:r>
              <a:rPr lang="en-US" altLang="zh-TW" sz="2000" kern="0" dirty="0">
                <a:solidFill>
                  <a:schemeClr val="hlink"/>
                </a:solidFill>
              </a:rPr>
              <a:t>settling time of the row selection</a:t>
            </a:r>
            <a:r>
              <a:rPr lang="en-US" altLang="zh-TW" sz="2000" kern="0" dirty="0"/>
              <a:t>, RAS goes back to the 1 level.</a:t>
            </a:r>
          </a:p>
          <a:p>
            <a:pPr marL="342900" indent="-342900">
              <a:lnSpc>
                <a:spcPct val="120000"/>
              </a:lnSpc>
              <a:spcAft>
                <a:spcPct val="25000"/>
              </a:spcAft>
              <a:buFont typeface="Wingdings" panose="05000000000000000000" pitchFamily="2" charset="2"/>
              <a:buChar char="ü"/>
            </a:pPr>
            <a:r>
              <a:rPr lang="en-US" altLang="zh-TW" sz="2000" kern="0" dirty="0"/>
              <a:t> </a:t>
            </a:r>
            <a:r>
              <a:rPr lang="en-US" altLang="zh-TW" sz="2000" kern="0" dirty="0">
                <a:solidFill>
                  <a:srgbClr val="15E337"/>
                </a:solidFill>
              </a:rPr>
              <a:t>Registers</a:t>
            </a:r>
            <a:r>
              <a:rPr lang="en-US" altLang="zh-TW" sz="2000" kern="0" dirty="0"/>
              <a:t> are used to </a:t>
            </a:r>
            <a:r>
              <a:rPr lang="en-US" altLang="zh-TW" sz="2000" kern="0" dirty="0">
                <a:solidFill>
                  <a:schemeClr val="hlink"/>
                </a:solidFill>
              </a:rPr>
              <a:t>store the addresses of the row and column</a:t>
            </a:r>
            <a:r>
              <a:rPr lang="en-US" altLang="zh-TW" sz="2000" kern="0" dirty="0"/>
              <a:t>.</a:t>
            </a:r>
          </a:p>
          <a:p>
            <a:pPr marL="342900" indent="-342900">
              <a:lnSpc>
                <a:spcPct val="120000"/>
              </a:lnSpc>
              <a:spcAft>
                <a:spcPct val="25000"/>
              </a:spcAft>
              <a:buFont typeface="Wingdings" panose="05000000000000000000" pitchFamily="2" charset="2"/>
              <a:buChar char="ü"/>
            </a:pPr>
            <a:r>
              <a:rPr lang="en-US" altLang="zh-TW" sz="2000" kern="0" dirty="0"/>
              <a:t> </a:t>
            </a:r>
            <a:r>
              <a:rPr lang="en-US" altLang="zh-TW" sz="2000" kern="0" dirty="0">
                <a:solidFill>
                  <a:srgbClr val="15E337"/>
                </a:solidFill>
              </a:rPr>
              <a:t>CAS</a:t>
            </a:r>
            <a:r>
              <a:rPr lang="en-US" altLang="zh-TW" sz="2000" kern="0" dirty="0"/>
              <a:t> must </a:t>
            </a:r>
            <a:r>
              <a:rPr lang="en-US" altLang="zh-TW" sz="2000" kern="0" dirty="0">
                <a:solidFill>
                  <a:schemeClr val="hlink"/>
                </a:solidFill>
              </a:rPr>
              <a:t>go back to the 1 level</a:t>
            </a:r>
            <a:r>
              <a:rPr lang="en-US" altLang="zh-TW" sz="2000" kern="0" dirty="0"/>
              <a:t> </a:t>
            </a:r>
            <a:r>
              <a:rPr lang="en-US" altLang="zh-TW" sz="2000" kern="0" dirty="0">
                <a:solidFill>
                  <a:srgbClr val="5826C6"/>
                </a:solidFill>
              </a:rPr>
              <a:t>before initialing another memory operation</a:t>
            </a:r>
            <a:r>
              <a:rPr lang="en-US" altLang="zh-TW" sz="2000" kern="0" dirty="0"/>
              <a:t>.</a:t>
            </a:r>
          </a:p>
        </p:txBody>
      </p:sp>
    </p:spTree>
    <p:extLst>
      <p:ext uri="{BB962C8B-B14F-4D97-AF65-F5344CB8AC3E}">
        <p14:creationId xmlns:p14="http://schemas.microsoft.com/office/powerpoint/2010/main" val="193389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Memory </a:t>
            </a:r>
            <a:r>
              <a:rPr lang="en-US" sz="2400" b="0" dirty="0" err="1"/>
              <a:t>organisation</a:t>
            </a:r>
            <a:endParaRPr lang="en-IN" sz="2400" b="0" dirty="0"/>
          </a:p>
        </p:txBody>
      </p:sp>
      <p:sp>
        <p:nvSpPr>
          <p:cNvPr id="3" name="Rectangle 2"/>
          <p:cNvSpPr/>
          <p:nvPr/>
        </p:nvSpPr>
        <p:spPr>
          <a:xfrm>
            <a:off x="122238" y="838200"/>
            <a:ext cx="8869362" cy="2169825"/>
          </a:xfrm>
          <a:prstGeom prst="rect">
            <a:avLst/>
          </a:prstGeom>
        </p:spPr>
        <p:txBody>
          <a:bodyPr wrap="square">
            <a:spAutoFit/>
          </a:bodyPr>
          <a:lstStyle/>
          <a:p>
            <a:pPr>
              <a:lnSpc>
                <a:spcPct val="150000"/>
              </a:lnSpc>
            </a:pPr>
            <a:r>
              <a:rPr lang="en-US" dirty="0"/>
              <a:t>Figure  indicates how to construct a module of chips that can store 1 MB based on a group of four 256-Kbyte chips. Let’s say this module of chips is packaged as a single 1-MB chip, where the word size is 1 byte. Give a high-level chip diagram of how to construct an 8-MB computer memory using eight 1-MB chips. Be sure to show the address lines in your diagram and what the address lines are used for.</a:t>
            </a:r>
            <a:endParaRPr lang="en-IN" dirty="0"/>
          </a:p>
        </p:txBody>
      </p:sp>
      <p:pic>
        <p:nvPicPr>
          <p:cNvPr id="4" name="Picture 3"/>
          <p:cNvPicPr>
            <a:picLocks noChangeAspect="1"/>
          </p:cNvPicPr>
          <p:nvPr/>
        </p:nvPicPr>
        <p:blipFill>
          <a:blip r:embed="rId2"/>
          <a:stretch>
            <a:fillRect/>
          </a:stretch>
        </p:blipFill>
        <p:spPr>
          <a:xfrm>
            <a:off x="1219200" y="3030675"/>
            <a:ext cx="5715000" cy="3475653"/>
          </a:xfrm>
          <a:prstGeom prst="rect">
            <a:avLst/>
          </a:prstGeom>
        </p:spPr>
      </p:pic>
    </p:spTree>
    <p:extLst>
      <p:ext uri="{BB962C8B-B14F-4D97-AF65-F5344CB8AC3E}">
        <p14:creationId xmlns:p14="http://schemas.microsoft.com/office/powerpoint/2010/main" val="2944286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Memory </a:t>
            </a:r>
            <a:r>
              <a:rPr lang="en-US" sz="2400" b="0" dirty="0" err="1"/>
              <a:t>organisation</a:t>
            </a:r>
            <a:endParaRPr lang="en-IN" sz="2400" b="0" dirty="0"/>
          </a:p>
        </p:txBody>
      </p:sp>
      <p:pic>
        <p:nvPicPr>
          <p:cNvPr id="5" name="Picture 4"/>
          <p:cNvPicPr>
            <a:picLocks noChangeAspect="1"/>
          </p:cNvPicPr>
          <p:nvPr/>
        </p:nvPicPr>
        <p:blipFill>
          <a:blip r:embed="rId2"/>
          <a:stretch>
            <a:fillRect/>
          </a:stretch>
        </p:blipFill>
        <p:spPr>
          <a:xfrm>
            <a:off x="1295400" y="1185862"/>
            <a:ext cx="5943600" cy="4748831"/>
          </a:xfrm>
          <a:prstGeom prst="rect">
            <a:avLst/>
          </a:prstGeom>
        </p:spPr>
      </p:pic>
    </p:spTree>
    <p:extLst>
      <p:ext uri="{BB962C8B-B14F-4D97-AF65-F5344CB8AC3E}">
        <p14:creationId xmlns:p14="http://schemas.microsoft.com/office/powerpoint/2010/main" val="2985532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155448"/>
            <a:ext cx="4343400" cy="682752"/>
          </a:xfrm>
          <a:prstGeom prst="rect">
            <a:avLst/>
          </a:prstGeom>
        </p:spPr>
        <p:txBody>
          <a:bodyPr/>
          <a:lst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a:lstStyle>
          <a:p>
            <a:pPr>
              <a:defRPr/>
            </a:pPr>
            <a:r>
              <a:rPr lang="en-US" sz="2800" b="0">
                <a:solidFill>
                  <a:schemeClr val="accent1">
                    <a:satMod val="150000"/>
                  </a:schemeClr>
                </a:solidFill>
              </a:rPr>
              <a:t>SRAM Cell</a:t>
            </a:r>
            <a:endParaRPr lang="en-US" sz="2800" b="0" dirty="0">
              <a:solidFill>
                <a:schemeClr val="accent1">
                  <a:satMod val="150000"/>
                </a:schemeClr>
              </a:solidFill>
            </a:endParaRPr>
          </a:p>
        </p:txBody>
      </p:sp>
      <p:sp>
        <p:nvSpPr>
          <p:cNvPr id="3" name="Content Placeholder 2"/>
          <p:cNvSpPr>
            <a:spLocks noGrp="1"/>
          </p:cNvSpPr>
          <p:nvPr>
            <p:ph idx="4294967295"/>
          </p:nvPr>
        </p:nvSpPr>
        <p:spPr>
          <a:xfrm>
            <a:off x="457200" y="914400"/>
            <a:ext cx="8229600" cy="5105400"/>
          </a:xfrm>
          <a:prstGeom prst="rect">
            <a:avLst/>
          </a:prstGeom>
        </p:spPr>
        <p:txBody>
          <a:bodyPr/>
          <a:lstStyle/>
          <a:p>
            <a:r>
              <a:rPr lang="en-US" sz="1800" dirty="0"/>
              <a:t>Two transistor inverters are cross connected to implement a basic flip-flop.</a:t>
            </a:r>
          </a:p>
          <a:p>
            <a:r>
              <a:rPr lang="en-US" sz="1800" dirty="0"/>
              <a:t>The cell is connected to one word line and two bits lines by transistors T1 and T2</a:t>
            </a:r>
          </a:p>
          <a:p>
            <a:r>
              <a:rPr lang="en-US" sz="1800" dirty="0"/>
              <a:t>When word line is at ground level, the transistors are turned off and the latch retains its state</a:t>
            </a:r>
          </a:p>
          <a:p>
            <a:r>
              <a:rPr lang="en-US" sz="1800" dirty="0"/>
              <a:t>Read operation: In order to read state of SRAM cell, the word line is activated to close switches T1 and T2. Sense/Write circuits at the bottom monitor the state of b and b’</a:t>
            </a:r>
          </a:p>
        </p:txBody>
      </p:sp>
      <p:grpSp>
        <p:nvGrpSpPr>
          <p:cNvPr id="4" name="Group 59"/>
          <p:cNvGrpSpPr>
            <a:grpSpLocks/>
          </p:cNvGrpSpPr>
          <p:nvPr/>
        </p:nvGrpSpPr>
        <p:grpSpPr bwMode="auto">
          <a:xfrm>
            <a:off x="2667000" y="3505200"/>
            <a:ext cx="3886200" cy="2819400"/>
            <a:chOff x="1697038" y="1893490"/>
            <a:chExt cx="5875337" cy="4126310"/>
          </a:xfrm>
        </p:grpSpPr>
        <p:sp>
          <p:nvSpPr>
            <p:cNvPr id="5" name="Line 2"/>
            <p:cNvSpPr>
              <a:spLocks noChangeShapeType="1"/>
            </p:cNvSpPr>
            <p:nvPr/>
          </p:nvSpPr>
          <p:spPr bwMode="auto">
            <a:xfrm flipH="1">
              <a:off x="5167519" y="3615110"/>
              <a:ext cx="480011" cy="2323"/>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6" name="Line 3"/>
            <p:cNvSpPr>
              <a:spLocks noChangeShapeType="1"/>
            </p:cNvSpPr>
            <p:nvPr/>
          </p:nvSpPr>
          <p:spPr bwMode="auto">
            <a:xfrm flipH="1">
              <a:off x="1989845" y="3615110"/>
              <a:ext cx="376810" cy="2323"/>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7" name="Rectangle 4"/>
            <p:cNvSpPr>
              <a:spLocks noChangeArrowheads="1"/>
            </p:cNvSpPr>
            <p:nvPr/>
          </p:nvSpPr>
          <p:spPr bwMode="auto">
            <a:xfrm>
              <a:off x="4916488" y="3489325"/>
              <a:ext cx="355600" cy="271462"/>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Y</a:t>
              </a:r>
              <a:endParaRPr lang="en-CA">
                <a:latin typeface="Corbel" pitchFamily="34" charset="0"/>
              </a:endParaRPr>
            </a:p>
          </p:txBody>
        </p:sp>
        <p:sp>
          <p:nvSpPr>
            <p:cNvPr id="8" name="Rectangle 5"/>
            <p:cNvSpPr>
              <a:spLocks noChangeArrowheads="1"/>
            </p:cNvSpPr>
            <p:nvPr/>
          </p:nvSpPr>
          <p:spPr bwMode="auto">
            <a:xfrm>
              <a:off x="3390900" y="3489325"/>
              <a:ext cx="355600" cy="271462"/>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X</a:t>
              </a:r>
              <a:endParaRPr lang="en-CA">
                <a:latin typeface="Corbel" pitchFamily="34" charset="0"/>
              </a:endParaRPr>
            </a:p>
          </p:txBody>
        </p:sp>
        <p:sp>
          <p:nvSpPr>
            <p:cNvPr id="9" name="Freeform 6"/>
            <p:cNvSpPr>
              <a:spLocks/>
            </p:cNvSpPr>
            <p:nvPr/>
          </p:nvSpPr>
          <p:spPr bwMode="auto">
            <a:xfrm>
              <a:off x="3912290" y="2841426"/>
              <a:ext cx="482410" cy="376386"/>
            </a:xfrm>
            <a:custGeom>
              <a:avLst/>
              <a:gdLst/>
              <a:ahLst/>
              <a:cxnLst>
                <a:cxn ang="0">
                  <a:pos x="0" y="0"/>
                </a:cxn>
                <a:cxn ang="0">
                  <a:pos x="23" y="9"/>
                </a:cxn>
                <a:cxn ang="0">
                  <a:pos x="0" y="18"/>
                </a:cxn>
                <a:cxn ang="0">
                  <a:pos x="0" y="0"/>
                </a:cxn>
              </a:cxnLst>
              <a:rect l="0" t="0" r="r" b="b"/>
              <a:pathLst>
                <a:path w="23" h="18">
                  <a:moveTo>
                    <a:pt x="0" y="0"/>
                  </a:moveTo>
                  <a:lnTo>
                    <a:pt x="23" y="9"/>
                  </a:lnTo>
                  <a:lnTo>
                    <a:pt x="0" y="18"/>
                  </a:lnTo>
                  <a:lnTo>
                    <a:pt x="0" y="0"/>
                  </a:lnTo>
                </a:path>
              </a:pathLst>
            </a:custGeom>
            <a:no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10" name="Line 7"/>
            <p:cNvSpPr>
              <a:spLocks noChangeShapeType="1"/>
            </p:cNvSpPr>
            <p:nvPr/>
          </p:nvSpPr>
          <p:spPr bwMode="auto">
            <a:xfrm flipH="1">
              <a:off x="3245075" y="3029620"/>
              <a:ext cx="667216" cy="2323"/>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11" name="Line 8"/>
            <p:cNvSpPr>
              <a:spLocks noChangeShapeType="1"/>
            </p:cNvSpPr>
            <p:nvPr/>
          </p:nvSpPr>
          <p:spPr bwMode="auto">
            <a:xfrm flipH="1">
              <a:off x="4497904" y="3029620"/>
              <a:ext cx="669615" cy="2323"/>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12" name="Rectangle 9"/>
            <p:cNvSpPr>
              <a:spLocks noChangeArrowheads="1"/>
            </p:cNvSpPr>
            <p:nvPr/>
          </p:nvSpPr>
          <p:spPr bwMode="auto">
            <a:xfrm>
              <a:off x="6715125" y="5183187"/>
              <a:ext cx="857250" cy="271463"/>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Word line</a:t>
              </a:r>
              <a:endParaRPr lang="en-CA">
                <a:latin typeface="Corbel" pitchFamily="34" charset="0"/>
              </a:endParaRPr>
            </a:p>
          </p:txBody>
        </p:sp>
        <p:sp>
          <p:nvSpPr>
            <p:cNvPr id="13" name="Line 10"/>
            <p:cNvSpPr>
              <a:spLocks noChangeShapeType="1"/>
            </p:cNvSpPr>
            <p:nvPr/>
          </p:nvSpPr>
          <p:spPr bwMode="auto">
            <a:xfrm flipH="1" flipV="1">
              <a:off x="1697038" y="5435600"/>
              <a:ext cx="5581650" cy="17462"/>
            </a:xfrm>
            <a:prstGeom prst="line">
              <a:avLst/>
            </a:prstGeom>
            <a:noFill/>
            <a:ln w="20638">
              <a:solidFill>
                <a:srgbClr val="000000"/>
              </a:solidFill>
              <a:round/>
              <a:headEnd/>
              <a:tailEnd/>
            </a:ln>
          </p:spPr>
          <p:txBody>
            <a:bodyPr/>
            <a:lstStyle/>
            <a:p>
              <a:endParaRPr lang="en-US"/>
            </a:p>
          </p:txBody>
        </p:sp>
        <p:sp>
          <p:nvSpPr>
            <p:cNvPr id="14" name="Freeform 11"/>
            <p:cNvSpPr>
              <a:spLocks/>
            </p:cNvSpPr>
            <p:nvPr/>
          </p:nvSpPr>
          <p:spPr bwMode="auto">
            <a:xfrm>
              <a:off x="2073275" y="5789612"/>
              <a:ext cx="125413" cy="63500"/>
            </a:xfrm>
            <a:custGeom>
              <a:avLst/>
              <a:gdLst>
                <a:gd name="T0" fmla="*/ 6 w 6"/>
                <a:gd name="T1" fmla="*/ 0 h 3"/>
                <a:gd name="T2" fmla="*/ 0 w 6"/>
                <a:gd name="T3" fmla="*/ 2 h 3"/>
                <a:gd name="T4" fmla="*/ 6 w 6"/>
                <a:gd name="T5" fmla="*/ 3 h 3"/>
                <a:gd name="T6" fmla="*/ 6 w 6"/>
                <a:gd name="T7" fmla="*/ 2 h 3"/>
                <a:gd name="T8" fmla="*/ 6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2"/>
                  </a:lnTo>
                  <a:lnTo>
                    <a:pt x="6" y="3"/>
                  </a:lnTo>
                  <a:lnTo>
                    <a:pt x="6" y="2"/>
                  </a:lnTo>
                  <a:lnTo>
                    <a:pt x="6" y="0"/>
                  </a:lnTo>
                </a:path>
              </a:pathLst>
            </a:custGeom>
            <a:noFill/>
            <a:ln w="20638">
              <a:solidFill>
                <a:srgbClr val="000000"/>
              </a:solidFill>
              <a:prstDash val="solid"/>
              <a:round/>
              <a:headEnd/>
              <a:tailEnd/>
            </a:ln>
          </p:spPr>
          <p:txBody>
            <a:bodyPr/>
            <a:lstStyle/>
            <a:p>
              <a:endParaRPr lang="en-US"/>
            </a:p>
          </p:txBody>
        </p:sp>
        <p:sp>
          <p:nvSpPr>
            <p:cNvPr id="15" name="Freeform 12"/>
            <p:cNvSpPr>
              <a:spLocks/>
            </p:cNvSpPr>
            <p:nvPr/>
          </p:nvSpPr>
          <p:spPr bwMode="auto">
            <a:xfrm>
              <a:off x="2073275" y="5789612"/>
              <a:ext cx="125413" cy="63500"/>
            </a:xfrm>
            <a:custGeom>
              <a:avLst/>
              <a:gdLst>
                <a:gd name="T0" fmla="*/ 79 w 79"/>
                <a:gd name="T1" fmla="*/ 0 h 40"/>
                <a:gd name="T2" fmla="*/ 0 w 79"/>
                <a:gd name="T3" fmla="*/ 27 h 40"/>
                <a:gd name="T4" fmla="*/ 79 w 79"/>
                <a:gd name="T5" fmla="*/ 40 h 40"/>
                <a:gd name="T6" fmla="*/ 79 w 79"/>
                <a:gd name="T7" fmla="*/ 27 h 40"/>
                <a:gd name="T8" fmla="*/ 79 w 79"/>
                <a:gd name="T9" fmla="*/ 0 h 40"/>
                <a:gd name="T10" fmla="*/ 0 60000 65536"/>
                <a:gd name="T11" fmla="*/ 0 60000 65536"/>
                <a:gd name="T12" fmla="*/ 0 60000 65536"/>
                <a:gd name="T13" fmla="*/ 0 60000 65536"/>
                <a:gd name="T14" fmla="*/ 0 60000 65536"/>
                <a:gd name="T15" fmla="*/ 0 w 79"/>
                <a:gd name="T16" fmla="*/ 0 h 40"/>
                <a:gd name="T17" fmla="*/ 79 w 79"/>
                <a:gd name="T18" fmla="*/ 40 h 40"/>
              </a:gdLst>
              <a:ahLst/>
              <a:cxnLst>
                <a:cxn ang="T10">
                  <a:pos x="T0" y="T1"/>
                </a:cxn>
                <a:cxn ang="T11">
                  <a:pos x="T2" y="T3"/>
                </a:cxn>
                <a:cxn ang="T12">
                  <a:pos x="T4" y="T5"/>
                </a:cxn>
                <a:cxn ang="T13">
                  <a:pos x="T6" y="T7"/>
                </a:cxn>
                <a:cxn ang="T14">
                  <a:pos x="T8" y="T9"/>
                </a:cxn>
              </a:cxnLst>
              <a:rect l="T15" t="T16" r="T17" b="T18"/>
              <a:pathLst>
                <a:path w="79" h="40">
                  <a:moveTo>
                    <a:pt x="79" y="0"/>
                  </a:moveTo>
                  <a:lnTo>
                    <a:pt x="0" y="27"/>
                  </a:lnTo>
                  <a:lnTo>
                    <a:pt x="79" y="40"/>
                  </a:lnTo>
                  <a:lnTo>
                    <a:pt x="79" y="27"/>
                  </a:lnTo>
                  <a:lnTo>
                    <a:pt x="79" y="0"/>
                  </a:lnTo>
                  <a:close/>
                </a:path>
              </a:pathLst>
            </a:custGeom>
            <a:solidFill>
              <a:srgbClr val="000000"/>
            </a:solidFill>
            <a:ln w="0">
              <a:solidFill>
                <a:srgbClr val="000000"/>
              </a:solidFill>
              <a:prstDash val="solid"/>
              <a:round/>
              <a:headEnd/>
              <a:tailEnd/>
            </a:ln>
          </p:spPr>
          <p:txBody>
            <a:bodyPr/>
            <a:lstStyle/>
            <a:p>
              <a:endParaRPr lang="en-US"/>
            </a:p>
          </p:txBody>
        </p:sp>
        <p:sp>
          <p:nvSpPr>
            <p:cNvPr id="16" name="Line 13"/>
            <p:cNvSpPr>
              <a:spLocks noChangeShapeType="1"/>
            </p:cNvSpPr>
            <p:nvPr/>
          </p:nvSpPr>
          <p:spPr bwMode="auto">
            <a:xfrm>
              <a:off x="2198688" y="5832475"/>
              <a:ext cx="1527175" cy="1587"/>
            </a:xfrm>
            <a:prstGeom prst="line">
              <a:avLst/>
            </a:prstGeom>
            <a:noFill/>
            <a:ln w="20638">
              <a:solidFill>
                <a:srgbClr val="000000"/>
              </a:solidFill>
              <a:round/>
              <a:headEnd/>
              <a:tailEnd/>
            </a:ln>
          </p:spPr>
          <p:txBody>
            <a:bodyPr/>
            <a:lstStyle/>
            <a:p>
              <a:endParaRPr lang="en-US"/>
            </a:p>
          </p:txBody>
        </p:sp>
        <p:sp>
          <p:nvSpPr>
            <p:cNvPr id="17" name="Rectangle 14"/>
            <p:cNvSpPr>
              <a:spLocks noChangeArrowheads="1"/>
            </p:cNvSpPr>
            <p:nvPr/>
          </p:nvSpPr>
          <p:spPr bwMode="auto">
            <a:xfrm>
              <a:off x="3933825" y="5705475"/>
              <a:ext cx="773113" cy="271462"/>
            </a:xfrm>
            <a:prstGeom prst="rect">
              <a:avLst/>
            </a:prstGeom>
            <a:noFill/>
            <a:ln w="9525">
              <a:noFill/>
              <a:miter lim="800000"/>
              <a:headEnd/>
              <a:tailEnd/>
            </a:ln>
          </p:spPr>
          <p:txBody>
            <a:bodyPr wrap="none" lIns="0" tIns="0" rIns="0" bIns="0">
              <a:spAutoFit/>
            </a:bodyPr>
            <a:lstStyle/>
            <a:p>
              <a:r>
                <a:rPr lang="en-CA" sz="1500">
                  <a:solidFill>
                    <a:srgbClr val="000000"/>
                  </a:solidFill>
                  <a:latin typeface="Nimbus Roman No9 L" charset="0"/>
                </a:rPr>
                <a:t>Bit lines</a:t>
              </a:r>
              <a:endParaRPr lang="en-CA">
                <a:latin typeface="Corbel" pitchFamily="34" charset="0"/>
              </a:endParaRPr>
            </a:p>
          </p:txBody>
        </p:sp>
        <p:sp>
          <p:nvSpPr>
            <p:cNvPr id="18" name="Freeform 15"/>
            <p:cNvSpPr>
              <a:spLocks/>
            </p:cNvSpPr>
            <p:nvPr/>
          </p:nvSpPr>
          <p:spPr bwMode="auto">
            <a:xfrm>
              <a:off x="6213475" y="5789612"/>
              <a:ext cx="125413" cy="63500"/>
            </a:xfrm>
            <a:custGeom>
              <a:avLst/>
              <a:gdLst>
                <a:gd name="T0" fmla="*/ 0 w 6"/>
                <a:gd name="T1" fmla="*/ 3 h 3"/>
                <a:gd name="T2" fmla="*/ 6 w 6"/>
                <a:gd name="T3" fmla="*/ 2 h 3"/>
                <a:gd name="T4" fmla="*/ 0 w 6"/>
                <a:gd name="T5" fmla="*/ 0 h 3"/>
                <a:gd name="T6" fmla="*/ 0 w 6"/>
                <a:gd name="T7" fmla="*/ 2 h 3"/>
                <a:gd name="T8" fmla="*/ 0 w 6"/>
                <a:gd name="T9" fmla="*/ 3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2"/>
                  </a:lnTo>
                  <a:lnTo>
                    <a:pt x="0" y="0"/>
                  </a:lnTo>
                  <a:lnTo>
                    <a:pt x="0" y="2"/>
                  </a:lnTo>
                  <a:lnTo>
                    <a:pt x="0" y="3"/>
                  </a:lnTo>
                </a:path>
              </a:pathLst>
            </a:custGeom>
            <a:noFill/>
            <a:ln w="20638">
              <a:solidFill>
                <a:srgbClr val="000000"/>
              </a:solidFill>
              <a:prstDash val="solid"/>
              <a:round/>
              <a:headEnd/>
              <a:tailEnd/>
            </a:ln>
          </p:spPr>
          <p:txBody>
            <a:bodyPr/>
            <a:lstStyle/>
            <a:p>
              <a:endParaRPr lang="en-US"/>
            </a:p>
          </p:txBody>
        </p:sp>
        <p:sp>
          <p:nvSpPr>
            <p:cNvPr id="19" name="Freeform 16"/>
            <p:cNvSpPr>
              <a:spLocks/>
            </p:cNvSpPr>
            <p:nvPr/>
          </p:nvSpPr>
          <p:spPr bwMode="auto">
            <a:xfrm>
              <a:off x="6213475" y="5789612"/>
              <a:ext cx="125413" cy="63500"/>
            </a:xfrm>
            <a:custGeom>
              <a:avLst/>
              <a:gdLst>
                <a:gd name="T0" fmla="*/ 0 w 79"/>
                <a:gd name="T1" fmla="*/ 40 h 40"/>
                <a:gd name="T2" fmla="*/ 79 w 79"/>
                <a:gd name="T3" fmla="*/ 27 h 40"/>
                <a:gd name="T4" fmla="*/ 0 w 79"/>
                <a:gd name="T5" fmla="*/ 0 h 40"/>
                <a:gd name="T6" fmla="*/ 0 w 79"/>
                <a:gd name="T7" fmla="*/ 27 h 40"/>
                <a:gd name="T8" fmla="*/ 0 w 79"/>
                <a:gd name="T9" fmla="*/ 40 h 40"/>
                <a:gd name="T10" fmla="*/ 0 60000 65536"/>
                <a:gd name="T11" fmla="*/ 0 60000 65536"/>
                <a:gd name="T12" fmla="*/ 0 60000 65536"/>
                <a:gd name="T13" fmla="*/ 0 60000 65536"/>
                <a:gd name="T14" fmla="*/ 0 60000 65536"/>
                <a:gd name="T15" fmla="*/ 0 w 79"/>
                <a:gd name="T16" fmla="*/ 0 h 40"/>
                <a:gd name="T17" fmla="*/ 79 w 79"/>
                <a:gd name="T18" fmla="*/ 40 h 40"/>
              </a:gdLst>
              <a:ahLst/>
              <a:cxnLst>
                <a:cxn ang="T10">
                  <a:pos x="T0" y="T1"/>
                </a:cxn>
                <a:cxn ang="T11">
                  <a:pos x="T2" y="T3"/>
                </a:cxn>
                <a:cxn ang="T12">
                  <a:pos x="T4" y="T5"/>
                </a:cxn>
                <a:cxn ang="T13">
                  <a:pos x="T6" y="T7"/>
                </a:cxn>
                <a:cxn ang="T14">
                  <a:pos x="T8" y="T9"/>
                </a:cxn>
              </a:cxnLst>
              <a:rect l="T15" t="T16" r="T17" b="T18"/>
              <a:pathLst>
                <a:path w="79" h="40">
                  <a:moveTo>
                    <a:pt x="0" y="40"/>
                  </a:moveTo>
                  <a:lnTo>
                    <a:pt x="79" y="27"/>
                  </a:lnTo>
                  <a:lnTo>
                    <a:pt x="0" y="0"/>
                  </a:lnTo>
                  <a:lnTo>
                    <a:pt x="0" y="27"/>
                  </a:lnTo>
                  <a:lnTo>
                    <a:pt x="0" y="40"/>
                  </a:lnTo>
                  <a:close/>
                </a:path>
              </a:pathLst>
            </a:custGeom>
            <a:solidFill>
              <a:srgbClr val="000000"/>
            </a:solidFill>
            <a:ln w="0">
              <a:solidFill>
                <a:srgbClr val="000000"/>
              </a:solidFill>
              <a:prstDash val="solid"/>
              <a:round/>
              <a:headEnd/>
              <a:tailEnd/>
            </a:ln>
          </p:spPr>
          <p:txBody>
            <a:bodyPr/>
            <a:lstStyle/>
            <a:p>
              <a:endParaRPr lang="en-US"/>
            </a:p>
          </p:txBody>
        </p:sp>
        <p:sp>
          <p:nvSpPr>
            <p:cNvPr id="20" name="Line 17"/>
            <p:cNvSpPr>
              <a:spLocks noChangeShapeType="1"/>
            </p:cNvSpPr>
            <p:nvPr/>
          </p:nvSpPr>
          <p:spPr bwMode="auto">
            <a:xfrm flipH="1">
              <a:off x="4686300" y="5832475"/>
              <a:ext cx="1527175" cy="1587"/>
            </a:xfrm>
            <a:prstGeom prst="line">
              <a:avLst/>
            </a:prstGeom>
            <a:noFill/>
            <a:ln w="20638">
              <a:solidFill>
                <a:srgbClr val="000000"/>
              </a:solidFill>
              <a:round/>
              <a:headEnd/>
              <a:tailEnd/>
            </a:ln>
          </p:spPr>
          <p:txBody>
            <a:bodyPr/>
            <a:lstStyle/>
            <a:p>
              <a:endParaRPr lang="en-US"/>
            </a:p>
          </p:txBody>
        </p:sp>
        <p:sp>
          <p:nvSpPr>
            <p:cNvPr id="21" name="Line 18"/>
            <p:cNvSpPr>
              <a:spLocks noChangeShapeType="1"/>
            </p:cNvSpPr>
            <p:nvPr/>
          </p:nvSpPr>
          <p:spPr bwMode="auto">
            <a:xfrm flipV="1">
              <a:off x="5837135" y="3803302"/>
              <a:ext cx="2399" cy="1631008"/>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22" name="Line 19"/>
            <p:cNvSpPr>
              <a:spLocks noChangeShapeType="1"/>
            </p:cNvSpPr>
            <p:nvPr/>
          </p:nvSpPr>
          <p:spPr bwMode="auto">
            <a:xfrm flipV="1">
              <a:off x="2575458" y="3803302"/>
              <a:ext cx="0" cy="1631008"/>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23" name="Line 20"/>
            <p:cNvSpPr>
              <a:spLocks noChangeShapeType="1"/>
            </p:cNvSpPr>
            <p:nvPr/>
          </p:nvSpPr>
          <p:spPr bwMode="auto">
            <a:xfrm flipH="1">
              <a:off x="4497904" y="4179689"/>
              <a:ext cx="669615" cy="2324"/>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24" name="Line 21"/>
            <p:cNvSpPr>
              <a:spLocks noChangeShapeType="1"/>
            </p:cNvSpPr>
            <p:nvPr/>
          </p:nvSpPr>
          <p:spPr bwMode="auto">
            <a:xfrm flipH="1">
              <a:off x="3245075" y="4179689"/>
              <a:ext cx="667216" cy="2324"/>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25" name="Freeform 22"/>
            <p:cNvSpPr>
              <a:spLocks/>
            </p:cNvSpPr>
            <p:nvPr/>
          </p:nvSpPr>
          <p:spPr bwMode="auto">
            <a:xfrm>
              <a:off x="4017893" y="3991496"/>
              <a:ext cx="480011" cy="397296"/>
            </a:xfrm>
            <a:custGeom>
              <a:avLst/>
              <a:gdLst/>
              <a:ahLst/>
              <a:cxnLst>
                <a:cxn ang="0">
                  <a:pos x="23" y="0"/>
                </a:cxn>
                <a:cxn ang="0">
                  <a:pos x="0" y="9"/>
                </a:cxn>
                <a:cxn ang="0">
                  <a:pos x="23" y="19"/>
                </a:cxn>
                <a:cxn ang="0">
                  <a:pos x="23" y="0"/>
                </a:cxn>
              </a:cxnLst>
              <a:rect l="0" t="0" r="r" b="b"/>
              <a:pathLst>
                <a:path w="23" h="19">
                  <a:moveTo>
                    <a:pt x="23" y="0"/>
                  </a:moveTo>
                  <a:lnTo>
                    <a:pt x="0" y="9"/>
                  </a:lnTo>
                  <a:lnTo>
                    <a:pt x="23" y="19"/>
                  </a:lnTo>
                  <a:lnTo>
                    <a:pt x="23" y="0"/>
                  </a:lnTo>
                </a:path>
              </a:pathLst>
            </a:custGeom>
            <a:no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26" name="Line 24"/>
            <p:cNvSpPr>
              <a:spLocks noChangeShapeType="1"/>
            </p:cNvSpPr>
            <p:nvPr/>
          </p:nvSpPr>
          <p:spPr bwMode="auto">
            <a:xfrm flipV="1">
              <a:off x="1990725" y="2255837"/>
              <a:ext cx="1588" cy="3763963"/>
            </a:xfrm>
            <a:prstGeom prst="line">
              <a:avLst/>
            </a:prstGeom>
            <a:noFill/>
            <a:ln w="20638">
              <a:solidFill>
                <a:srgbClr val="000000"/>
              </a:solidFill>
              <a:round/>
              <a:headEnd/>
              <a:tailEnd/>
            </a:ln>
          </p:spPr>
          <p:txBody>
            <a:bodyPr/>
            <a:lstStyle/>
            <a:p>
              <a:endParaRPr lang="en-US"/>
            </a:p>
          </p:txBody>
        </p:sp>
        <p:sp>
          <p:nvSpPr>
            <p:cNvPr id="27" name="Line 25"/>
            <p:cNvSpPr>
              <a:spLocks noChangeShapeType="1"/>
            </p:cNvSpPr>
            <p:nvPr/>
          </p:nvSpPr>
          <p:spPr bwMode="auto">
            <a:xfrm flipV="1">
              <a:off x="6423025" y="2255837"/>
              <a:ext cx="1588" cy="3763963"/>
            </a:xfrm>
            <a:prstGeom prst="line">
              <a:avLst/>
            </a:prstGeom>
            <a:noFill/>
            <a:ln w="20638">
              <a:solidFill>
                <a:srgbClr val="000000"/>
              </a:solidFill>
              <a:round/>
              <a:headEnd/>
              <a:tailEnd/>
            </a:ln>
          </p:spPr>
          <p:txBody>
            <a:bodyPr/>
            <a:lstStyle/>
            <a:p>
              <a:endParaRPr lang="en-US"/>
            </a:p>
          </p:txBody>
        </p:sp>
        <p:sp>
          <p:nvSpPr>
            <p:cNvPr id="28" name="Line 26"/>
            <p:cNvSpPr>
              <a:spLocks noChangeShapeType="1"/>
            </p:cNvSpPr>
            <p:nvPr/>
          </p:nvSpPr>
          <p:spPr bwMode="auto">
            <a:xfrm flipV="1">
              <a:off x="3245075" y="3029620"/>
              <a:ext cx="2399" cy="1150069"/>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29" name="Line 27"/>
            <p:cNvSpPr>
              <a:spLocks noChangeShapeType="1"/>
            </p:cNvSpPr>
            <p:nvPr/>
          </p:nvSpPr>
          <p:spPr bwMode="auto">
            <a:xfrm flipV="1">
              <a:off x="5167519" y="3029620"/>
              <a:ext cx="2401" cy="1150069"/>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30" name="Rectangle 29"/>
            <p:cNvSpPr>
              <a:spLocks noChangeArrowheads="1"/>
            </p:cNvSpPr>
            <p:nvPr/>
          </p:nvSpPr>
          <p:spPr bwMode="auto">
            <a:xfrm>
              <a:off x="2366654" y="3615110"/>
              <a:ext cx="396008" cy="83641"/>
            </a:xfrm>
            <a:prstGeom prst="rect">
              <a:avLst/>
            </a:prstGeom>
            <a:noFill/>
            <a:ln w="20638">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31" name="Line 29"/>
            <p:cNvSpPr>
              <a:spLocks noChangeShapeType="1"/>
            </p:cNvSpPr>
            <p:nvPr/>
          </p:nvSpPr>
          <p:spPr bwMode="auto">
            <a:xfrm flipH="1">
              <a:off x="5647530" y="3803302"/>
              <a:ext cx="376810" cy="2324"/>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32" name="Line 30"/>
            <p:cNvSpPr>
              <a:spLocks noChangeShapeType="1"/>
            </p:cNvSpPr>
            <p:nvPr/>
          </p:nvSpPr>
          <p:spPr bwMode="auto">
            <a:xfrm flipH="1">
              <a:off x="2366654" y="3803302"/>
              <a:ext cx="396008" cy="2324"/>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33" name="Rectangle 31"/>
            <p:cNvSpPr>
              <a:spLocks noChangeArrowheads="1"/>
            </p:cNvSpPr>
            <p:nvPr/>
          </p:nvSpPr>
          <p:spPr bwMode="auto">
            <a:xfrm>
              <a:off x="1812241" y="2005012"/>
              <a:ext cx="314325" cy="271464"/>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b</a:t>
              </a:r>
              <a:endParaRPr lang="en-CA">
                <a:latin typeface="Corbel" pitchFamily="34" charset="0"/>
              </a:endParaRPr>
            </a:p>
          </p:txBody>
        </p:sp>
        <p:sp>
          <p:nvSpPr>
            <p:cNvPr id="34" name="Rectangle 32"/>
            <p:cNvSpPr>
              <a:spLocks noChangeArrowheads="1"/>
            </p:cNvSpPr>
            <p:nvPr/>
          </p:nvSpPr>
          <p:spPr bwMode="auto">
            <a:xfrm>
              <a:off x="5613929" y="3343275"/>
              <a:ext cx="314325" cy="271464"/>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T</a:t>
              </a:r>
              <a:endParaRPr lang="en-CA">
                <a:latin typeface="Corbel" pitchFamily="34" charset="0"/>
              </a:endParaRPr>
            </a:p>
          </p:txBody>
        </p:sp>
        <p:sp>
          <p:nvSpPr>
            <p:cNvPr id="35" name="Rectangle 33"/>
            <p:cNvSpPr>
              <a:spLocks noChangeArrowheads="1"/>
            </p:cNvSpPr>
            <p:nvPr/>
          </p:nvSpPr>
          <p:spPr bwMode="auto">
            <a:xfrm>
              <a:off x="5857875" y="3468687"/>
              <a:ext cx="146050" cy="166689"/>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2</a:t>
              </a:r>
              <a:endParaRPr lang="en-CA">
                <a:latin typeface="Corbel" pitchFamily="34" charset="0"/>
              </a:endParaRPr>
            </a:p>
          </p:txBody>
        </p:sp>
        <p:sp>
          <p:nvSpPr>
            <p:cNvPr id="36" name="Rectangle 34"/>
            <p:cNvSpPr>
              <a:spLocks noChangeArrowheads="1"/>
            </p:cNvSpPr>
            <p:nvPr/>
          </p:nvSpPr>
          <p:spPr bwMode="auto">
            <a:xfrm>
              <a:off x="2388254" y="3363912"/>
              <a:ext cx="314325" cy="271464"/>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T</a:t>
              </a:r>
              <a:endParaRPr lang="en-CA">
                <a:latin typeface="Corbel" pitchFamily="34" charset="0"/>
              </a:endParaRPr>
            </a:p>
          </p:txBody>
        </p:sp>
        <p:sp>
          <p:nvSpPr>
            <p:cNvPr id="37" name="Rectangle 35"/>
            <p:cNvSpPr>
              <a:spLocks noChangeArrowheads="1"/>
            </p:cNvSpPr>
            <p:nvPr/>
          </p:nvSpPr>
          <p:spPr bwMode="auto">
            <a:xfrm>
              <a:off x="2595563" y="3468687"/>
              <a:ext cx="146050" cy="166688"/>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1</a:t>
              </a:r>
              <a:endParaRPr lang="en-CA">
                <a:latin typeface="Corbel" pitchFamily="34" charset="0"/>
              </a:endParaRPr>
            </a:p>
          </p:txBody>
        </p:sp>
        <p:sp>
          <p:nvSpPr>
            <p:cNvPr id="38" name="Freeform 36"/>
            <p:cNvSpPr>
              <a:spLocks/>
            </p:cNvSpPr>
            <p:nvPr/>
          </p:nvSpPr>
          <p:spPr bwMode="auto">
            <a:xfrm>
              <a:off x="4414838" y="2987675"/>
              <a:ext cx="84137" cy="84137"/>
            </a:xfrm>
            <a:custGeom>
              <a:avLst/>
              <a:gdLst>
                <a:gd name="T0" fmla="*/ 27 w 53"/>
                <a:gd name="T1" fmla="*/ 27 h 53"/>
                <a:gd name="T2" fmla="*/ 27 w 53"/>
                <a:gd name="T3" fmla="*/ 0 h 53"/>
                <a:gd name="T4" fmla="*/ 13 w 53"/>
                <a:gd name="T5" fmla="*/ 13 h 53"/>
                <a:gd name="T6" fmla="*/ 0 w 53"/>
                <a:gd name="T7" fmla="*/ 27 h 53"/>
                <a:gd name="T8" fmla="*/ 13 w 53"/>
                <a:gd name="T9" fmla="*/ 40 h 53"/>
                <a:gd name="T10" fmla="*/ 27 w 53"/>
                <a:gd name="T11" fmla="*/ 53 h 53"/>
                <a:gd name="T12" fmla="*/ 40 w 53"/>
                <a:gd name="T13" fmla="*/ 40 h 53"/>
                <a:gd name="T14" fmla="*/ 53 w 53"/>
                <a:gd name="T15" fmla="*/ 27 h 53"/>
                <a:gd name="T16" fmla="*/ 40 w 53"/>
                <a:gd name="T17" fmla="*/ 13 h 53"/>
                <a:gd name="T18" fmla="*/ 27 w 53"/>
                <a:gd name="T19" fmla="*/ 0 h 53"/>
                <a:gd name="T20" fmla="*/ 27 w 53"/>
                <a:gd name="T21" fmla="*/ 27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53"/>
                <a:gd name="T35" fmla="*/ 53 w 53"/>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53">
                  <a:moveTo>
                    <a:pt x="27" y="27"/>
                  </a:moveTo>
                  <a:lnTo>
                    <a:pt x="27" y="0"/>
                  </a:lnTo>
                  <a:lnTo>
                    <a:pt x="13" y="13"/>
                  </a:lnTo>
                  <a:lnTo>
                    <a:pt x="0" y="27"/>
                  </a:lnTo>
                  <a:lnTo>
                    <a:pt x="13" y="40"/>
                  </a:lnTo>
                  <a:lnTo>
                    <a:pt x="27" y="53"/>
                  </a:lnTo>
                  <a:lnTo>
                    <a:pt x="40" y="40"/>
                  </a:lnTo>
                  <a:lnTo>
                    <a:pt x="53" y="27"/>
                  </a:lnTo>
                  <a:lnTo>
                    <a:pt x="40" y="13"/>
                  </a:lnTo>
                  <a:lnTo>
                    <a:pt x="27" y="0"/>
                  </a:lnTo>
                  <a:lnTo>
                    <a:pt x="27" y="27"/>
                  </a:lnTo>
                  <a:close/>
                </a:path>
              </a:pathLst>
            </a:custGeom>
            <a:solidFill>
              <a:srgbClr val="FFFFFF"/>
            </a:solidFill>
            <a:ln w="0">
              <a:solidFill>
                <a:srgbClr val="FFFFFF"/>
              </a:solidFill>
              <a:prstDash val="solid"/>
              <a:round/>
              <a:headEnd/>
              <a:tailEnd/>
            </a:ln>
          </p:spPr>
          <p:txBody>
            <a:bodyPr/>
            <a:lstStyle/>
            <a:p>
              <a:endParaRPr lang="en-US"/>
            </a:p>
          </p:txBody>
        </p:sp>
        <p:sp>
          <p:nvSpPr>
            <p:cNvPr id="39" name="Freeform 38"/>
            <p:cNvSpPr>
              <a:spLocks/>
            </p:cNvSpPr>
            <p:nvPr/>
          </p:nvSpPr>
          <p:spPr bwMode="auto">
            <a:xfrm>
              <a:off x="4413901" y="2987799"/>
              <a:ext cx="84003" cy="83641"/>
            </a:xfrm>
            <a:custGeom>
              <a:avLst/>
              <a:gdLst/>
              <a:ahLst/>
              <a:cxnLst>
                <a:cxn ang="0">
                  <a:pos x="2" y="0"/>
                </a:cxn>
                <a:cxn ang="0">
                  <a:pos x="1" y="1"/>
                </a:cxn>
                <a:cxn ang="0">
                  <a:pos x="0" y="2"/>
                </a:cxn>
                <a:cxn ang="0">
                  <a:pos x="1" y="4"/>
                </a:cxn>
                <a:cxn ang="0">
                  <a:pos x="2" y="4"/>
                </a:cxn>
                <a:cxn ang="0">
                  <a:pos x="4" y="4"/>
                </a:cxn>
                <a:cxn ang="0">
                  <a:pos x="4" y="2"/>
                </a:cxn>
                <a:cxn ang="0">
                  <a:pos x="4" y="1"/>
                </a:cxn>
                <a:cxn ang="0">
                  <a:pos x="2" y="0"/>
                </a:cxn>
              </a:cxnLst>
              <a:rect l="0" t="0" r="r" b="b"/>
              <a:pathLst>
                <a:path w="4" h="4">
                  <a:moveTo>
                    <a:pt x="2" y="0"/>
                  </a:moveTo>
                  <a:lnTo>
                    <a:pt x="1" y="1"/>
                  </a:lnTo>
                  <a:lnTo>
                    <a:pt x="0" y="2"/>
                  </a:lnTo>
                  <a:lnTo>
                    <a:pt x="1" y="4"/>
                  </a:lnTo>
                  <a:lnTo>
                    <a:pt x="2" y="4"/>
                  </a:lnTo>
                  <a:lnTo>
                    <a:pt x="4" y="4"/>
                  </a:lnTo>
                  <a:lnTo>
                    <a:pt x="4" y="2"/>
                  </a:lnTo>
                  <a:lnTo>
                    <a:pt x="4" y="1"/>
                  </a:lnTo>
                  <a:lnTo>
                    <a:pt x="2" y="0"/>
                  </a:lnTo>
                </a:path>
              </a:pathLst>
            </a:custGeom>
            <a:no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40" name="Freeform 38"/>
            <p:cNvSpPr>
              <a:spLocks/>
            </p:cNvSpPr>
            <p:nvPr/>
          </p:nvSpPr>
          <p:spPr bwMode="auto">
            <a:xfrm>
              <a:off x="3913188" y="4138612"/>
              <a:ext cx="84137" cy="82550"/>
            </a:xfrm>
            <a:custGeom>
              <a:avLst/>
              <a:gdLst>
                <a:gd name="T0" fmla="*/ 26 w 53"/>
                <a:gd name="T1" fmla="*/ 26 h 52"/>
                <a:gd name="T2" fmla="*/ 26 w 53"/>
                <a:gd name="T3" fmla="*/ 0 h 52"/>
                <a:gd name="T4" fmla="*/ 13 w 53"/>
                <a:gd name="T5" fmla="*/ 13 h 52"/>
                <a:gd name="T6" fmla="*/ 0 w 53"/>
                <a:gd name="T7" fmla="*/ 26 h 52"/>
                <a:gd name="T8" fmla="*/ 13 w 53"/>
                <a:gd name="T9" fmla="*/ 39 h 52"/>
                <a:gd name="T10" fmla="*/ 26 w 53"/>
                <a:gd name="T11" fmla="*/ 52 h 52"/>
                <a:gd name="T12" fmla="*/ 40 w 53"/>
                <a:gd name="T13" fmla="*/ 39 h 52"/>
                <a:gd name="T14" fmla="*/ 53 w 53"/>
                <a:gd name="T15" fmla="*/ 26 h 52"/>
                <a:gd name="T16" fmla="*/ 40 w 53"/>
                <a:gd name="T17" fmla="*/ 13 h 52"/>
                <a:gd name="T18" fmla="*/ 26 w 53"/>
                <a:gd name="T19" fmla="*/ 0 h 52"/>
                <a:gd name="T20" fmla="*/ 26 w 53"/>
                <a:gd name="T21" fmla="*/ 26 h 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52"/>
                <a:gd name="T35" fmla="*/ 53 w 53"/>
                <a:gd name="T36" fmla="*/ 52 h 5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52">
                  <a:moveTo>
                    <a:pt x="26" y="26"/>
                  </a:moveTo>
                  <a:lnTo>
                    <a:pt x="26" y="0"/>
                  </a:lnTo>
                  <a:lnTo>
                    <a:pt x="13" y="13"/>
                  </a:lnTo>
                  <a:lnTo>
                    <a:pt x="0" y="26"/>
                  </a:lnTo>
                  <a:lnTo>
                    <a:pt x="13" y="39"/>
                  </a:lnTo>
                  <a:lnTo>
                    <a:pt x="26" y="52"/>
                  </a:lnTo>
                  <a:lnTo>
                    <a:pt x="40" y="39"/>
                  </a:lnTo>
                  <a:lnTo>
                    <a:pt x="53" y="26"/>
                  </a:lnTo>
                  <a:lnTo>
                    <a:pt x="40" y="13"/>
                  </a:lnTo>
                  <a:lnTo>
                    <a:pt x="26" y="0"/>
                  </a:lnTo>
                  <a:lnTo>
                    <a:pt x="26" y="26"/>
                  </a:lnTo>
                  <a:close/>
                </a:path>
              </a:pathLst>
            </a:custGeom>
            <a:solidFill>
              <a:srgbClr val="FFFFFF"/>
            </a:solidFill>
            <a:ln w="0">
              <a:solidFill>
                <a:srgbClr val="FFFFFF"/>
              </a:solidFill>
              <a:prstDash val="solid"/>
              <a:round/>
              <a:headEnd/>
              <a:tailEnd/>
            </a:ln>
          </p:spPr>
          <p:txBody>
            <a:bodyPr/>
            <a:lstStyle/>
            <a:p>
              <a:endParaRPr lang="en-US"/>
            </a:p>
          </p:txBody>
        </p:sp>
        <p:sp>
          <p:nvSpPr>
            <p:cNvPr id="41" name="Freeform 40"/>
            <p:cNvSpPr>
              <a:spLocks/>
            </p:cNvSpPr>
            <p:nvPr/>
          </p:nvSpPr>
          <p:spPr bwMode="auto">
            <a:xfrm>
              <a:off x="3912290" y="4137868"/>
              <a:ext cx="84001" cy="83641"/>
            </a:xfrm>
            <a:custGeom>
              <a:avLst/>
              <a:gdLst/>
              <a:ahLst/>
              <a:cxnLst>
                <a:cxn ang="0">
                  <a:pos x="2" y="0"/>
                </a:cxn>
                <a:cxn ang="0">
                  <a:pos x="1" y="1"/>
                </a:cxn>
                <a:cxn ang="0">
                  <a:pos x="0" y="2"/>
                </a:cxn>
                <a:cxn ang="0">
                  <a:pos x="1" y="4"/>
                </a:cxn>
                <a:cxn ang="0">
                  <a:pos x="2" y="4"/>
                </a:cxn>
                <a:cxn ang="0">
                  <a:pos x="4" y="4"/>
                </a:cxn>
                <a:cxn ang="0">
                  <a:pos x="4" y="2"/>
                </a:cxn>
                <a:cxn ang="0">
                  <a:pos x="4" y="1"/>
                </a:cxn>
                <a:cxn ang="0">
                  <a:pos x="2" y="0"/>
                </a:cxn>
              </a:cxnLst>
              <a:rect l="0" t="0" r="r" b="b"/>
              <a:pathLst>
                <a:path w="4" h="4">
                  <a:moveTo>
                    <a:pt x="2" y="0"/>
                  </a:moveTo>
                  <a:lnTo>
                    <a:pt x="1" y="1"/>
                  </a:lnTo>
                  <a:lnTo>
                    <a:pt x="0" y="2"/>
                  </a:lnTo>
                  <a:lnTo>
                    <a:pt x="1" y="4"/>
                  </a:lnTo>
                  <a:lnTo>
                    <a:pt x="2" y="4"/>
                  </a:lnTo>
                  <a:lnTo>
                    <a:pt x="4" y="4"/>
                  </a:lnTo>
                  <a:lnTo>
                    <a:pt x="4" y="2"/>
                  </a:lnTo>
                  <a:lnTo>
                    <a:pt x="4" y="1"/>
                  </a:lnTo>
                  <a:lnTo>
                    <a:pt x="2" y="0"/>
                  </a:lnTo>
                </a:path>
              </a:pathLst>
            </a:custGeom>
            <a:no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42" name="Rectangle 40"/>
            <p:cNvSpPr>
              <a:spLocks noChangeArrowheads="1"/>
            </p:cNvSpPr>
            <p:nvPr/>
          </p:nvSpPr>
          <p:spPr bwMode="auto">
            <a:xfrm>
              <a:off x="6305145" y="2005012"/>
              <a:ext cx="314325" cy="271464"/>
            </a:xfrm>
            <a:prstGeom prst="rect">
              <a:avLst/>
            </a:prstGeom>
            <a:noFill/>
            <a:ln w="9525">
              <a:noFill/>
              <a:miter lim="800000"/>
              <a:headEnd/>
              <a:tailEnd/>
            </a:ln>
          </p:spPr>
          <p:txBody>
            <a:bodyPr wrap="none" lIns="0" tIns="0" rIns="0" bIns="0">
              <a:spAutoFit/>
            </a:bodyPr>
            <a:lstStyle/>
            <a:p>
              <a:r>
                <a:rPr lang="en-CA" sz="1500" i="1">
                  <a:solidFill>
                    <a:srgbClr val="000000"/>
                  </a:solidFill>
                  <a:latin typeface="Nimbus Roman No9 L" charset="0"/>
                </a:rPr>
                <a:t>b</a:t>
              </a:r>
              <a:endParaRPr lang="en-CA">
                <a:latin typeface="Corbel" pitchFamily="34" charset="0"/>
              </a:endParaRPr>
            </a:p>
          </p:txBody>
        </p:sp>
        <p:sp>
          <p:nvSpPr>
            <p:cNvPr id="43" name="Rectangle 41"/>
            <p:cNvSpPr>
              <a:spLocks noChangeArrowheads="1"/>
            </p:cNvSpPr>
            <p:nvPr/>
          </p:nvSpPr>
          <p:spPr bwMode="auto">
            <a:xfrm>
              <a:off x="6535551" y="1893490"/>
              <a:ext cx="146050" cy="271464"/>
            </a:xfrm>
            <a:prstGeom prst="rect">
              <a:avLst/>
            </a:prstGeom>
            <a:noFill/>
            <a:ln w="9525">
              <a:noFill/>
              <a:miter lim="800000"/>
              <a:headEnd/>
              <a:tailEnd/>
            </a:ln>
          </p:spPr>
          <p:txBody>
            <a:bodyPr wrap="none" lIns="0" tIns="0" rIns="0" bIns="0">
              <a:spAutoFit/>
            </a:bodyPr>
            <a:lstStyle/>
            <a:p>
              <a:r>
                <a:rPr lang="en-CA" sz="1500">
                  <a:solidFill>
                    <a:srgbClr val="000000"/>
                  </a:solidFill>
                  <a:latin typeface="Symbol" pitchFamily="18" charset="2"/>
                </a:rPr>
                <a:t>¢</a:t>
              </a:r>
              <a:endParaRPr lang="en-CA">
                <a:latin typeface="Corbel" pitchFamily="34" charset="0"/>
              </a:endParaRPr>
            </a:p>
          </p:txBody>
        </p:sp>
        <p:sp>
          <p:nvSpPr>
            <p:cNvPr id="44" name="Freeform 42"/>
            <p:cNvSpPr>
              <a:spLocks/>
            </p:cNvSpPr>
            <p:nvPr/>
          </p:nvSpPr>
          <p:spPr bwMode="auto">
            <a:xfrm>
              <a:off x="5146675" y="3594100"/>
              <a:ext cx="42863" cy="42862"/>
            </a:xfrm>
            <a:custGeom>
              <a:avLst/>
              <a:gdLst>
                <a:gd name="T0" fmla="*/ 13 w 27"/>
                <a:gd name="T1" fmla="*/ 13 h 27"/>
                <a:gd name="T2" fmla="*/ 13 w 27"/>
                <a:gd name="T3" fmla="*/ 0 h 27"/>
                <a:gd name="T4" fmla="*/ 0 w 27"/>
                <a:gd name="T5" fmla="*/ 0 h 27"/>
                <a:gd name="T6" fmla="*/ 0 w 27"/>
                <a:gd name="T7" fmla="*/ 13 h 27"/>
                <a:gd name="T8" fmla="*/ 0 w 27"/>
                <a:gd name="T9" fmla="*/ 27 h 27"/>
                <a:gd name="T10" fmla="*/ 13 w 27"/>
                <a:gd name="T11" fmla="*/ 27 h 27"/>
                <a:gd name="T12" fmla="*/ 27 w 27"/>
                <a:gd name="T13" fmla="*/ 27 h 27"/>
                <a:gd name="T14" fmla="*/ 27 w 27"/>
                <a:gd name="T15" fmla="*/ 13 h 27"/>
                <a:gd name="T16" fmla="*/ 27 w 27"/>
                <a:gd name="T17" fmla="*/ 0 h 27"/>
                <a:gd name="T18" fmla="*/ 13 w 27"/>
                <a:gd name="T19" fmla="*/ 0 h 27"/>
                <a:gd name="T20" fmla="*/ 13 w 27"/>
                <a:gd name="T21" fmla="*/ 13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27"/>
                <a:gd name="T35" fmla="*/ 27 w 27"/>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27">
                  <a:moveTo>
                    <a:pt x="13" y="13"/>
                  </a:moveTo>
                  <a:lnTo>
                    <a:pt x="13" y="0"/>
                  </a:lnTo>
                  <a:lnTo>
                    <a:pt x="0" y="0"/>
                  </a:lnTo>
                  <a:lnTo>
                    <a:pt x="0" y="13"/>
                  </a:lnTo>
                  <a:lnTo>
                    <a:pt x="0" y="27"/>
                  </a:lnTo>
                  <a:lnTo>
                    <a:pt x="13" y="27"/>
                  </a:lnTo>
                  <a:lnTo>
                    <a:pt x="27" y="27"/>
                  </a:lnTo>
                  <a:lnTo>
                    <a:pt x="27" y="13"/>
                  </a:lnTo>
                  <a:lnTo>
                    <a:pt x="27" y="0"/>
                  </a:lnTo>
                  <a:lnTo>
                    <a:pt x="13" y="0"/>
                  </a:lnTo>
                  <a:lnTo>
                    <a:pt x="13" y="13"/>
                  </a:lnTo>
                  <a:close/>
                </a:path>
              </a:pathLst>
            </a:custGeom>
            <a:solidFill>
              <a:srgbClr val="00FFFF"/>
            </a:solidFill>
            <a:ln w="0">
              <a:solidFill>
                <a:srgbClr val="00FFFF"/>
              </a:solidFill>
              <a:prstDash val="solid"/>
              <a:round/>
              <a:headEnd/>
              <a:tailEnd/>
            </a:ln>
          </p:spPr>
          <p:txBody>
            <a:bodyPr/>
            <a:lstStyle/>
            <a:p>
              <a:endParaRPr lang="en-US"/>
            </a:p>
          </p:txBody>
        </p:sp>
        <p:sp>
          <p:nvSpPr>
            <p:cNvPr id="45" name="Freeform 44"/>
            <p:cNvSpPr>
              <a:spLocks/>
            </p:cNvSpPr>
            <p:nvPr/>
          </p:nvSpPr>
          <p:spPr bwMode="auto">
            <a:xfrm>
              <a:off x="5126719" y="3573289"/>
              <a:ext cx="62401" cy="62730"/>
            </a:xfrm>
            <a:custGeom>
              <a:avLst/>
              <a:gdLst/>
              <a:ahLst/>
              <a:cxnLst>
                <a:cxn ang="0">
                  <a:pos x="2" y="0"/>
                </a:cxn>
                <a:cxn ang="0">
                  <a:pos x="1" y="1"/>
                </a:cxn>
                <a:cxn ang="0">
                  <a:pos x="0" y="2"/>
                </a:cxn>
                <a:cxn ang="0">
                  <a:pos x="1" y="2"/>
                </a:cxn>
                <a:cxn ang="0">
                  <a:pos x="2" y="3"/>
                </a:cxn>
                <a:cxn ang="0">
                  <a:pos x="2" y="2"/>
                </a:cxn>
                <a:cxn ang="0">
                  <a:pos x="3" y="2"/>
                </a:cxn>
                <a:cxn ang="0">
                  <a:pos x="2" y="1"/>
                </a:cxn>
                <a:cxn ang="0">
                  <a:pos x="2" y="0"/>
                </a:cxn>
              </a:cxnLst>
              <a:rect l="0" t="0" r="r" b="b"/>
              <a:pathLst>
                <a:path w="3" h="3">
                  <a:moveTo>
                    <a:pt x="2" y="0"/>
                  </a:moveTo>
                  <a:lnTo>
                    <a:pt x="1" y="1"/>
                  </a:lnTo>
                  <a:lnTo>
                    <a:pt x="0" y="2"/>
                  </a:lnTo>
                  <a:lnTo>
                    <a:pt x="1" y="2"/>
                  </a:lnTo>
                  <a:lnTo>
                    <a:pt x="2" y="3"/>
                  </a:lnTo>
                  <a:lnTo>
                    <a:pt x="2" y="2"/>
                  </a:lnTo>
                  <a:lnTo>
                    <a:pt x="3" y="2"/>
                  </a:lnTo>
                  <a:lnTo>
                    <a:pt x="2" y="1"/>
                  </a:lnTo>
                  <a:lnTo>
                    <a:pt x="2" y="0"/>
                  </a:lnTo>
                </a:path>
              </a:pathLst>
            </a:custGeom>
            <a:solidFill>
              <a:schemeClr val="accent1">
                <a:lumMod val="75000"/>
              </a:schemeClr>
            </a:solid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46" name="Freeform 44"/>
            <p:cNvSpPr>
              <a:spLocks/>
            </p:cNvSpPr>
            <p:nvPr/>
          </p:nvSpPr>
          <p:spPr bwMode="auto">
            <a:xfrm>
              <a:off x="6400800" y="3594100"/>
              <a:ext cx="42863" cy="42862"/>
            </a:xfrm>
            <a:custGeom>
              <a:avLst/>
              <a:gdLst>
                <a:gd name="T0" fmla="*/ 14 w 27"/>
                <a:gd name="T1" fmla="*/ 13 h 27"/>
                <a:gd name="T2" fmla="*/ 14 w 27"/>
                <a:gd name="T3" fmla="*/ 0 h 27"/>
                <a:gd name="T4" fmla="*/ 0 w 27"/>
                <a:gd name="T5" fmla="*/ 0 h 27"/>
                <a:gd name="T6" fmla="*/ 0 w 27"/>
                <a:gd name="T7" fmla="*/ 13 h 27"/>
                <a:gd name="T8" fmla="*/ 0 w 27"/>
                <a:gd name="T9" fmla="*/ 27 h 27"/>
                <a:gd name="T10" fmla="*/ 14 w 27"/>
                <a:gd name="T11" fmla="*/ 27 h 27"/>
                <a:gd name="T12" fmla="*/ 27 w 27"/>
                <a:gd name="T13" fmla="*/ 27 h 27"/>
                <a:gd name="T14" fmla="*/ 27 w 27"/>
                <a:gd name="T15" fmla="*/ 13 h 27"/>
                <a:gd name="T16" fmla="*/ 27 w 27"/>
                <a:gd name="T17" fmla="*/ 0 h 27"/>
                <a:gd name="T18" fmla="*/ 14 w 27"/>
                <a:gd name="T19" fmla="*/ 0 h 27"/>
                <a:gd name="T20" fmla="*/ 14 w 27"/>
                <a:gd name="T21" fmla="*/ 13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27"/>
                <a:gd name="T35" fmla="*/ 27 w 27"/>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27">
                  <a:moveTo>
                    <a:pt x="14" y="13"/>
                  </a:moveTo>
                  <a:lnTo>
                    <a:pt x="14" y="0"/>
                  </a:lnTo>
                  <a:lnTo>
                    <a:pt x="0" y="0"/>
                  </a:lnTo>
                  <a:lnTo>
                    <a:pt x="0" y="13"/>
                  </a:lnTo>
                  <a:lnTo>
                    <a:pt x="0" y="27"/>
                  </a:lnTo>
                  <a:lnTo>
                    <a:pt x="14" y="27"/>
                  </a:lnTo>
                  <a:lnTo>
                    <a:pt x="27" y="27"/>
                  </a:lnTo>
                  <a:lnTo>
                    <a:pt x="27" y="13"/>
                  </a:lnTo>
                  <a:lnTo>
                    <a:pt x="27" y="0"/>
                  </a:lnTo>
                  <a:lnTo>
                    <a:pt x="14" y="0"/>
                  </a:lnTo>
                  <a:lnTo>
                    <a:pt x="14" y="13"/>
                  </a:lnTo>
                  <a:close/>
                </a:path>
              </a:pathLst>
            </a:custGeom>
            <a:solidFill>
              <a:srgbClr val="00FFFF"/>
            </a:solidFill>
            <a:ln w="0">
              <a:solidFill>
                <a:srgbClr val="00FFFF"/>
              </a:solidFill>
              <a:prstDash val="solid"/>
              <a:round/>
              <a:headEnd/>
              <a:tailEnd/>
            </a:ln>
          </p:spPr>
          <p:txBody>
            <a:bodyPr/>
            <a:lstStyle/>
            <a:p>
              <a:endParaRPr lang="en-US"/>
            </a:p>
          </p:txBody>
        </p:sp>
        <p:sp>
          <p:nvSpPr>
            <p:cNvPr id="47" name="Freeform 46"/>
            <p:cNvSpPr>
              <a:spLocks/>
            </p:cNvSpPr>
            <p:nvPr/>
          </p:nvSpPr>
          <p:spPr bwMode="auto">
            <a:xfrm>
              <a:off x="6379548" y="3573289"/>
              <a:ext cx="64801" cy="62730"/>
            </a:xfrm>
            <a:custGeom>
              <a:avLst/>
              <a:gdLst/>
              <a:ahLst/>
              <a:cxnLst>
                <a:cxn ang="0">
                  <a:pos x="2" y="0"/>
                </a:cxn>
                <a:cxn ang="0">
                  <a:pos x="1" y="1"/>
                </a:cxn>
                <a:cxn ang="0">
                  <a:pos x="0" y="2"/>
                </a:cxn>
                <a:cxn ang="0">
                  <a:pos x="1" y="2"/>
                </a:cxn>
                <a:cxn ang="0">
                  <a:pos x="2" y="3"/>
                </a:cxn>
                <a:cxn ang="0">
                  <a:pos x="2" y="2"/>
                </a:cxn>
                <a:cxn ang="0">
                  <a:pos x="3" y="2"/>
                </a:cxn>
                <a:cxn ang="0">
                  <a:pos x="2" y="1"/>
                </a:cxn>
                <a:cxn ang="0">
                  <a:pos x="2" y="0"/>
                </a:cxn>
              </a:cxnLst>
              <a:rect l="0" t="0" r="r" b="b"/>
              <a:pathLst>
                <a:path w="3" h="3">
                  <a:moveTo>
                    <a:pt x="2" y="0"/>
                  </a:moveTo>
                  <a:lnTo>
                    <a:pt x="1" y="1"/>
                  </a:lnTo>
                  <a:lnTo>
                    <a:pt x="0" y="2"/>
                  </a:lnTo>
                  <a:lnTo>
                    <a:pt x="1" y="2"/>
                  </a:lnTo>
                  <a:lnTo>
                    <a:pt x="2" y="3"/>
                  </a:lnTo>
                  <a:lnTo>
                    <a:pt x="2" y="2"/>
                  </a:lnTo>
                  <a:lnTo>
                    <a:pt x="3" y="2"/>
                  </a:lnTo>
                  <a:lnTo>
                    <a:pt x="2" y="1"/>
                  </a:lnTo>
                  <a:lnTo>
                    <a:pt x="2" y="0"/>
                  </a:lnTo>
                </a:path>
              </a:pathLst>
            </a:custGeom>
            <a:solidFill>
              <a:schemeClr val="accent1">
                <a:lumMod val="75000"/>
              </a:schemeClr>
            </a:solid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48" name="Freeform 46"/>
            <p:cNvSpPr>
              <a:spLocks/>
            </p:cNvSpPr>
            <p:nvPr/>
          </p:nvSpPr>
          <p:spPr bwMode="auto">
            <a:xfrm>
              <a:off x="5816600" y="5413375"/>
              <a:ext cx="41275" cy="42862"/>
            </a:xfrm>
            <a:custGeom>
              <a:avLst/>
              <a:gdLst>
                <a:gd name="T0" fmla="*/ 13 w 26"/>
                <a:gd name="T1" fmla="*/ 13 h 27"/>
                <a:gd name="T2" fmla="*/ 13 w 26"/>
                <a:gd name="T3" fmla="*/ 0 h 27"/>
                <a:gd name="T4" fmla="*/ 0 w 26"/>
                <a:gd name="T5" fmla="*/ 0 h 27"/>
                <a:gd name="T6" fmla="*/ 0 w 26"/>
                <a:gd name="T7" fmla="*/ 13 h 27"/>
                <a:gd name="T8" fmla="*/ 0 w 26"/>
                <a:gd name="T9" fmla="*/ 27 h 27"/>
                <a:gd name="T10" fmla="*/ 13 w 26"/>
                <a:gd name="T11" fmla="*/ 27 h 27"/>
                <a:gd name="T12" fmla="*/ 26 w 26"/>
                <a:gd name="T13" fmla="*/ 27 h 27"/>
                <a:gd name="T14" fmla="*/ 26 w 26"/>
                <a:gd name="T15" fmla="*/ 13 h 27"/>
                <a:gd name="T16" fmla="*/ 26 w 26"/>
                <a:gd name="T17" fmla="*/ 0 h 27"/>
                <a:gd name="T18" fmla="*/ 13 w 26"/>
                <a:gd name="T19" fmla="*/ 0 h 27"/>
                <a:gd name="T20" fmla="*/ 13 w 26"/>
                <a:gd name="T21" fmla="*/ 13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27"/>
                <a:gd name="T35" fmla="*/ 26 w 26"/>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27">
                  <a:moveTo>
                    <a:pt x="13" y="13"/>
                  </a:moveTo>
                  <a:lnTo>
                    <a:pt x="13" y="0"/>
                  </a:lnTo>
                  <a:lnTo>
                    <a:pt x="0" y="0"/>
                  </a:lnTo>
                  <a:lnTo>
                    <a:pt x="0" y="13"/>
                  </a:lnTo>
                  <a:lnTo>
                    <a:pt x="0" y="27"/>
                  </a:lnTo>
                  <a:lnTo>
                    <a:pt x="13" y="27"/>
                  </a:lnTo>
                  <a:lnTo>
                    <a:pt x="26" y="27"/>
                  </a:lnTo>
                  <a:lnTo>
                    <a:pt x="26" y="13"/>
                  </a:lnTo>
                  <a:lnTo>
                    <a:pt x="26" y="0"/>
                  </a:lnTo>
                  <a:lnTo>
                    <a:pt x="13" y="0"/>
                  </a:lnTo>
                  <a:lnTo>
                    <a:pt x="13" y="13"/>
                  </a:lnTo>
                  <a:close/>
                </a:path>
              </a:pathLst>
            </a:custGeom>
            <a:solidFill>
              <a:srgbClr val="00FFFF"/>
            </a:solidFill>
            <a:ln w="0">
              <a:solidFill>
                <a:srgbClr val="00FFFF"/>
              </a:solidFill>
              <a:prstDash val="solid"/>
              <a:round/>
              <a:headEnd/>
              <a:tailEnd/>
            </a:ln>
          </p:spPr>
          <p:txBody>
            <a:bodyPr/>
            <a:lstStyle/>
            <a:p>
              <a:endParaRPr lang="en-US"/>
            </a:p>
          </p:txBody>
        </p:sp>
        <p:sp>
          <p:nvSpPr>
            <p:cNvPr id="49" name="Freeform 48"/>
            <p:cNvSpPr>
              <a:spLocks/>
            </p:cNvSpPr>
            <p:nvPr/>
          </p:nvSpPr>
          <p:spPr bwMode="auto">
            <a:xfrm>
              <a:off x="5815534" y="5413400"/>
              <a:ext cx="62401" cy="62730"/>
            </a:xfrm>
            <a:custGeom>
              <a:avLst/>
              <a:gdLst/>
              <a:ahLst/>
              <a:cxnLst>
                <a:cxn ang="0">
                  <a:pos x="2" y="0"/>
                </a:cxn>
                <a:cxn ang="0">
                  <a:pos x="1" y="1"/>
                </a:cxn>
                <a:cxn ang="0">
                  <a:pos x="0" y="2"/>
                </a:cxn>
                <a:cxn ang="0">
                  <a:pos x="1" y="2"/>
                </a:cxn>
                <a:cxn ang="0">
                  <a:pos x="2" y="3"/>
                </a:cxn>
                <a:cxn ang="0">
                  <a:pos x="2" y="2"/>
                </a:cxn>
                <a:cxn ang="0">
                  <a:pos x="3" y="2"/>
                </a:cxn>
                <a:cxn ang="0">
                  <a:pos x="2" y="1"/>
                </a:cxn>
                <a:cxn ang="0">
                  <a:pos x="2" y="0"/>
                </a:cxn>
              </a:cxnLst>
              <a:rect l="0" t="0" r="r" b="b"/>
              <a:pathLst>
                <a:path w="3" h="3">
                  <a:moveTo>
                    <a:pt x="2" y="0"/>
                  </a:moveTo>
                  <a:lnTo>
                    <a:pt x="1" y="1"/>
                  </a:lnTo>
                  <a:lnTo>
                    <a:pt x="0" y="2"/>
                  </a:lnTo>
                  <a:lnTo>
                    <a:pt x="1" y="2"/>
                  </a:lnTo>
                  <a:lnTo>
                    <a:pt x="2" y="3"/>
                  </a:lnTo>
                  <a:lnTo>
                    <a:pt x="2" y="2"/>
                  </a:lnTo>
                  <a:lnTo>
                    <a:pt x="3" y="2"/>
                  </a:lnTo>
                  <a:lnTo>
                    <a:pt x="2" y="1"/>
                  </a:lnTo>
                  <a:lnTo>
                    <a:pt x="2" y="0"/>
                  </a:lnTo>
                </a:path>
              </a:pathLst>
            </a:custGeom>
            <a:solidFill>
              <a:schemeClr val="accent1">
                <a:lumMod val="75000"/>
              </a:schemeClr>
            </a:solid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50" name="Freeform 48"/>
            <p:cNvSpPr>
              <a:spLocks/>
            </p:cNvSpPr>
            <p:nvPr/>
          </p:nvSpPr>
          <p:spPr bwMode="auto">
            <a:xfrm>
              <a:off x="2554288" y="5413375"/>
              <a:ext cx="41275" cy="42862"/>
            </a:xfrm>
            <a:custGeom>
              <a:avLst/>
              <a:gdLst>
                <a:gd name="T0" fmla="*/ 13 w 26"/>
                <a:gd name="T1" fmla="*/ 13 h 27"/>
                <a:gd name="T2" fmla="*/ 13 w 26"/>
                <a:gd name="T3" fmla="*/ 0 h 27"/>
                <a:gd name="T4" fmla="*/ 0 w 26"/>
                <a:gd name="T5" fmla="*/ 0 h 27"/>
                <a:gd name="T6" fmla="*/ 0 w 26"/>
                <a:gd name="T7" fmla="*/ 13 h 27"/>
                <a:gd name="T8" fmla="*/ 0 w 26"/>
                <a:gd name="T9" fmla="*/ 27 h 27"/>
                <a:gd name="T10" fmla="*/ 13 w 26"/>
                <a:gd name="T11" fmla="*/ 27 h 27"/>
                <a:gd name="T12" fmla="*/ 26 w 26"/>
                <a:gd name="T13" fmla="*/ 27 h 27"/>
                <a:gd name="T14" fmla="*/ 26 w 26"/>
                <a:gd name="T15" fmla="*/ 13 h 27"/>
                <a:gd name="T16" fmla="*/ 26 w 26"/>
                <a:gd name="T17" fmla="*/ 0 h 27"/>
                <a:gd name="T18" fmla="*/ 13 w 26"/>
                <a:gd name="T19" fmla="*/ 0 h 27"/>
                <a:gd name="T20" fmla="*/ 13 w 26"/>
                <a:gd name="T21" fmla="*/ 13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27"/>
                <a:gd name="T35" fmla="*/ 26 w 26"/>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27">
                  <a:moveTo>
                    <a:pt x="13" y="13"/>
                  </a:moveTo>
                  <a:lnTo>
                    <a:pt x="13" y="0"/>
                  </a:lnTo>
                  <a:lnTo>
                    <a:pt x="0" y="0"/>
                  </a:lnTo>
                  <a:lnTo>
                    <a:pt x="0" y="13"/>
                  </a:lnTo>
                  <a:lnTo>
                    <a:pt x="0" y="27"/>
                  </a:lnTo>
                  <a:lnTo>
                    <a:pt x="13" y="27"/>
                  </a:lnTo>
                  <a:lnTo>
                    <a:pt x="26" y="27"/>
                  </a:lnTo>
                  <a:lnTo>
                    <a:pt x="26" y="13"/>
                  </a:lnTo>
                  <a:lnTo>
                    <a:pt x="26" y="0"/>
                  </a:lnTo>
                  <a:lnTo>
                    <a:pt x="13" y="0"/>
                  </a:lnTo>
                  <a:lnTo>
                    <a:pt x="13" y="13"/>
                  </a:lnTo>
                  <a:close/>
                </a:path>
              </a:pathLst>
            </a:custGeom>
            <a:solidFill>
              <a:srgbClr val="00FFFF"/>
            </a:solidFill>
            <a:ln w="0">
              <a:solidFill>
                <a:srgbClr val="00FFFF"/>
              </a:solidFill>
              <a:prstDash val="solid"/>
              <a:round/>
              <a:headEnd/>
              <a:tailEnd/>
            </a:ln>
          </p:spPr>
          <p:txBody>
            <a:bodyPr/>
            <a:lstStyle/>
            <a:p>
              <a:endParaRPr lang="en-US"/>
            </a:p>
          </p:txBody>
        </p:sp>
        <p:sp>
          <p:nvSpPr>
            <p:cNvPr id="51" name="Freeform 50"/>
            <p:cNvSpPr>
              <a:spLocks/>
            </p:cNvSpPr>
            <p:nvPr/>
          </p:nvSpPr>
          <p:spPr bwMode="auto">
            <a:xfrm>
              <a:off x="2534658" y="5413400"/>
              <a:ext cx="60001" cy="62730"/>
            </a:xfrm>
            <a:custGeom>
              <a:avLst/>
              <a:gdLst/>
              <a:ahLst/>
              <a:cxnLst>
                <a:cxn ang="0">
                  <a:pos x="2" y="0"/>
                </a:cxn>
                <a:cxn ang="0">
                  <a:pos x="1" y="1"/>
                </a:cxn>
                <a:cxn ang="0">
                  <a:pos x="0" y="2"/>
                </a:cxn>
                <a:cxn ang="0">
                  <a:pos x="1" y="2"/>
                </a:cxn>
                <a:cxn ang="0">
                  <a:pos x="2" y="3"/>
                </a:cxn>
                <a:cxn ang="0">
                  <a:pos x="2" y="2"/>
                </a:cxn>
                <a:cxn ang="0">
                  <a:pos x="3" y="2"/>
                </a:cxn>
                <a:cxn ang="0">
                  <a:pos x="2" y="1"/>
                </a:cxn>
                <a:cxn ang="0">
                  <a:pos x="2" y="0"/>
                </a:cxn>
              </a:cxnLst>
              <a:rect l="0" t="0" r="r" b="b"/>
              <a:pathLst>
                <a:path w="3" h="3">
                  <a:moveTo>
                    <a:pt x="2" y="0"/>
                  </a:moveTo>
                  <a:lnTo>
                    <a:pt x="1" y="1"/>
                  </a:lnTo>
                  <a:lnTo>
                    <a:pt x="0" y="2"/>
                  </a:lnTo>
                  <a:lnTo>
                    <a:pt x="1" y="2"/>
                  </a:lnTo>
                  <a:lnTo>
                    <a:pt x="2" y="3"/>
                  </a:lnTo>
                  <a:lnTo>
                    <a:pt x="2" y="2"/>
                  </a:lnTo>
                  <a:lnTo>
                    <a:pt x="3" y="2"/>
                  </a:lnTo>
                  <a:lnTo>
                    <a:pt x="2" y="1"/>
                  </a:lnTo>
                  <a:lnTo>
                    <a:pt x="2" y="0"/>
                  </a:lnTo>
                </a:path>
              </a:pathLst>
            </a:custGeom>
            <a:solidFill>
              <a:schemeClr val="accent1">
                <a:lumMod val="75000"/>
              </a:schemeClr>
            </a:solid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52" name="Freeform 50"/>
            <p:cNvSpPr>
              <a:spLocks/>
            </p:cNvSpPr>
            <p:nvPr/>
          </p:nvSpPr>
          <p:spPr bwMode="auto">
            <a:xfrm>
              <a:off x="3224213" y="3594100"/>
              <a:ext cx="41275" cy="42862"/>
            </a:xfrm>
            <a:custGeom>
              <a:avLst/>
              <a:gdLst>
                <a:gd name="T0" fmla="*/ 13 w 26"/>
                <a:gd name="T1" fmla="*/ 13 h 27"/>
                <a:gd name="T2" fmla="*/ 13 w 26"/>
                <a:gd name="T3" fmla="*/ 0 h 27"/>
                <a:gd name="T4" fmla="*/ 0 w 26"/>
                <a:gd name="T5" fmla="*/ 0 h 27"/>
                <a:gd name="T6" fmla="*/ 0 w 26"/>
                <a:gd name="T7" fmla="*/ 13 h 27"/>
                <a:gd name="T8" fmla="*/ 0 w 26"/>
                <a:gd name="T9" fmla="*/ 27 h 27"/>
                <a:gd name="T10" fmla="*/ 13 w 26"/>
                <a:gd name="T11" fmla="*/ 27 h 27"/>
                <a:gd name="T12" fmla="*/ 26 w 26"/>
                <a:gd name="T13" fmla="*/ 27 h 27"/>
                <a:gd name="T14" fmla="*/ 26 w 26"/>
                <a:gd name="T15" fmla="*/ 13 h 27"/>
                <a:gd name="T16" fmla="*/ 26 w 26"/>
                <a:gd name="T17" fmla="*/ 0 h 27"/>
                <a:gd name="T18" fmla="*/ 13 w 26"/>
                <a:gd name="T19" fmla="*/ 0 h 27"/>
                <a:gd name="T20" fmla="*/ 13 w 26"/>
                <a:gd name="T21" fmla="*/ 13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
                <a:gd name="T34" fmla="*/ 0 h 27"/>
                <a:gd name="T35" fmla="*/ 26 w 26"/>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 h="27">
                  <a:moveTo>
                    <a:pt x="13" y="13"/>
                  </a:moveTo>
                  <a:lnTo>
                    <a:pt x="13" y="0"/>
                  </a:lnTo>
                  <a:lnTo>
                    <a:pt x="0" y="0"/>
                  </a:lnTo>
                  <a:lnTo>
                    <a:pt x="0" y="13"/>
                  </a:lnTo>
                  <a:lnTo>
                    <a:pt x="0" y="27"/>
                  </a:lnTo>
                  <a:lnTo>
                    <a:pt x="13" y="27"/>
                  </a:lnTo>
                  <a:lnTo>
                    <a:pt x="26" y="27"/>
                  </a:lnTo>
                  <a:lnTo>
                    <a:pt x="26" y="13"/>
                  </a:lnTo>
                  <a:lnTo>
                    <a:pt x="26" y="0"/>
                  </a:lnTo>
                  <a:lnTo>
                    <a:pt x="13" y="0"/>
                  </a:lnTo>
                  <a:lnTo>
                    <a:pt x="13" y="13"/>
                  </a:lnTo>
                  <a:close/>
                </a:path>
              </a:pathLst>
            </a:custGeom>
            <a:solidFill>
              <a:srgbClr val="00FFFF"/>
            </a:solidFill>
            <a:ln w="0">
              <a:solidFill>
                <a:srgbClr val="00FFFF"/>
              </a:solidFill>
              <a:prstDash val="solid"/>
              <a:round/>
              <a:headEnd/>
              <a:tailEnd/>
            </a:ln>
          </p:spPr>
          <p:txBody>
            <a:bodyPr/>
            <a:lstStyle/>
            <a:p>
              <a:endParaRPr lang="en-US"/>
            </a:p>
          </p:txBody>
        </p:sp>
        <p:sp>
          <p:nvSpPr>
            <p:cNvPr id="53" name="Freeform 52"/>
            <p:cNvSpPr>
              <a:spLocks/>
            </p:cNvSpPr>
            <p:nvPr/>
          </p:nvSpPr>
          <p:spPr bwMode="auto">
            <a:xfrm>
              <a:off x="3201874" y="3573289"/>
              <a:ext cx="64801" cy="62730"/>
            </a:xfrm>
            <a:custGeom>
              <a:avLst/>
              <a:gdLst/>
              <a:ahLst/>
              <a:cxnLst>
                <a:cxn ang="0">
                  <a:pos x="2" y="0"/>
                </a:cxn>
                <a:cxn ang="0">
                  <a:pos x="1" y="1"/>
                </a:cxn>
                <a:cxn ang="0">
                  <a:pos x="0" y="2"/>
                </a:cxn>
                <a:cxn ang="0">
                  <a:pos x="1" y="2"/>
                </a:cxn>
                <a:cxn ang="0">
                  <a:pos x="2" y="3"/>
                </a:cxn>
                <a:cxn ang="0">
                  <a:pos x="2" y="2"/>
                </a:cxn>
                <a:cxn ang="0">
                  <a:pos x="3" y="2"/>
                </a:cxn>
                <a:cxn ang="0">
                  <a:pos x="2" y="1"/>
                </a:cxn>
                <a:cxn ang="0">
                  <a:pos x="2" y="0"/>
                </a:cxn>
              </a:cxnLst>
              <a:rect l="0" t="0" r="r" b="b"/>
              <a:pathLst>
                <a:path w="3" h="3">
                  <a:moveTo>
                    <a:pt x="2" y="0"/>
                  </a:moveTo>
                  <a:lnTo>
                    <a:pt x="1" y="1"/>
                  </a:lnTo>
                  <a:lnTo>
                    <a:pt x="0" y="2"/>
                  </a:lnTo>
                  <a:lnTo>
                    <a:pt x="1" y="2"/>
                  </a:lnTo>
                  <a:lnTo>
                    <a:pt x="2" y="3"/>
                  </a:lnTo>
                  <a:lnTo>
                    <a:pt x="2" y="2"/>
                  </a:lnTo>
                  <a:lnTo>
                    <a:pt x="3" y="2"/>
                  </a:lnTo>
                  <a:lnTo>
                    <a:pt x="2" y="1"/>
                  </a:lnTo>
                  <a:lnTo>
                    <a:pt x="2" y="0"/>
                  </a:lnTo>
                </a:path>
              </a:pathLst>
            </a:custGeom>
            <a:solidFill>
              <a:schemeClr val="accent1">
                <a:lumMod val="75000"/>
              </a:schemeClr>
            </a:solid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54" name="Freeform 52"/>
            <p:cNvSpPr>
              <a:spLocks/>
            </p:cNvSpPr>
            <p:nvPr/>
          </p:nvSpPr>
          <p:spPr bwMode="auto">
            <a:xfrm>
              <a:off x="1968500" y="3594100"/>
              <a:ext cx="42863" cy="42862"/>
            </a:xfrm>
            <a:custGeom>
              <a:avLst/>
              <a:gdLst>
                <a:gd name="T0" fmla="*/ 14 w 27"/>
                <a:gd name="T1" fmla="*/ 13 h 27"/>
                <a:gd name="T2" fmla="*/ 14 w 27"/>
                <a:gd name="T3" fmla="*/ 0 h 27"/>
                <a:gd name="T4" fmla="*/ 0 w 27"/>
                <a:gd name="T5" fmla="*/ 0 h 27"/>
                <a:gd name="T6" fmla="*/ 0 w 27"/>
                <a:gd name="T7" fmla="*/ 13 h 27"/>
                <a:gd name="T8" fmla="*/ 0 w 27"/>
                <a:gd name="T9" fmla="*/ 27 h 27"/>
                <a:gd name="T10" fmla="*/ 14 w 27"/>
                <a:gd name="T11" fmla="*/ 27 h 27"/>
                <a:gd name="T12" fmla="*/ 27 w 27"/>
                <a:gd name="T13" fmla="*/ 27 h 27"/>
                <a:gd name="T14" fmla="*/ 27 w 27"/>
                <a:gd name="T15" fmla="*/ 13 h 27"/>
                <a:gd name="T16" fmla="*/ 27 w 27"/>
                <a:gd name="T17" fmla="*/ 0 h 27"/>
                <a:gd name="T18" fmla="*/ 14 w 27"/>
                <a:gd name="T19" fmla="*/ 0 h 27"/>
                <a:gd name="T20" fmla="*/ 14 w 27"/>
                <a:gd name="T21" fmla="*/ 13 h 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7"/>
                <a:gd name="T34" fmla="*/ 0 h 27"/>
                <a:gd name="T35" fmla="*/ 27 w 27"/>
                <a:gd name="T36" fmla="*/ 27 h 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7" h="27">
                  <a:moveTo>
                    <a:pt x="14" y="13"/>
                  </a:moveTo>
                  <a:lnTo>
                    <a:pt x="14" y="0"/>
                  </a:lnTo>
                  <a:lnTo>
                    <a:pt x="0" y="0"/>
                  </a:lnTo>
                  <a:lnTo>
                    <a:pt x="0" y="13"/>
                  </a:lnTo>
                  <a:lnTo>
                    <a:pt x="0" y="27"/>
                  </a:lnTo>
                  <a:lnTo>
                    <a:pt x="14" y="27"/>
                  </a:lnTo>
                  <a:lnTo>
                    <a:pt x="27" y="27"/>
                  </a:lnTo>
                  <a:lnTo>
                    <a:pt x="27" y="13"/>
                  </a:lnTo>
                  <a:lnTo>
                    <a:pt x="27" y="0"/>
                  </a:lnTo>
                  <a:lnTo>
                    <a:pt x="14" y="0"/>
                  </a:lnTo>
                  <a:lnTo>
                    <a:pt x="14" y="13"/>
                  </a:lnTo>
                  <a:close/>
                </a:path>
              </a:pathLst>
            </a:custGeom>
            <a:solidFill>
              <a:srgbClr val="00FFFF"/>
            </a:solidFill>
            <a:ln w="0">
              <a:solidFill>
                <a:srgbClr val="00FFFF"/>
              </a:solidFill>
              <a:prstDash val="solid"/>
              <a:round/>
              <a:headEnd/>
              <a:tailEnd/>
            </a:ln>
          </p:spPr>
          <p:txBody>
            <a:bodyPr/>
            <a:lstStyle/>
            <a:p>
              <a:endParaRPr lang="en-US"/>
            </a:p>
          </p:txBody>
        </p:sp>
        <p:sp>
          <p:nvSpPr>
            <p:cNvPr id="55" name="Freeform 54"/>
            <p:cNvSpPr>
              <a:spLocks/>
            </p:cNvSpPr>
            <p:nvPr/>
          </p:nvSpPr>
          <p:spPr bwMode="auto">
            <a:xfrm>
              <a:off x="1949045" y="3573289"/>
              <a:ext cx="62401" cy="62730"/>
            </a:xfrm>
            <a:custGeom>
              <a:avLst/>
              <a:gdLst/>
              <a:ahLst/>
              <a:cxnLst>
                <a:cxn ang="0">
                  <a:pos x="2" y="0"/>
                </a:cxn>
                <a:cxn ang="0">
                  <a:pos x="1" y="1"/>
                </a:cxn>
                <a:cxn ang="0">
                  <a:pos x="0" y="2"/>
                </a:cxn>
                <a:cxn ang="0">
                  <a:pos x="1" y="2"/>
                </a:cxn>
                <a:cxn ang="0">
                  <a:pos x="2" y="3"/>
                </a:cxn>
                <a:cxn ang="0">
                  <a:pos x="2" y="2"/>
                </a:cxn>
                <a:cxn ang="0">
                  <a:pos x="3" y="2"/>
                </a:cxn>
                <a:cxn ang="0">
                  <a:pos x="2" y="1"/>
                </a:cxn>
                <a:cxn ang="0">
                  <a:pos x="2" y="0"/>
                </a:cxn>
              </a:cxnLst>
              <a:rect l="0" t="0" r="r" b="b"/>
              <a:pathLst>
                <a:path w="3" h="3">
                  <a:moveTo>
                    <a:pt x="2" y="0"/>
                  </a:moveTo>
                  <a:lnTo>
                    <a:pt x="1" y="1"/>
                  </a:lnTo>
                  <a:lnTo>
                    <a:pt x="0" y="2"/>
                  </a:lnTo>
                  <a:lnTo>
                    <a:pt x="1" y="2"/>
                  </a:lnTo>
                  <a:lnTo>
                    <a:pt x="2" y="3"/>
                  </a:lnTo>
                  <a:lnTo>
                    <a:pt x="2" y="2"/>
                  </a:lnTo>
                  <a:lnTo>
                    <a:pt x="3" y="2"/>
                  </a:lnTo>
                  <a:lnTo>
                    <a:pt x="2" y="1"/>
                  </a:lnTo>
                  <a:lnTo>
                    <a:pt x="2" y="0"/>
                  </a:lnTo>
                </a:path>
              </a:pathLst>
            </a:custGeom>
            <a:solidFill>
              <a:schemeClr val="accent1">
                <a:lumMod val="75000"/>
              </a:schemeClr>
            </a:solidFill>
            <a:ln w="20638">
              <a:solidFill>
                <a:schemeClr val="accent1">
                  <a:lumMod val="75000"/>
                </a:schemeClr>
              </a:solidFill>
              <a:prstDash val="solid"/>
              <a:round/>
              <a:headEnd/>
              <a:tailEnd/>
            </a:ln>
          </p:spPr>
          <p:txBody>
            <a:bodyPr/>
            <a:lstStyle/>
            <a:p>
              <a:pPr fontAlgn="auto">
                <a:spcBef>
                  <a:spcPts val="0"/>
                </a:spcBef>
                <a:spcAft>
                  <a:spcPts val="0"/>
                </a:spcAft>
                <a:defRPr/>
              </a:pPr>
              <a:endParaRPr lang="en-US">
                <a:latin typeface="+mn-lt"/>
              </a:endParaRPr>
            </a:p>
          </p:txBody>
        </p:sp>
        <p:sp>
          <p:nvSpPr>
            <p:cNvPr id="56" name="Line 54"/>
            <p:cNvSpPr>
              <a:spLocks noChangeShapeType="1"/>
            </p:cNvSpPr>
            <p:nvPr/>
          </p:nvSpPr>
          <p:spPr bwMode="auto">
            <a:xfrm flipV="1">
              <a:off x="2381250" y="3614737"/>
              <a:ext cx="469900" cy="0"/>
            </a:xfrm>
            <a:prstGeom prst="line">
              <a:avLst/>
            </a:prstGeom>
            <a:noFill/>
            <a:ln w="19050">
              <a:solidFill>
                <a:schemeClr val="bg1"/>
              </a:solidFill>
              <a:round/>
              <a:headEnd/>
              <a:tailEnd/>
            </a:ln>
          </p:spPr>
          <p:txBody>
            <a:bodyPr/>
            <a:lstStyle/>
            <a:p>
              <a:endParaRPr lang="en-US"/>
            </a:p>
          </p:txBody>
        </p:sp>
        <p:sp>
          <p:nvSpPr>
            <p:cNvPr id="57" name="Line 55"/>
            <p:cNvSpPr>
              <a:spLocks noChangeShapeType="1"/>
            </p:cNvSpPr>
            <p:nvPr/>
          </p:nvSpPr>
          <p:spPr bwMode="auto">
            <a:xfrm flipH="1">
              <a:off x="2762663" y="3615110"/>
              <a:ext cx="482412" cy="2323"/>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sp>
          <p:nvSpPr>
            <p:cNvPr id="58" name="Rectangle 57"/>
            <p:cNvSpPr>
              <a:spLocks noChangeArrowheads="1"/>
            </p:cNvSpPr>
            <p:nvPr/>
          </p:nvSpPr>
          <p:spPr bwMode="auto">
            <a:xfrm>
              <a:off x="5647530" y="3615110"/>
              <a:ext cx="376810" cy="83641"/>
            </a:xfrm>
            <a:prstGeom prst="rect">
              <a:avLst/>
            </a:prstGeom>
            <a:noFill/>
            <a:ln w="20638">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59" name="Line 57"/>
            <p:cNvSpPr>
              <a:spLocks noChangeShapeType="1"/>
            </p:cNvSpPr>
            <p:nvPr/>
          </p:nvSpPr>
          <p:spPr bwMode="auto">
            <a:xfrm flipV="1">
              <a:off x="5664200" y="3614737"/>
              <a:ext cx="469900" cy="0"/>
            </a:xfrm>
            <a:prstGeom prst="line">
              <a:avLst/>
            </a:prstGeom>
            <a:noFill/>
            <a:ln w="19050">
              <a:solidFill>
                <a:schemeClr val="bg1"/>
              </a:solidFill>
              <a:round/>
              <a:headEnd/>
              <a:tailEnd/>
            </a:ln>
          </p:spPr>
          <p:txBody>
            <a:bodyPr/>
            <a:lstStyle/>
            <a:p>
              <a:endParaRPr lang="en-US"/>
            </a:p>
          </p:txBody>
        </p:sp>
        <p:sp>
          <p:nvSpPr>
            <p:cNvPr id="60" name="Line 58"/>
            <p:cNvSpPr>
              <a:spLocks noChangeShapeType="1"/>
            </p:cNvSpPr>
            <p:nvPr/>
          </p:nvSpPr>
          <p:spPr bwMode="auto">
            <a:xfrm flipH="1">
              <a:off x="6024340" y="3615110"/>
              <a:ext cx="398409" cy="2323"/>
            </a:xfrm>
            <a:prstGeom prst="line">
              <a:avLst/>
            </a:prstGeom>
            <a:noFill/>
            <a:ln w="20638">
              <a:solidFill>
                <a:schemeClr val="accent1">
                  <a:lumMod val="75000"/>
                </a:schemeClr>
              </a:solidFill>
              <a:round/>
              <a:headEnd/>
              <a:tailEnd/>
            </a:ln>
          </p:spPr>
          <p:txBody>
            <a:bodyPr/>
            <a:lstStyle/>
            <a:p>
              <a:pPr fontAlgn="auto">
                <a:spcBef>
                  <a:spcPts val="0"/>
                </a:spcBef>
                <a:spcAft>
                  <a:spcPts val="0"/>
                </a:spcAft>
                <a:defRPr/>
              </a:pPr>
              <a:endParaRPr lang="en-US">
                <a:latin typeface="+mn-lt"/>
              </a:endParaRPr>
            </a:p>
          </p:txBody>
        </p:sp>
      </p:grpSp>
    </p:spTree>
    <p:extLst>
      <p:ext uri="{BB962C8B-B14F-4D97-AF65-F5344CB8AC3E}">
        <p14:creationId xmlns:p14="http://schemas.microsoft.com/office/powerpoint/2010/main" val="833525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5638800" cy="609600"/>
          </a:xfrm>
        </p:spPr>
        <p:txBody>
          <a:bodyPr>
            <a:normAutofit/>
          </a:bodyPr>
          <a:lstStyle/>
          <a:p>
            <a:r>
              <a:rPr lang="en-US" sz="2800" b="0" dirty="0"/>
              <a:t>DRAMS</a:t>
            </a:r>
          </a:p>
        </p:txBody>
      </p:sp>
      <p:pic>
        <p:nvPicPr>
          <p:cNvPr id="3" name="Picture 2"/>
          <p:cNvPicPr>
            <a:picLocks noChangeAspect="1"/>
          </p:cNvPicPr>
          <p:nvPr/>
        </p:nvPicPr>
        <p:blipFill>
          <a:blip r:embed="rId2"/>
          <a:stretch>
            <a:fillRect/>
          </a:stretch>
        </p:blipFill>
        <p:spPr>
          <a:xfrm>
            <a:off x="28977" y="762000"/>
            <a:ext cx="3456904" cy="3688329"/>
          </a:xfrm>
          <a:prstGeom prst="rect">
            <a:avLst/>
          </a:prstGeom>
        </p:spPr>
      </p:pic>
      <p:sp>
        <p:nvSpPr>
          <p:cNvPr id="4" name="Rectangle 3"/>
          <p:cNvSpPr/>
          <p:nvPr/>
        </p:nvSpPr>
        <p:spPr>
          <a:xfrm>
            <a:off x="3886200" y="1636668"/>
            <a:ext cx="5105400" cy="4524315"/>
          </a:xfrm>
          <a:prstGeom prst="rect">
            <a:avLst/>
          </a:prstGeom>
        </p:spPr>
        <p:txBody>
          <a:bodyPr wrap="square">
            <a:spAutoFit/>
          </a:bodyPr>
          <a:lstStyle/>
          <a:p>
            <a:pPr marL="285750" indent="-285750">
              <a:buFont typeface="Wingdings" panose="05000000000000000000" pitchFamily="2" charset="2"/>
              <a:buChar char="q"/>
            </a:pPr>
            <a:r>
              <a:rPr lang="en-US" sz="2400" dirty="0">
                <a:latin typeface="+mj-lt"/>
              </a:rPr>
              <a:t>The address line is activated when the bit value from this cell is to be read or written</a:t>
            </a:r>
          </a:p>
          <a:p>
            <a:pPr marL="285750" indent="-285750">
              <a:buFont typeface="Wingdings" panose="05000000000000000000" pitchFamily="2" charset="2"/>
              <a:buChar char="q"/>
            </a:pPr>
            <a:r>
              <a:rPr lang="en-US" sz="2400" dirty="0">
                <a:latin typeface="+mj-lt"/>
              </a:rPr>
              <a:t> The transistor acts as a switch</a:t>
            </a:r>
          </a:p>
          <a:p>
            <a:pPr marL="285750" indent="-285750">
              <a:buFont typeface="Wingdings" panose="05000000000000000000" pitchFamily="2" charset="2"/>
              <a:buChar char="q"/>
            </a:pPr>
            <a:r>
              <a:rPr lang="en-US" sz="2400" dirty="0">
                <a:latin typeface="+mj-lt"/>
              </a:rPr>
              <a:t> In a read operation the sense amplifier connected to bit line decides whether the voltage is above some threshold</a:t>
            </a:r>
          </a:p>
          <a:p>
            <a:pPr marL="285750" indent="-285750">
              <a:buFont typeface="Wingdings" panose="05000000000000000000" pitchFamily="2" charset="2"/>
              <a:buChar char="q"/>
            </a:pPr>
            <a:r>
              <a:rPr lang="en-US" sz="2400" dirty="0">
                <a:latin typeface="+mj-lt"/>
              </a:rPr>
              <a:t> Then it drives the bit line to the full voltage representing 1 </a:t>
            </a:r>
          </a:p>
          <a:p>
            <a:pPr marL="285750" indent="-285750">
              <a:buFont typeface="Wingdings" panose="05000000000000000000" pitchFamily="2" charset="2"/>
              <a:buChar char="q"/>
            </a:pPr>
            <a:r>
              <a:rPr lang="en-US" sz="2400" dirty="0">
                <a:latin typeface="+mj-lt"/>
              </a:rPr>
              <a:t> for zero the bit line is grounded thus discharging the capacitor completely</a:t>
            </a:r>
          </a:p>
        </p:txBody>
      </p:sp>
    </p:spTree>
    <p:extLst>
      <p:ext uri="{BB962C8B-B14F-4D97-AF65-F5344CB8AC3E}">
        <p14:creationId xmlns:p14="http://schemas.microsoft.com/office/powerpoint/2010/main" val="297869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6019800" cy="461665"/>
          </a:xfrm>
          <a:prstGeom prst="rect">
            <a:avLst/>
          </a:prstGeom>
          <a:noFill/>
        </p:spPr>
        <p:txBody>
          <a:bodyPr wrap="square" rtlCol="0">
            <a:spAutoFit/>
          </a:bodyPr>
          <a:lstStyle/>
          <a:p>
            <a:r>
              <a:rPr lang="en-US" sz="2400" dirty="0">
                <a:solidFill>
                  <a:schemeClr val="accent1">
                    <a:satMod val="150000"/>
                  </a:schemeClr>
                </a:solidFill>
              </a:rPr>
              <a:t>Asynchronous DRAMs</a:t>
            </a:r>
            <a:endParaRPr lang="en-US" sz="2400" dirty="0"/>
          </a:p>
        </p:txBody>
      </p:sp>
      <p:sp>
        <p:nvSpPr>
          <p:cNvPr id="3" name="Content Placeholder 2"/>
          <p:cNvSpPr>
            <a:spLocks noGrp="1"/>
          </p:cNvSpPr>
          <p:nvPr>
            <p:ph idx="4294967295"/>
          </p:nvPr>
        </p:nvSpPr>
        <p:spPr>
          <a:xfrm>
            <a:off x="457200" y="1600200"/>
            <a:ext cx="8229600" cy="4625975"/>
          </a:xfrm>
          <a:prstGeom prst="rect">
            <a:avLst/>
          </a:prstGeom>
        </p:spPr>
        <p:txBody>
          <a:bodyPr/>
          <a:lstStyle/>
          <a:p>
            <a:r>
              <a:rPr lang="en-US" sz="2000" dirty="0">
                <a:solidFill>
                  <a:schemeClr val="accent2"/>
                </a:solidFill>
              </a:rPr>
              <a:t>Static RAMs (SRAMs):</a:t>
            </a:r>
            <a:endParaRPr lang="en-US" sz="2000" dirty="0"/>
          </a:p>
          <a:p>
            <a:pPr lvl="1"/>
            <a:r>
              <a:rPr lang="en-US" sz="2000" dirty="0"/>
              <a:t>Consist of circuits that are capable of retaining their state as long as the power is applied. </a:t>
            </a:r>
          </a:p>
          <a:p>
            <a:pPr lvl="1"/>
            <a:r>
              <a:rPr lang="en-US" sz="2000" dirty="0"/>
              <a:t>Volatile memories, because their contents are lost when power is interrupted. </a:t>
            </a:r>
          </a:p>
          <a:p>
            <a:pPr lvl="1"/>
            <a:r>
              <a:rPr lang="en-US" sz="2000" dirty="0"/>
              <a:t>Access time of static RAMs are in the range of few nanoseconds.</a:t>
            </a:r>
          </a:p>
          <a:p>
            <a:pPr lvl="1"/>
            <a:r>
              <a:rPr lang="en-US" sz="2000" dirty="0"/>
              <a:t>However, the cost is usually high. </a:t>
            </a:r>
          </a:p>
          <a:p>
            <a:r>
              <a:rPr lang="en-US" sz="2000" dirty="0"/>
              <a:t> </a:t>
            </a:r>
            <a:r>
              <a:rPr lang="en-US" sz="2000" dirty="0">
                <a:solidFill>
                  <a:schemeClr val="accent2"/>
                </a:solidFill>
              </a:rPr>
              <a:t>Dynamic RAMs (DRAMs):</a:t>
            </a:r>
            <a:endParaRPr lang="en-US" sz="2000" dirty="0"/>
          </a:p>
          <a:p>
            <a:pPr lvl="1"/>
            <a:r>
              <a:rPr lang="en-US" sz="2000" dirty="0"/>
              <a:t>Do not retain their state indefinitely. So called dynamic</a:t>
            </a:r>
          </a:p>
          <a:p>
            <a:pPr lvl="1"/>
            <a:r>
              <a:rPr lang="en-US" sz="2000" dirty="0"/>
              <a:t>Contents must be periodically refreshed. </a:t>
            </a:r>
          </a:p>
          <a:p>
            <a:pPr lvl="1"/>
            <a:r>
              <a:rPr lang="en-US" sz="2000" dirty="0"/>
              <a:t>Contents may be refreshed while accessing them for reading. </a:t>
            </a:r>
          </a:p>
          <a:p>
            <a:pPr>
              <a:buFont typeface="Wingdings 2" pitchFamily="18" charset="2"/>
              <a:buNone/>
            </a:pPr>
            <a:endParaRPr lang="en-US" sz="2000" dirty="0"/>
          </a:p>
        </p:txBody>
      </p:sp>
    </p:spTree>
    <p:extLst>
      <p:ext uri="{BB962C8B-B14F-4D97-AF65-F5344CB8AC3E}">
        <p14:creationId xmlns:p14="http://schemas.microsoft.com/office/powerpoint/2010/main" val="2580668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DRAM operation</a:t>
            </a:r>
            <a:endParaRPr lang="en-IN" sz="2400" b="0" dirty="0"/>
          </a:p>
        </p:txBody>
      </p:sp>
      <p:sp>
        <p:nvSpPr>
          <p:cNvPr id="3" name="Rectangle 2"/>
          <p:cNvSpPr/>
          <p:nvPr/>
        </p:nvSpPr>
        <p:spPr>
          <a:xfrm>
            <a:off x="159248" y="990600"/>
            <a:ext cx="8527551" cy="1010533"/>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Consider a dynamic RAM that must be given a refresh cycle 64 times per </a:t>
            </a:r>
            <a:r>
              <a:rPr kumimoji="0" lang="en-US" sz="1800" b="0" i="0" u="none" strike="noStrike" kern="1200" cap="none" spc="0" normalizeH="0" baseline="0" noProof="0" dirty="0" err="1">
                <a:ln>
                  <a:noFill/>
                </a:ln>
                <a:solidFill>
                  <a:srgbClr val="000000"/>
                </a:solidFill>
                <a:effectLst/>
                <a:uLnTx/>
                <a:uFillTx/>
                <a:latin typeface="Arial"/>
                <a:ea typeface="ＭＳ Ｐゴシック"/>
                <a:cs typeface="+mn-cs"/>
              </a:rPr>
              <a:t>ms.</a:t>
            </a: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Each refresh operation requires 150 ns; a memory cycle requires 250 ns. </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What percentage of the memory’s total operating time must be given to refreshes?</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73960" y="2167200"/>
              <a:ext cx="7147080" cy="2734560"/>
            </p14:xfrm>
          </p:contentPart>
        </mc:Choice>
        <mc:Fallback xmlns="">
          <p:pic>
            <p:nvPicPr>
              <p:cNvPr id="4" name="Ink 3"/>
              <p:cNvPicPr/>
              <p:nvPr/>
            </p:nvPicPr>
            <p:blipFill>
              <a:blip r:embed="rId3"/>
              <a:stretch>
                <a:fillRect/>
              </a:stretch>
            </p:blipFill>
            <p:spPr>
              <a:xfrm>
                <a:off x="1165320" y="2161080"/>
                <a:ext cx="7165080" cy="2746080"/>
              </a:xfrm>
              <a:prstGeom prst="rect">
                <a:avLst/>
              </a:prstGeom>
            </p:spPr>
          </p:pic>
        </mc:Fallback>
      </mc:AlternateContent>
    </p:spTree>
    <p:extLst>
      <p:ext uri="{BB962C8B-B14F-4D97-AF65-F5344CB8AC3E}">
        <p14:creationId xmlns:p14="http://schemas.microsoft.com/office/powerpoint/2010/main" val="2948725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238" y="260350"/>
            <a:ext cx="6202362" cy="501650"/>
          </a:xfrm>
        </p:spPr>
        <p:txBody>
          <a:bodyPr/>
          <a:lstStyle/>
          <a:p>
            <a:r>
              <a:rPr lang="en-US" sz="2400" b="0" dirty="0"/>
              <a:t>DRAM timing </a:t>
            </a:r>
            <a:br>
              <a:rPr lang="en-IN" sz="2400" b="0" dirty="0"/>
            </a:br>
            <a:endParaRPr lang="en-IN" sz="2400" dirty="0"/>
          </a:p>
        </p:txBody>
      </p:sp>
      <p:sp>
        <p:nvSpPr>
          <p:cNvPr id="3" name="Rectangle 2"/>
          <p:cNvSpPr/>
          <p:nvPr/>
        </p:nvSpPr>
        <p:spPr>
          <a:xfrm>
            <a:off x="-17418" y="762000"/>
            <a:ext cx="8932817" cy="3831818"/>
          </a:xfrm>
          <a:prstGeom prst="rect">
            <a:avLst/>
          </a:prstGeom>
        </p:spPr>
        <p:txBody>
          <a:bodyPr wrap="square">
            <a:spAutoFit/>
          </a:bodyPr>
          <a:lstStyle/>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Figure  shows a simplified timing diagram for a DRAM read operation over a bus. The access time is considered to last from t1 to t2. Then there is a recharge time, lasting from t2 to t3, during which the DRAM chips will have to recharge before the processor can access them again. </a:t>
            </a:r>
          </a:p>
          <a:p>
            <a:pPr marL="342900" marR="0" lvl="0" indent="-342900" algn="l" defTabSz="914012" rtl="0" eaLnBrk="1" fontAlgn="auto" latinLnBrk="0" hangingPunct="1">
              <a:lnSpc>
                <a:spcPct val="15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Assume that the access time is 60 ns and the recharge time is 40 ns. What is the memory cycle time? What is the maximum data rate this DRAM can sustain, assuming a 1-bit output?</a:t>
            </a:r>
          </a:p>
          <a:p>
            <a:pPr marL="342900" marR="0" lvl="0" indent="-342900" algn="l" defTabSz="914012" rtl="0" eaLnBrk="1" fontAlgn="auto" latinLnBrk="0" hangingPunct="1">
              <a:lnSpc>
                <a:spcPct val="150000"/>
              </a:lnSpc>
              <a:spcBef>
                <a:spcPts val="0"/>
              </a:spcBef>
              <a:spcAft>
                <a:spcPts val="0"/>
              </a:spcAft>
              <a:buClrTx/>
              <a:buSzTx/>
              <a:buFontTx/>
              <a:buAutoNum type="alphaLcPeriod"/>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 b. Constructing a 32-bit wide memory system using these chips yields what data transfer rate?</a:t>
            </a:r>
            <a:endParaRPr kumimoji="0" lang="en-IN" sz="1800" b="0" i="0" u="none" strike="noStrike" kern="1200" cap="none" spc="0" normalizeH="0" baseline="0" noProof="0" dirty="0">
              <a:ln>
                <a:noFill/>
              </a:ln>
              <a:solidFill>
                <a:srgbClr val="000000"/>
              </a:solidFill>
              <a:effectLst/>
              <a:uLnTx/>
              <a:uFillTx/>
              <a:latin typeface="Arial"/>
              <a:ea typeface="ＭＳ Ｐゴシック"/>
              <a:cs typeface="+mn-cs"/>
            </a:endParaRPr>
          </a:p>
        </p:txBody>
      </p:sp>
    </p:spTree>
    <p:extLst>
      <p:ext uri="{BB962C8B-B14F-4D97-AF65-F5344CB8AC3E}">
        <p14:creationId xmlns:p14="http://schemas.microsoft.com/office/powerpoint/2010/main" val="1532489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238" y="260350"/>
            <a:ext cx="6202362" cy="501650"/>
          </a:xfrm>
        </p:spPr>
        <p:txBody>
          <a:bodyPr/>
          <a:lstStyle/>
          <a:p>
            <a:r>
              <a:rPr lang="en-US" sz="2400" b="0" dirty="0"/>
              <a:t>DRAM timing </a:t>
            </a:r>
            <a:br>
              <a:rPr lang="en-IN" sz="2400" b="0" dirty="0"/>
            </a:br>
            <a:endParaRPr lang="en-IN" sz="2400" dirty="0"/>
          </a:p>
        </p:txBody>
      </p:sp>
      <p:pic>
        <p:nvPicPr>
          <p:cNvPr id="4" name="Picture 3"/>
          <p:cNvPicPr>
            <a:picLocks noChangeAspect="1"/>
          </p:cNvPicPr>
          <p:nvPr/>
        </p:nvPicPr>
        <p:blipFill>
          <a:blip r:embed="rId2"/>
          <a:stretch>
            <a:fillRect/>
          </a:stretch>
        </p:blipFill>
        <p:spPr>
          <a:xfrm>
            <a:off x="381000" y="990599"/>
            <a:ext cx="6553200" cy="3088517"/>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568800" y="4308840"/>
              <a:ext cx="7931880" cy="1870920"/>
            </p14:xfrm>
          </p:contentPart>
        </mc:Choice>
        <mc:Fallback xmlns="">
          <p:pic>
            <p:nvPicPr>
              <p:cNvPr id="5" name="Ink 4"/>
              <p:cNvPicPr/>
              <p:nvPr/>
            </p:nvPicPr>
            <p:blipFill>
              <a:blip r:embed="rId4"/>
              <a:stretch>
                <a:fillRect/>
              </a:stretch>
            </p:blipFill>
            <p:spPr>
              <a:xfrm>
                <a:off x="559080" y="4299840"/>
                <a:ext cx="7952040" cy="189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8576725B-3BCC-4590-BAA8-DDAAF91B1905}"/>
                  </a:ext>
                </a:extLst>
              </p14:cNvPr>
              <p14:cNvContentPartPr/>
              <p14:nvPr/>
            </p14:nvContentPartPr>
            <p14:xfrm>
              <a:off x="2648880" y="3348720"/>
              <a:ext cx="3729240" cy="2814480"/>
            </p14:xfrm>
          </p:contentPart>
        </mc:Choice>
        <mc:Fallback xmlns="">
          <p:pic>
            <p:nvPicPr>
              <p:cNvPr id="6" name="Ink 5">
                <a:extLst>
                  <a:ext uri="{FF2B5EF4-FFF2-40B4-BE49-F238E27FC236}">
                    <a16:creationId xmlns:a16="http://schemas.microsoft.com/office/drawing/2014/main" id="{8576725B-3BCC-4590-BAA8-DDAAF91B1905}"/>
                  </a:ext>
                </a:extLst>
              </p:cNvPr>
              <p:cNvPicPr/>
              <p:nvPr/>
            </p:nvPicPr>
            <p:blipFill>
              <a:blip r:embed="rId6"/>
              <a:stretch>
                <a:fillRect/>
              </a:stretch>
            </p:blipFill>
            <p:spPr>
              <a:xfrm>
                <a:off x="2639520" y="3339360"/>
                <a:ext cx="3747960" cy="2833200"/>
              </a:xfrm>
              <a:prstGeom prst="rect">
                <a:avLst/>
              </a:prstGeom>
            </p:spPr>
          </p:pic>
        </mc:Fallback>
      </mc:AlternateContent>
    </p:spTree>
    <p:extLst>
      <p:ext uri="{BB962C8B-B14F-4D97-AF65-F5344CB8AC3E}">
        <p14:creationId xmlns:p14="http://schemas.microsoft.com/office/powerpoint/2010/main" val="4010763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6019800" cy="1200329"/>
          </a:xfrm>
          <a:prstGeom prst="rect">
            <a:avLst/>
          </a:prstGeom>
          <a:noFill/>
        </p:spPr>
        <p:txBody>
          <a:bodyPr wrap="square" rtlCol="0">
            <a:spAutoFit/>
          </a:bodyPr>
          <a:lstStyle/>
          <a:p>
            <a:r>
              <a:rPr lang="en-US" sz="2400" dirty="0">
                <a:solidFill>
                  <a:schemeClr val="accent1">
                    <a:satMod val="150000"/>
                  </a:schemeClr>
                </a:solidFill>
              </a:rPr>
              <a:t>Internal organization of  2M X 8 dynamic memory chip </a:t>
            </a:r>
          </a:p>
          <a:p>
            <a:r>
              <a:rPr lang="en-US" sz="2400" dirty="0">
                <a:solidFill>
                  <a:schemeClr val="accent1">
                    <a:satMod val="150000"/>
                  </a:schemeClr>
                </a:solidFill>
              </a:rPr>
              <a:t>Arranged in 4k X 4k </a:t>
            </a:r>
            <a:endParaRPr lang="en-US" sz="2400" dirty="0"/>
          </a:p>
        </p:txBody>
      </p:sp>
      <p:sp>
        <p:nvSpPr>
          <p:cNvPr id="4" name="Content Placeholder 2"/>
          <p:cNvSpPr>
            <a:spLocks noGrp="1"/>
          </p:cNvSpPr>
          <p:nvPr>
            <p:ph idx="4294967295"/>
          </p:nvPr>
        </p:nvSpPr>
        <p:spPr>
          <a:xfrm>
            <a:off x="5638800" y="1524000"/>
            <a:ext cx="3505200" cy="4625975"/>
          </a:xfrm>
          <a:prstGeom prst="rect">
            <a:avLst/>
          </a:prstGeom>
        </p:spPr>
        <p:txBody>
          <a:bodyPr>
            <a:normAutofit lnSpcReduction="10000"/>
          </a:bodyPr>
          <a:lstStyle/>
          <a:p>
            <a:r>
              <a:rPr lang="en-US" sz="1800" b="1" i="1" dirty="0"/>
              <a:t>Each row can store 512 bytes. 12 bits to select a row, and 9 bits to select a group in a row. Total of 21 bits. </a:t>
            </a:r>
          </a:p>
          <a:p>
            <a:pPr>
              <a:buFontTx/>
              <a:buChar char="•"/>
            </a:pPr>
            <a:r>
              <a:rPr lang="en-US" sz="1800" b="1" i="1" dirty="0"/>
              <a:t>First apply the row address, RAS signal latches the row address. Then apply the column address, CAS signal latches the address.</a:t>
            </a:r>
          </a:p>
          <a:p>
            <a:pPr>
              <a:buFontTx/>
              <a:buChar char="•"/>
            </a:pPr>
            <a:r>
              <a:rPr lang="en-US" sz="1800" b="1" i="1" dirty="0"/>
              <a:t>Timing of the memory unit is  controlled by a specialized unit which generates RAS and CAS.</a:t>
            </a:r>
          </a:p>
          <a:p>
            <a:pPr>
              <a:buFontTx/>
              <a:buChar char="•"/>
            </a:pPr>
            <a:r>
              <a:rPr lang="en-US" sz="1800" b="1" i="1" dirty="0"/>
              <a:t>This is asynchronous DRAM</a:t>
            </a:r>
            <a:endParaRPr lang="en-US" sz="1800" b="1" dirty="0"/>
          </a:p>
        </p:txBody>
      </p:sp>
      <p:grpSp>
        <p:nvGrpSpPr>
          <p:cNvPr id="5" name="Group 116"/>
          <p:cNvGrpSpPr>
            <a:grpSpLocks/>
          </p:cNvGrpSpPr>
          <p:nvPr/>
        </p:nvGrpSpPr>
        <p:grpSpPr bwMode="auto">
          <a:xfrm>
            <a:off x="228600" y="1905000"/>
            <a:ext cx="5867400" cy="4191000"/>
            <a:chOff x="228600" y="1905000"/>
            <a:chExt cx="5867400" cy="4191000"/>
          </a:xfrm>
        </p:grpSpPr>
        <p:grpSp>
          <p:nvGrpSpPr>
            <p:cNvPr id="6" name="Group 109"/>
            <p:cNvGrpSpPr>
              <a:grpSpLocks/>
            </p:cNvGrpSpPr>
            <p:nvPr/>
          </p:nvGrpSpPr>
          <p:grpSpPr bwMode="auto">
            <a:xfrm>
              <a:off x="228600" y="1905000"/>
              <a:ext cx="5867400" cy="4191000"/>
              <a:chOff x="228600" y="1676400"/>
              <a:chExt cx="6511925" cy="4419600"/>
            </a:xfrm>
          </p:grpSpPr>
          <p:sp>
            <p:nvSpPr>
              <p:cNvPr id="9" name="Line 2"/>
              <p:cNvSpPr>
                <a:spLocks noChangeShapeType="1"/>
              </p:cNvSpPr>
              <p:nvPr/>
            </p:nvSpPr>
            <p:spPr bwMode="auto">
              <a:xfrm flipH="1">
                <a:off x="4286250" y="2444750"/>
                <a:ext cx="425450" cy="1588"/>
              </a:xfrm>
              <a:prstGeom prst="line">
                <a:avLst/>
              </a:prstGeom>
              <a:noFill/>
              <a:ln w="19050">
                <a:solidFill>
                  <a:srgbClr val="000000"/>
                </a:solidFill>
                <a:round/>
                <a:headEnd/>
                <a:tailEnd/>
              </a:ln>
            </p:spPr>
            <p:txBody>
              <a:bodyPr/>
              <a:lstStyle/>
              <a:p>
                <a:endParaRPr lang="en-US"/>
              </a:p>
            </p:txBody>
          </p:sp>
          <p:sp>
            <p:nvSpPr>
              <p:cNvPr id="10" name="Line 3"/>
              <p:cNvSpPr>
                <a:spLocks noChangeShapeType="1"/>
              </p:cNvSpPr>
              <p:nvPr/>
            </p:nvSpPr>
            <p:spPr bwMode="auto">
              <a:xfrm flipH="1">
                <a:off x="4286250" y="2333625"/>
                <a:ext cx="425450" cy="1588"/>
              </a:xfrm>
              <a:prstGeom prst="line">
                <a:avLst/>
              </a:prstGeom>
              <a:noFill/>
              <a:ln w="19050">
                <a:solidFill>
                  <a:srgbClr val="000000"/>
                </a:solidFill>
                <a:round/>
                <a:headEnd/>
                <a:tailEnd/>
              </a:ln>
            </p:spPr>
            <p:txBody>
              <a:bodyPr/>
              <a:lstStyle/>
              <a:p>
                <a:endParaRPr lang="en-US"/>
              </a:p>
            </p:txBody>
          </p:sp>
          <p:sp>
            <p:nvSpPr>
              <p:cNvPr id="11" name="Line 4"/>
              <p:cNvSpPr>
                <a:spLocks noChangeShapeType="1"/>
              </p:cNvSpPr>
              <p:nvPr/>
            </p:nvSpPr>
            <p:spPr bwMode="auto">
              <a:xfrm flipH="1">
                <a:off x="4286250" y="2960688"/>
                <a:ext cx="425450" cy="1587"/>
              </a:xfrm>
              <a:prstGeom prst="line">
                <a:avLst/>
              </a:prstGeom>
              <a:noFill/>
              <a:ln w="19050">
                <a:solidFill>
                  <a:srgbClr val="000000"/>
                </a:solidFill>
                <a:round/>
                <a:headEnd/>
                <a:tailEnd/>
              </a:ln>
            </p:spPr>
            <p:txBody>
              <a:bodyPr/>
              <a:lstStyle/>
              <a:p>
                <a:endParaRPr lang="en-US"/>
              </a:p>
            </p:txBody>
          </p:sp>
          <p:sp>
            <p:nvSpPr>
              <p:cNvPr id="12" name="Line 5"/>
              <p:cNvSpPr>
                <a:spLocks noChangeShapeType="1"/>
              </p:cNvSpPr>
              <p:nvPr/>
            </p:nvSpPr>
            <p:spPr bwMode="auto">
              <a:xfrm flipV="1">
                <a:off x="5670550" y="3294063"/>
                <a:ext cx="1588" cy="423862"/>
              </a:xfrm>
              <a:prstGeom prst="line">
                <a:avLst/>
              </a:prstGeom>
              <a:noFill/>
              <a:ln w="19050">
                <a:solidFill>
                  <a:srgbClr val="000000"/>
                </a:solidFill>
                <a:round/>
                <a:headEnd/>
                <a:tailEnd/>
              </a:ln>
            </p:spPr>
            <p:txBody>
              <a:bodyPr/>
              <a:lstStyle/>
              <a:p>
                <a:endParaRPr lang="en-US"/>
              </a:p>
            </p:txBody>
          </p:sp>
          <p:sp>
            <p:nvSpPr>
              <p:cNvPr id="13" name="Line 6"/>
              <p:cNvSpPr>
                <a:spLocks noChangeShapeType="1"/>
              </p:cNvSpPr>
              <p:nvPr/>
            </p:nvSpPr>
            <p:spPr bwMode="auto">
              <a:xfrm flipV="1">
                <a:off x="5135563" y="3294063"/>
                <a:ext cx="1587" cy="423862"/>
              </a:xfrm>
              <a:prstGeom prst="line">
                <a:avLst/>
              </a:prstGeom>
              <a:noFill/>
              <a:ln w="19050">
                <a:solidFill>
                  <a:srgbClr val="000000"/>
                </a:solidFill>
                <a:round/>
                <a:headEnd/>
                <a:tailEnd/>
              </a:ln>
            </p:spPr>
            <p:txBody>
              <a:bodyPr/>
              <a:lstStyle/>
              <a:p>
                <a:endParaRPr lang="en-US"/>
              </a:p>
            </p:txBody>
          </p:sp>
          <p:sp>
            <p:nvSpPr>
              <p:cNvPr id="14" name="Rectangle 7"/>
              <p:cNvSpPr>
                <a:spLocks noChangeArrowheads="1"/>
              </p:cNvSpPr>
              <p:nvPr/>
            </p:nvSpPr>
            <p:spPr bwMode="auto">
              <a:xfrm>
                <a:off x="5080000" y="4841875"/>
                <a:ext cx="774700"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Column</a:t>
                </a:r>
                <a:endParaRPr lang="en-CA">
                  <a:latin typeface="Corbel" pitchFamily="34" charset="0"/>
                </a:endParaRPr>
              </a:p>
            </p:txBody>
          </p:sp>
          <p:sp>
            <p:nvSpPr>
              <p:cNvPr id="15" name="Freeform 8"/>
              <p:cNvSpPr>
                <a:spLocks/>
              </p:cNvSpPr>
              <p:nvPr/>
            </p:nvSpPr>
            <p:spPr bwMode="auto">
              <a:xfrm>
                <a:off x="5651500" y="5340350"/>
                <a:ext cx="36513" cy="74613"/>
              </a:xfrm>
              <a:custGeom>
                <a:avLst/>
                <a:gdLst>
                  <a:gd name="T0" fmla="*/ 2 w 2"/>
                  <a:gd name="T1" fmla="*/ 4 h 4"/>
                  <a:gd name="T2" fmla="*/ 1 w 2"/>
                  <a:gd name="T3" fmla="*/ 0 h 4"/>
                  <a:gd name="T4" fmla="*/ 0 w 2"/>
                  <a:gd name="T5" fmla="*/ 4 h 4"/>
                  <a:gd name="T6" fmla="*/ 1 w 2"/>
                  <a:gd name="T7" fmla="*/ 4 h 4"/>
                  <a:gd name="T8" fmla="*/ 2 w 2"/>
                  <a:gd name="T9" fmla="*/ 4 h 4"/>
                  <a:gd name="T10" fmla="*/ 0 60000 65536"/>
                  <a:gd name="T11" fmla="*/ 0 60000 65536"/>
                  <a:gd name="T12" fmla="*/ 0 60000 65536"/>
                  <a:gd name="T13" fmla="*/ 0 60000 65536"/>
                  <a:gd name="T14" fmla="*/ 0 60000 65536"/>
                  <a:gd name="T15" fmla="*/ 0 w 2"/>
                  <a:gd name="T16" fmla="*/ 0 h 4"/>
                  <a:gd name="T17" fmla="*/ 2 w 2"/>
                  <a:gd name="T18" fmla="*/ 4 h 4"/>
                </a:gdLst>
                <a:ahLst/>
                <a:cxnLst>
                  <a:cxn ang="T10">
                    <a:pos x="T0" y="T1"/>
                  </a:cxn>
                  <a:cxn ang="T11">
                    <a:pos x="T2" y="T3"/>
                  </a:cxn>
                  <a:cxn ang="T12">
                    <a:pos x="T4" y="T5"/>
                  </a:cxn>
                  <a:cxn ang="T13">
                    <a:pos x="T6" y="T7"/>
                  </a:cxn>
                  <a:cxn ang="T14">
                    <a:pos x="T8" y="T9"/>
                  </a:cxn>
                </a:cxnLst>
                <a:rect l="T15" t="T16" r="T17" b="T18"/>
                <a:pathLst>
                  <a:path w="2" h="4">
                    <a:moveTo>
                      <a:pt x="2" y="4"/>
                    </a:moveTo>
                    <a:lnTo>
                      <a:pt x="1" y="0"/>
                    </a:lnTo>
                    <a:lnTo>
                      <a:pt x="0" y="4"/>
                    </a:lnTo>
                    <a:lnTo>
                      <a:pt x="1" y="4"/>
                    </a:lnTo>
                    <a:lnTo>
                      <a:pt x="2" y="4"/>
                    </a:lnTo>
                  </a:path>
                </a:pathLst>
              </a:custGeom>
              <a:noFill/>
              <a:ln w="19050">
                <a:solidFill>
                  <a:srgbClr val="000000"/>
                </a:solidFill>
                <a:prstDash val="solid"/>
                <a:round/>
                <a:headEnd/>
                <a:tailEnd/>
              </a:ln>
            </p:spPr>
            <p:txBody>
              <a:bodyPr/>
              <a:lstStyle/>
              <a:p>
                <a:endParaRPr lang="en-US"/>
              </a:p>
            </p:txBody>
          </p:sp>
          <p:sp>
            <p:nvSpPr>
              <p:cNvPr id="16" name="Freeform 9"/>
              <p:cNvSpPr>
                <a:spLocks/>
              </p:cNvSpPr>
              <p:nvPr/>
            </p:nvSpPr>
            <p:spPr bwMode="auto">
              <a:xfrm>
                <a:off x="5651500" y="5340350"/>
                <a:ext cx="36513" cy="74613"/>
              </a:xfrm>
              <a:custGeom>
                <a:avLst/>
                <a:gdLst>
                  <a:gd name="T0" fmla="*/ 23 w 23"/>
                  <a:gd name="T1" fmla="*/ 47 h 47"/>
                  <a:gd name="T2" fmla="*/ 12 w 23"/>
                  <a:gd name="T3" fmla="*/ 0 h 47"/>
                  <a:gd name="T4" fmla="*/ 0 w 23"/>
                  <a:gd name="T5" fmla="*/ 47 h 47"/>
                  <a:gd name="T6" fmla="*/ 12 w 23"/>
                  <a:gd name="T7" fmla="*/ 47 h 47"/>
                  <a:gd name="T8" fmla="*/ 23 w 23"/>
                  <a:gd name="T9" fmla="*/ 47 h 47"/>
                  <a:gd name="T10" fmla="*/ 0 60000 65536"/>
                  <a:gd name="T11" fmla="*/ 0 60000 65536"/>
                  <a:gd name="T12" fmla="*/ 0 60000 65536"/>
                  <a:gd name="T13" fmla="*/ 0 60000 65536"/>
                  <a:gd name="T14" fmla="*/ 0 60000 65536"/>
                  <a:gd name="T15" fmla="*/ 0 w 23"/>
                  <a:gd name="T16" fmla="*/ 0 h 47"/>
                  <a:gd name="T17" fmla="*/ 23 w 23"/>
                  <a:gd name="T18" fmla="*/ 47 h 47"/>
                </a:gdLst>
                <a:ahLst/>
                <a:cxnLst>
                  <a:cxn ang="T10">
                    <a:pos x="T0" y="T1"/>
                  </a:cxn>
                  <a:cxn ang="T11">
                    <a:pos x="T2" y="T3"/>
                  </a:cxn>
                  <a:cxn ang="T12">
                    <a:pos x="T4" y="T5"/>
                  </a:cxn>
                  <a:cxn ang="T13">
                    <a:pos x="T6" y="T7"/>
                  </a:cxn>
                  <a:cxn ang="T14">
                    <a:pos x="T8" y="T9"/>
                  </a:cxn>
                </a:cxnLst>
                <a:rect l="T15" t="T16" r="T17" b="T18"/>
                <a:pathLst>
                  <a:path w="23" h="47">
                    <a:moveTo>
                      <a:pt x="23" y="47"/>
                    </a:moveTo>
                    <a:lnTo>
                      <a:pt x="12" y="0"/>
                    </a:lnTo>
                    <a:lnTo>
                      <a:pt x="0" y="47"/>
                    </a:lnTo>
                    <a:lnTo>
                      <a:pt x="12" y="47"/>
                    </a:lnTo>
                    <a:lnTo>
                      <a:pt x="23" y="47"/>
                    </a:lnTo>
                    <a:close/>
                  </a:path>
                </a:pathLst>
              </a:custGeom>
              <a:solidFill>
                <a:srgbClr val="000000"/>
              </a:solidFill>
              <a:ln w="0">
                <a:solidFill>
                  <a:srgbClr val="000000"/>
                </a:solidFill>
                <a:prstDash val="solid"/>
                <a:round/>
                <a:headEnd/>
                <a:tailEnd/>
              </a:ln>
            </p:spPr>
            <p:txBody>
              <a:bodyPr/>
              <a:lstStyle/>
              <a:p>
                <a:endParaRPr lang="en-US"/>
              </a:p>
            </p:txBody>
          </p:sp>
          <p:sp>
            <p:nvSpPr>
              <p:cNvPr id="17" name="Freeform 10"/>
              <p:cNvSpPr>
                <a:spLocks/>
              </p:cNvSpPr>
              <p:nvPr/>
            </p:nvSpPr>
            <p:spPr bwMode="auto">
              <a:xfrm>
                <a:off x="5651500" y="5635625"/>
                <a:ext cx="36513" cy="74613"/>
              </a:xfrm>
              <a:custGeom>
                <a:avLst/>
                <a:gdLst>
                  <a:gd name="T0" fmla="*/ 0 w 2"/>
                  <a:gd name="T1" fmla="*/ 0 h 4"/>
                  <a:gd name="T2" fmla="*/ 1 w 2"/>
                  <a:gd name="T3" fmla="*/ 4 h 4"/>
                  <a:gd name="T4" fmla="*/ 2 w 2"/>
                  <a:gd name="T5" fmla="*/ 0 h 4"/>
                  <a:gd name="T6" fmla="*/ 1 w 2"/>
                  <a:gd name="T7" fmla="*/ 0 h 4"/>
                  <a:gd name="T8" fmla="*/ 0 w 2"/>
                  <a:gd name="T9" fmla="*/ 0 h 4"/>
                  <a:gd name="T10" fmla="*/ 0 60000 65536"/>
                  <a:gd name="T11" fmla="*/ 0 60000 65536"/>
                  <a:gd name="T12" fmla="*/ 0 60000 65536"/>
                  <a:gd name="T13" fmla="*/ 0 60000 65536"/>
                  <a:gd name="T14" fmla="*/ 0 60000 65536"/>
                  <a:gd name="T15" fmla="*/ 0 w 2"/>
                  <a:gd name="T16" fmla="*/ 0 h 4"/>
                  <a:gd name="T17" fmla="*/ 2 w 2"/>
                  <a:gd name="T18" fmla="*/ 4 h 4"/>
                </a:gdLst>
                <a:ahLst/>
                <a:cxnLst>
                  <a:cxn ang="T10">
                    <a:pos x="T0" y="T1"/>
                  </a:cxn>
                  <a:cxn ang="T11">
                    <a:pos x="T2" y="T3"/>
                  </a:cxn>
                  <a:cxn ang="T12">
                    <a:pos x="T4" y="T5"/>
                  </a:cxn>
                  <a:cxn ang="T13">
                    <a:pos x="T6" y="T7"/>
                  </a:cxn>
                  <a:cxn ang="T14">
                    <a:pos x="T8" y="T9"/>
                  </a:cxn>
                </a:cxnLst>
                <a:rect l="T15" t="T16" r="T17" b="T18"/>
                <a:pathLst>
                  <a:path w="2" h="4">
                    <a:moveTo>
                      <a:pt x="0" y="0"/>
                    </a:moveTo>
                    <a:lnTo>
                      <a:pt x="1" y="4"/>
                    </a:lnTo>
                    <a:lnTo>
                      <a:pt x="2" y="0"/>
                    </a:lnTo>
                    <a:lnTo>
                      <a:pt x="1" y="0"/>
                    </a:lnTo>
                    <a:lnTo>
                      <a:pt x="0" y="0"/>
                    </a:lnTo>
                  </a:path>
                </a:pathLst>
              </a:custGeom>
              <a:noFill/>
              <a:ln w="19050">
                <a:solidFill>
                  <a:srgbClr val="000000"/>
                </a:solidFill>
                <a:prstDash val="solid"/>
                <a:round/>
                <a:headEnd/>
                <a:tailEnd/>
              </a:ln>
            </p:spPr>
            <p:txBody>
              <a:bodyPr/>
              <a:lstStyle/>
              <a:p>
                <a:endParaRPr lang="en-US"/>
              </a:p>
            </p:txBody>
          </p:sp>
          <p:sp>
            <p:nvSpPr>
              <p:cNvPr id="18" name="Freeform 11"/>
              <p:cNvSpPr>
                <a:spLocks/>
              </p:cNvSpPr>
              <p:nvPr/>
            </p:nvSpPr>
            <p:spPr bwMode="auto">
              <a:xfrm>
                <a:off x="5651500" y="5635625"/>
                <a:ext cx="36513" cy="74613"/>
              </a:xfrm>
              <a:custGeom>
                <a:avLst/>
                <a:gdLst>
                  <a:gd name="T0" fmla="*/ 0 w 23"/>
                  <a:gd name="T1" fmla="*/ 0 h 47"/>
                  <a:gd name="T2" fmla="*/ 12 w 23"/>
                  <a:gd name="T3" fmla="*/ 47 h 47"/>
                  <a:gd name="T4" fmla="*/ 23 w 23"/>
                  <a:gd name="T5" fmla="*/ 0 h 47"/>
                  <a:gd name="T6" fmla="*/ 12 w 23"/>
                  <a:gd name="T7" fmla="*/ 0 h 47"/>
                  <a:gd name="T8" fmla="*/ 0 w 23"/>
                  <a:gd name="T9" fmla="*/ 0 h 47"/>
                  <a:gd name="T10" fmla="*/ 0 60000 65536"/>
                  <a:gd name="T11" fmla="*/ 0 60000 65536"/>
                  <a:gd name="T12" fmla="*/ 0 60000 65536"/>
                  <a:gd name="T13" fmla="*/ 0 60000 65536"/>
                  <a:gd name="T14" fmla="*/ 0 60000 65536"/>
                  <a:gd name="T15" fmla="*/ 0 w 23"/>
                  <a:gd name="T16" fmla="*/ 0 h 47"/>
                  <a:gd name="T17" fmla="*/ 23 w 23"/>
                  <a:gd name="T18" fmla="*/ 47 h 47"/>
                </a:gdLst>
                <a:ahLst/>
                <a:cxnLst>
                  <a:cxn ang="T10">
                    <a:pos x="T0" y="T1"/>
                  </a:cxn>
                  <a:cxn ang="T11">
                    <a:pos x="T2" y="T3"/>
                  </a:cxn>
                  <a:cxn ang="T12">
                    <a:pos x="T4" y="T5"/>
                  </a:cxn>
                  <a:cxn ang="T13">
                    <a:pos x="T6" y="T7"/>
                  </a:cxn>
                  <a:cxn ang="T14">
                    <a:pos x="T8" y="T9"/>
                  </a:cxn>
                </a:cxnLst>
                <a:rect l="T15" t="T16" r="T17" b="T18"/>
                <a:pathLst>
                  <a:path w="23" h="47">
                    <a:moveTo>
                      <a:pt x="0" y="0"/>
                    </a:moveTo>
                    <a:lnTo>
                      <a:pt x="12" y="47"/>
                    </a:lnTo>
                    <a:lnTo>
                      <a:pt x="23" y="0"/>
                    </a:lnTo>
                    <a:lnTo>
                      <a:pt x="12" y="0"/>
                    </a:lnTo>
                    <a:lnTo>
                      <a:pt x="0" y="0"/>
                    </a:lnTo>
                    <a:close/>
                  </a:path>
                </a:pathLst>
              </a:custGeom>
              <a:solidFill>
                <a:srgbClr val="000000"/>
              </a:solidFill>
              <a:ln w="0">
                <a:solidFill>
                  <a:srgbClr val="000000"/>
                </a:solidFill>
                <a:prstDash val="solid"/>
                <a:round/>
                <a:headEnd/>
                <a:tailEnd/>
              </a:ln>
            </p:spPr>
            <p:txBody>
              <a:bodyPr/>
              <a:lstStyle/>
              <a:p>
                <a:endParaRPr lang="en-US"/>
              </a:p>
            </p:txBody>
          </p:sp>
          <p:sp>
            <p:nvSpPr>
              <p:cNvPr id="19" name="Line 12"/>
              <p:cNvSpPr>
                <a:spLocks noChangeShapeType="1"/>
              </p:cNvSpPr>
              <p:nvPr/>
            </p:nvSpPr>
            <p:spPr bwMode="auto">
              <a:xfrm flipV="1">
                <a:off x="5670550" y="5414963"/>
                <a:ext cx="1588" cy="201612"/>
              </a:xfrm>
              <a:prstGeom prst="line">
                <a:avLst/>
              </a:prstGeom>
              <a:noFill/>
              <a:ln w="19050">
                <a:solidFill>
                  <a:srgbClr val="000000"/>
                </a:solidFill>
                <a:round/>
                <a:headEnd/>
                <a:tailEnd/>
              </a:ln>
            </p:spPr>
            <p:txBody>
              <a:bodyPr/>
              <a:lstStyle/>
              <a:p>
                <a:endParaRPr lang="en-US"/>
              </a:p>
            </p:txBody>
          </p:sp>
          <p:sp>
            <p:nvSpPr>
              <p:cNvPr id="20" name="Rectangle 16"/>
              <p:cNvSpPr>
                <a:spLocks noChangeArrowheads="1"/>
              </p:cNvSpPr>
              <p:nvPr/>
            </p:nvSpPr>
            <p:spPr bwMode="auto">
              <a:xfrm>
                <a:off x="6278563" y="3716338"/>
                <a:ext cx="331787"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CS</a:t>
                </a:r>
                <a:endParaRPr lang="en-CA">
                  <a:latin typeface="Corbel" pitchFamily="34" charset="0"/>
                </a:endParaRPr>
              </a:p>
            </p:txBody>
          </p:sp>
          <p:sp>
            <p:nvSpPr>
              <p:cNvPr id="21" name="Line 17"/>
              <p:cNvSpPr>
                <a:spLocks noChangeShapeType="1"/>
              </p:cNvSpPr>
              <p:nvPr/>
            </p:nvSpPr>
            <p:spPr bwMode="auto">
              <a:xfrm flipV="1">
                <a:off x="5670550" y="4252913"/>
                <a:ext cx="1588" cy="515937"/>
              </a:xfrm>
              <a:prstGeom prst="line">
                <a:avLst/>
              </a:prstGeom>
              <a:noFill/>
              <a:ln w="19050">
                <a:solidFill>
                  <a:srgbClr val="000000"/>
                </a:solidFill>
                <a:round/>
                <a:headEnd/>
                <a:tailEnd/>
              </a:ln>
            </p:spPr>
            <p:txBody>
              <a:bodyPr/>
              <a:lstStyle/>
              <a:p>
                <a:endParaRPr lang="en-US"/>
              </a:p>
            </p:txBody>
          </p:sp>
          <p:sp>
            <p:nvSpPr>
              <p:cNvPr id="22" name="Line 18"/>
              <p:cNvSpPr>
                <a:spLocks noChangeShapeType="1"/>
              </p:cNvSpPr>
              <p:nvPr/>
            </p:nvSpPr>
            <p:spPr bwMode="auto">
              <a:xfrm flipV="1">
                <a:off x="5135563" y="4252913"/>
                <a:ext cx="1587" cy="515937"/>
              </a:xfrm>
              <a:prstGeom prst="line">
                <a:avLst/>
              </a:prstGeom>
              <a:noFill/>
              <a:ln w="19050">
                <a:solidFill>
                  <a:srgbClr val="000000"/>
                </a:solidFill>
                <a:round/>
                <a:headEnd/>
                <a:tailEnd/>
              </a:ln>
            </p:spPr>
            <p:txBody>
              <a:bodyPr/>
              <a:lstStyle/>
              <a:p>
                <a:endParaRPr lang="en-US"/>
              </a:p>
            </p:txBody>
          </p:sp>
          <p:sp>
            <p:nvSpPr>
              <p:cNvPr id="23" name="Line 19"/>
              <p:cNvSpPr>
                <a:spLocks noChangeShapeType="1"/>
              </p:cNvSpPr>
              <p:nvPr/>
            </p:nvSpPr>
            <p:spPr bwMode="auto">
              <a:xfrm flipV="1">
                <a:off x="5024438" y="4252913"/>
                <a:ext cx="1587" cy="515937"/>
              </a:xfrm>
              <a:prstGeom prst="line">
                <a:avLst/>
              </a:prstGeom>
              <a:noFill/>
              <a:ln w="19050">
                <a:solidFill>
                  <a:srgbClr val="000000"/>
                </a:solidFill>
                <a:round/>
                <a:headEnd/>
                <a:tailEnd/>
              </a:ln>
            </p:spPr>
            <p:txBody>
              <a:bodyPr/>
              <a:lstStyle/>
              <a:p>
                <a:endParaRPr lang="en-US"/>
              </a:p>
            </p:txBody>
          </p:sp>
          <p:sp>
            <p:nvSpPr>
              <p:cNvPr id="24" name="Line 20"/>
              <p:cNvSpPr>
                <a:spLocks noChangeShapeType="1"/>
              </p:cNvSpPr>
              <p:nvPr/>
            </p:nvSpPr>
            <p:spPr bwMode="auto">
              <a:xfrm flipV="1">
                <a:off x="5024438" y="3294063"/>
                <a:ext cx="1587" cy="423862"/>
              </a:xfrm>
              <a:prstGeom prst="line">
                <a:avLst/>
              </a:prstGeom>
              <a:noFill/>
              <a:ln w="19050">
                <a:solidFill>
                  <a:srgbClr val="000000"/>
                </a:solidFill>
                <a:round/>
                <a:headEnd/>
                <a:tailEnd/>
              </a:ln>
            </p:spPr>
            <p:txBody>
              <a:bodyPr/>
              <a:lstStyle/>
              <a:p>
                <a:endParaRPr lang="en-US"/>
              </a:p>
            </p:txBody>
          </p:sp>
          <p:sp>
            <p:nvSpPr>
              <p:cNvPr id="25" name="Line 21"/>
              <p:cNvSpPr>
                <a:spLocks noChangeShapeType="1"/>
              </p:cNvSpPr>
              <p:nvPr/>
            </p:nvSpPr>
            <p:spPr bwMode="auto">
              <a:xfrm flipH="1">
                <a:off x="3124200" y="5100638"/>
                <a:ext cx="1273175" cy="1587"/>
              </a:xfrm>
              <a:prstGeom prst="line">
                <a:avLst/>
              </a:prstGeom>
              <a:noFill/>
              <a:ln w="19050">
                <a:solidFill>
                  <a:srgbClr val="000000"/>
                </a:solidFill>
                <a:round/>
                <a:headEnd/>
                <a:tailEnd/>
              </a:ln>
            </p:spPr>
            <p:txBody>
              <a:bodyPr/>
              <a:lstStyle/>
              <a:p>
                <a:endParaRPr lang="en-US"/>
              </a:p>
            </p:txBody>
          </p:sp>
          <p:sp>
            <p:nvSpPr>
              <p:cNvPr id="26" name="Line 22"/>
              <p:cNvSpPr>
                <a:spLocks noChangeShapeType="1"/>
              </p:cNvSpPr>
              <p:nvPr/>
            </p:nvSpPr>
            <p:spPr bwMode="auto">
              <a:xfrm flipH="1">
                <a:off x="3124200" y="4989513"/>
                <a:ext cx="1328738" cy="1587"/>
              </a:xfrm>
              <a:prstGeom prst="line">
                <a:avLst/>
              </a:prstGeom>
              <a:noFill/>
              <a:ln w="19050">
                <a:solidFill>
                  <a:srgbClr val="000000"/>
                </a:solidFill>
                <a:round/>
                <a:headEnd/>
                <a:tailEnd/>
              </a:ln>
            </p:spPr>
            <p:txBody>
              <a:bodyPr/>
              <a:lstStyle/>
              <a:p>
                <a:endParaRPr lang="en-US"/>
              </a:p>
            </p:txBody>
          </p:sp>
          <p:sp>
            <p:nvSpPr>
              <p:cNvPr id="27" name="Freeform 23"/>
              <p:cNvSpPr>
                <a:spLocks/>
              </p:cNvSpPr>
              <p:nvPr/>
            </p:nvSpPr>
            <p:spPr bwMode="auto">
              <a:xfrm>
                <a:off x="4397375" y="4935538"/>
                <a:ext cx="423863" cy="220662"/>
              </a:xfrm>
              <a:custGeom>
                <a:avLst/>
                <a:gdLst>
                  <a:gd name="T0" fmla="*/ 0 w 23"/>
                  <a:gd name="T1" fmla="*/ 9 h 12"/>
                  <a:gd name="T2" fmla="*/ 11 w 23"/>
                  <a:gd name="T3" fmla="*/ 9 h 12"/>
                  <a:gd name="T4" fmla="*/ 11 w 23"/>
                  <a:gd name="T5" fmla="*/ 12 h 12"/>
                  <a:gd name="T6" fmla="*/ 23 w 23"/>
                  <a:gd name="T7" fmla="*/ 6 h 12"/>
                  <a:gd name="T8" fmla="*/ 11 w 23"/>
                  <a:gd name="T9" fmla="*/ 0 h 12"/>
                  <a:gd name="T10" fmla="*/ 11 w 23"/>
                  <a:gd name="T11" fmla="*/ 3 h 12"/>
                  <a:gd name="T12" fmla="*/ 0 w 23"/>
                  <a:gd name="T13" fmla="*/ 3 h 12"/>
                  <a:gd name="T14" fmla="*/ 0 60000 65536"/>
                  <a:gd name="T15" fmla="*/ 0 60000 65536"/>
                  <a:gd name="T16" fmla="*/ 0 60000 65536"/>
                  <a:gd name="T17" fmla="*/ 0 60000 65536"/>
                  <a:gd name="T18" fmla="*/ 0 60000 65536"/>
                  <a:gd name="T19" fmla="*/ 0 60000 65536"/>
                  <a:gd name="T20" fmla="*/ 0 60000 65536"/>
                  <a:gd name="T21" fmla="*/ 0 w 23"/>
                  <a:gd name="T22" fmla="*/ 0 h 12"/>
                  <a:gd name="T23" fmla="*/ 23 w 23"/>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12">
                    <a:moveTo>
                      <a:pt x="0" y="9"/>
                    </a:moveTo>
                    <a:lnTo>
                      <a:pt x="11" y="9"/>
                    </a:lnTo>
                    <a:lnTo>
                      <a:pt x="11" y="12"/>
                    </a:lnTo>
                    <a:lnTo>
                      <a:pt x="23" y="6"/>
                    </a:lnTo>
                    <a:lnTo>
                      <a:pt x="11" y="0"/>
                    </a:lnTo>
                    <a:lnTo>
                      <a:pt x="11" y="3"/>
                    </a:lnTo>
                    <a:lnTo>
                      <a:pt x="0" y="3"/>
                    </a:lnTo>
                  </a:path>
                </a:pathLst>
              </a:custGeom>
              <a:noFill/>
              <a:ln w="19050">
                <a:solidFill>
                  <a:srgbClr val="000000"/>
                </a:solidFill>
                <a:prstDash val="solid"/>
                <a:round/>
                <a:headEnd/>
                <a:tailEnd/>
              </a:ln>
            </p:spPr>
            <p:txBody>
              <a:bodyPr/>
              <a:lstStyle/>
              <a:p>
                <a:endParaRPr lang="en-US"/>
              </a:p>
            </p:txBody>
          </p:sp>
          <p:sp>
            <p:nvSpPr>
              <p:cNvPr id="28" name="Rectangle 24"/>
              <p:cNvSpPr>
                <a:spLocks noChangeArrowheads="1"/>
              </p:cNvSpPr>
              <p:nvPr/>
            </p:nvSpPr>
            <p:spPr bwMode="auto">
              <a:xfrm>
                <a:off x="4879975" y="3771900"/>
                <a:ext cx="1183986" cy="210967"/>
              </a:xfrm>
              <a:prstGeom prst="rect">
                <a:avLst/>
              </a:prstGeom>
              <a:noFill/>
              <a:ln w="9525">
                <a:noFill/>
                <a:miter lim="800000"/>
                <a:headEnd/>
                <a:tailEnd/>
              </a:ln>
            </p:spPr>
            <p:txBody>
              <a:bodyPr lIns="0" tIns="0" rIns="0" bIns="0">
                <a:spAutoFit/>
              </a:bodyPr>
              <a:lstStyle/>
              <a:p>
                <a:r>
                  <a:rPr lang="en-CA" sz="1300">
                    <a:solidFill>
                      <a:srgbClr val="000000"/>
                    </a:solidFill>
                    <a:latin typeface="Nimbus Roman No9 L" charset="0"/>
                  </a:rPr>
                  <a:t>Sense / Write</a:t>
                </a:r>
                <a:endParaRPr lang="en-CA">
                  <a:latin typeface="Corbel" pitchFamily="34" charset="0"/>
                </a:endParaRPr>
              </a:p>
            </p:txBody>
          </p:sp>
          <p:sp>
            <p:nvSpPr>
              <p:cNvPr id="29" name="Rectangle 25"/>
              <p:cNvSpPr>
                <a:spLocks noChangeArrowheads="1"/>
              </p:cNvSpPr>
              <p:nvPr/>
            </p:nvSpPr>
            <p:spPr bwMode="auto">
              <a:xfrm>
                <a:off x="5099050" y="3938588"/>
                <a:ext cx="738188"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circuits</a:t>
                </a:r>
                <a:endParaRPr lang="en-CA">
                  <a:latin typeface="Corbel" pitchFamily="34" charset="0"/>
                </a:endParaRPr>
              </a:p>
            </p:txBody>
          </p:sp>
          <p:sp>
            <p:nvSpPr>
              <p:cNvPr id="30" name="Rectangle 26"/>
              <p:cNvSpPr>
                <a:spLocks noChangeArrowheads="1"/>
              </p:cNvSpPr>
              <p:nvPr/>
            </p:nvSpPr>
            <p:spPr bwMode="auto">
              <a:xfrm>
                <a:off x="5043488" y="2609850"/>
                <a:ext cx="903287"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cell array</a:t>
                </a:r>
                <a:endParaRPr lang="en-CA">
                  <a:latin typeface="Corbel" pitchFamily="34" charset="0"/>
                </a:endParaRPr>
              </a:p>
            </p:txBody>
          </p:sp>
          <p:sp>
            <p:nvSpPr>
              <p:cNvPr id="31" name="Freeform 27"/>
              <p:cNvSpPr>
                <a:spLocks/>
              </p:cNvSpPr>
              <p:nvPr/>
            </p:nvSpPr>
            <p:spPr bwMode="auto">
              <a:xfrm>
                <a:off x="2719388" y="5432425"/>
                <a:ext cx="55562" cy="111125"/>
              </a:xfrm>
              <a:custGeom>
                <a:avLst/>
                <a:gdLst>
                  <a:gd name="T0" fmla="*/ 3 w 3"/>
                  <a:gd name="T1" fmla="*/ 6 h 6"/>
                  <a:gd name="T2" fmla="*/ 2 w 3"/>
                  <a:gd name="T3" fmla="*/ 0 h 6"/>
                  <a:gd name="T4" fmla="*/ 0 w 3"/>
                  <a:gd name="T5" fmla="*/ 6 h 6"/>
                  <a:gd name="T6" fmla="*/ 2 w 3"/>
                  <a:gd name="T7" fmla="*/ 6 h 6"/>
                  <a:gd name="T8" fmla="*/ 3 w 3"/>
                  <a:gd name="T9" fmla="*/ 6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3" y="6"/>
                    </a:moveTo>
                    <a:lnTo>
                      <a:pt x="2" y="0"/>
                    </a:lnTo>
                    <a:lnTo>
                      <a:pt x="0" y="6"/>
                    </a:lnTo>
                    <a:lnTo>
                      <a:pt x="2" y="6"/>
                    </a:lnTo>
                    <a:lnTo>
                      <a:pt x="3" y="6"/>
                    </a:lnTo>
                  </a:path>
                </a:pathLst>
              </a:custGeom>
              <a:noFill/>
              <a:ln w="19050">
                <a:solidFill>
                  <a:srgbClr val="000000"/>
                </a:solidFill>
                <a:prstDash val="solid"/>
                <a:round/>
                <a:headEnd/>
                <a:tailEnd/>
              </a:ln>
            </p:spPr>
            <p:txBody>
              <a:bodyPr/>
              <a:lstStyle/>
              <a:p>
                <a:endParaRPr lang="en-US"/>
              </a:p>
            </p:txBody>
          </p:sp>
          <p:sp>
            <p:nvSpPr>
              <p:cNvPr id="32" name="Freeform 28"/>
              <p:cNvSpPr>
                <a:spLocks/>
              </p:cNvSpPr>
              <p:nvPr/>
            </p:nvSpPr>
            <p:spPr bwMode="auto">
              <a:xfrm>
                <a:off x="2719388" y="5432425"/>
                <a:ext cx="55562" cy="111125"/>
              </a:xfrm>
              <a:custGeom>
                <a:avLst/>
                <a:gdLst>
                  <a:gd name="T0" fmla="*/ 35 w 35"/>
                  <a:gd name="T1" fmla="*/ 70 h 70"/>
                  <a:gd name="T2" fmla="*/ 23 w 35"/>
                  <a:gd name="T3" fmla="*/ 0 h 70"/>
                  <a:gd name="T4" fmla="*/ 0 w 35"/>
                  <a:gd name="T5" fmla="*/ 70 h 70"/>
                  <a:gd name="T6" fmla="*/ 23 w 35"/>
                  <a:gd name="T7" fmla="*/ 70 h 70"/>
                  <a:gd name="T8" fmla="*/ 35 w 35"/>
                  <a:gd name="T9" fmla="*/ 70 h 70"/>
                  <a:gd name="T10" fmla="*/ 0 60000 65536"/>
                  <a:gd name="T11" fmla="*/ 0 60000 65536"/>
                  <a:gd name="T12" fmla="*/ 0 60000 65536"/>
                  <a:gd name="T13" fmla="*/ 0 60000 65536"/>
                  <a:gd name="T14" fmla="*/ 0 60000 65536"/>
                  <a:gd name="T15" fmla="*/ 0 w 35"/>
                  <a:gd name="T16" fmla="*/ 0 h 70"/>
                  <a:gd name="T17" fmla="*/ 35 w 35"/>
                  <a:gd name="T18" fmla="*/ 70 h 70"/>
                </a:gdLst>
                <a:ahLst/>
                <a:cxnLst>
                  <a:cxn ang="T10">
                    <a:pos x="T0" y="T1"/>
                  </a:cxn>
                  <a:cxn ang="T11">
                    <a:pos x="T2" y="T3"/>
                  </a:cxn>
                  <a:cxn ang="T12">
                    <a:pos x="T4" y="T5"/>
                  </a:cxn>
                  <a:cxn ang="T13">
                    <a:pos x="T6" y="T7"/>
                  </a:cxn>
                  <a:cxn ang="T14">
                    <a:pos x="T8" y="T9"/>
                  </a:cxn>
                </a:cxnLst>
                <a:rect l="T15" t="T16" r="T17" b="T18"/>
                <a:pathLst>
                  <a:path w="35" h="70">
                    <a:moveTo>
                      <a:pt x="35" y="70"/>
                    </a:moveTo>
                    <a:lnTo>
                      <a:pt x="23" y="0"/>
                    </a:lnTo>
                    <a:lnTo>
                      <a:pt x="0" y="70"/>
                    </a:lnTo>
                    <a:lnTo>
                      <a:pt x="23" y="70"/>
                    </a:lnTo>
                    <a:lnTo>
                      <a:pt x="35" y="70"/>
                    </a:lnTo>
                    <a:close/>
                  </a:path>
                </a:pathLst>
              </a:custGeom>
              <a:solidFill>
                <a:srgbClr val="000000"/>
              </a:solidFill>
              <a:ln w="0">
                <a:solidFill>
                  <a:srgbClr val="000000"/>
                </a:solidFill>
                <a:prstDash val="solid"/>
                <a:round/>
                <a:headEnd/>
                <a:tailEnd/>
              </a:ln>
            </p:spPr>
            <p:txBody>
              <a:bodyPr/>
              <a:lstStyle/>
              <a:p>
                <a:endParaRPr lang="en-US"/>
              </a:p>
            </p:txBody>
          </p:sp>
          <p:sp>
            <p:nvSpPr>
              <p:cNvPr id="33" name="Freeform 29"/>
              <p:cNvSpPr>
                <a:spLocks/>
              </p:cNvSpPr>
              <p:nvPr/>
            </p:nvSpPr>
            <p:spPr bwMode="auto">
              <a:xfrm>
                <a:off x="1741488" y="5562600"/>
                <a:ext cx="1014412" cy="276225"/>
              </a:xfrm>
              <a:custGeom>
                <a:avLst/>
                <a:gdLst>
                  <a:gd name="T0" fmla="*/ 55 w 55"/>
                  <a:gd name="T1" fmla="*/ 0 h 15"/>
                  <a:gd name="T2" fmla="*/ 55 w 55"/>
                  <a:gd name="T3" fmla="*/ 15 h 15"/>
                  <a:gd name="T4" fmla="*/ 0 w 55"/>
                  <a:gd name="T5" fmla="*/ 15 h 15"/>
                  <a:gd name="T6" fmla="*/ 0 60000 65536"/>
                  <a:gd name="T7" fmla="*/ 0 60000 65536"/>
                  <a:gd name="T8" fmla="*/ 0 60000 65536"/>
                  <a:gd name="T9" fmla="*/ 0 w 55"/>
                  <a:gd name="T10" fmla="*/ 0 h 15"/>
                  <a:gd name="T11" fmla="*/ 55 w 55"/>
                  <a:gd name="T12" fmla="*/ 15 h 15"/>
                </a:gdLst>
                <a:ahLst/>
                <a:cxnLst>
                  <a:cxn ang="T6">
                    <a:pos x="T0" y="T1"/>
                  </a:cxn>
                  <a:cxn ang="T7">
                    <a:pos x="T2" y="T3"/>
                  </a:cxn>
                  <a:cxn ang="T8">
                    <a:pos x="T4" y="T5"/>
                  </a:cxn>
                </a:cxnLst>
                <a:rect l="T9" t="T10" r="T11" b="T12"/>
                <a:pathLst>
                  <a:path w="55" h="15">
                    <a:moveTo>
                      <a:pt x="55" y="0"/>
                    </a:moveTo>
                    <a:lnTo>
                      <a:pt x="55" y="15"/>
                    </a:lnTo>
                    <a:lnTo>
                      <a:pt x="0" y="15"/>
                    </a:lnTo>
                  </a:path>
                </a:pathLst>
              </a:custGeom>
              <a:noFill/>
              <a:ln w="19050">
                <a:solidFill>
                  <a:srgbClr val="000000"/>
                </a:solidFill>
                <a:prstDash val="solid"/>
                <a:round/>
                <a:headEnd/>
                <a:tailEnd/>
              </a:ln>
            </p:spPr>
            <p:txBody>
              <a:bodyPr/>
              <a:lstStyle/>
              <a:p>
                <a:endParaRPr lang="en-US"/>
              </a:p>
            </p:txBody>
          </p:sp>
          <p:sp>
            <p:nvSpPr>
              <p:cNvPr id="34" name="Rectangle 30"/>
              <p:cNvSpPr>
                <a:spLocks noChangeArrowheads="1"/>
              </p:cNvSpPr>
              <p:nvPr/>
            </p:nvSpPr>
            <p:spPr bwMode="auto">
              <a:xfrm>
                <a:off x="2512002" y="2684463"/>
                <a:ext cx="534987"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latch</a:t>
                </a:r>
                <a:endParaRPr lang="en-CA">
                  <a:latin typeface="Corbel" pitchFamily="34" charset="0"/>
                </a:endParaRPr>
              </a:p>
            </p:txBody>
          </p:sp>
          <p:sp>
            <p:nvSpPr>
              <p:cNvPr id="35" name="Rectangle 31"/>
              <p:cNvSpPr>
                <a:spLocks noChangeArrowheads="1"/>
              </p:cNvSpPr>
              <p:nvPr/>
            </p:nvSpPr>
            <p:spPr bwMode="auto">
              <a:xfrm>
                <a:off x="2427432" y="2517775"/>
                <a:ext cx="81121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address</a:t>
                </a:r>
                <a:endParaRPr lang="en-CA">
                  <a:latin typeface="Corbel" pitchFamily="34" charset="0"/>
                </a:endParaRPr>
              </a:p>
            </p:txBody>
          </p:sp>
          <p:sp>
            <p:nvSpPr>
              <p:cNvPr id="36" name="Rectangle 32"/>
              <p:cNvSpPr>
                <a:spLocks noChangeArrowheads="1"/>
              </p:cNvSpPr>
              <p:nvPr/>
            </p:nvSpPr>
            <p:spPr bwMode="auto">
              <a:xfrm>
                <a:off x="2427432" y="2370138"/>
                <a:ext cx="460375"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Row</a:t>
                </a:r>
                <a:endParaRPr lang="en-CA">
                  <a:latin typeface="Corbel" pitchFamily="34" charset="0"/>
                </a:endParaRPr>
              </a:p>
            </p:txBody>
          </p:sp>
          <p:sp>
            <p:nvSpPr>
              <p:cNvPr id="37" name="Freeform 33"/>
              <p:cNvSpPr>
                <a:spLocks/>
              </p:cNvSpPr>
              <p:nvPr/>
            </p:nvSpPr>
            <p:spPr bwMode="auto">
              <a:xfrm>
                <a:off x="3124200" y="2536825"/>
                <a:ext cx="425450" cy="222250"/>
              </a:xfrm>
              <a:custGeom>
                <a:avLst/>
                <a:gdLst>
                  <a:gd name="T0" fmla="*/ 0 w 23"/>
                  <a:gd name="T1" fmla="*/ 9 h 12"/>
                  <a:gd name="T2" fmla="*/ 11 w 23"/>
                  <a:gd name="T3" fmla="*/ 9 h 12"/>
                  <a:gd name="T4" fmla="*/ 11 w 23"/>
                  <a:gd name="T5" fmla="*/ 12 h 12"/>
                  <a:gd name="T6" fmla="*/ 23 w 23"/>
                  <a:gd name="T7" fmla="*/ 6 h 12"/>
                  <a:gd name="T8" fmla="*/ 11 w 23"/>
                  <a:gd name="T9" fmla="*/ 0 h 12"/>
                  <a:gd name="T10" fmla="*/ 11 w 23"/>
                  <a:gd name="T11" fmla="*/ 3 h 12"/>
                  <a:gd name="T12" fmla="*/ 0 w 23"/>
                  <a:gd name="T13" fmla="*/ 3 h 12"/>
                  <a:gd name="T14" fmla="*/ 0 60000 65536"/>
                  <a:gd name="T15" fmla="*/ 0 60000 65536"/>
                  <a:gd name="T16" fmla="*/ 0 60000 65536"/>
                  <a:gd name="T17" fmla="*/ 0 60000 65536"/>
                  <a:gd name="T18" fmla="*/ 0 60000 65536"/>
                  <a:gd name="T19" fmla="*/ 0 60000 65536"/>
                  <a:gd name="T20" fmla="*/ 0 60000 65536"/>
                  <a:gd name="T21" fmla="*/ 0 w 23"/>
                  <a:gd name="T22" fmla="*/ 0 h 12"/>
                  <a:gd name="T23" fmla="*/ 23 w 23"/>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12">
                    <a:moveTo>
                      <a:pt x="0" y="9"/>
                    </a:moveTo>
                    <a:lnTo>
                      <a:pt x="11" y="9"/>
                    </a:lnTo>
                    <a:lnTo>
                      <a:pt x="11" y="12"/>
                    </a:lnTo>
                    <a:lnTo>
                      <a:pt x="23" y="6"/>
                    </a:lnTo>
                    <a:lnTo>
                      <a:pt x="11" y="0"/>
                    </a:lnTo>
                    <a:lnTo>
                      <a:pt x="11" y="3"/>
                    </a:lnTo>
                    <a:lnTo>
                      <a:pt x="0" y="3"/>
                    </a:lnTo>
                  </a:path>
                </a:pathLst>
              </a:custGeom>
              <a:noFill/>
              <a:ln w="19050">
                <a:solidFill>
                  <a:srgbClr val="000000"/>
                </a:solidFill>
                <a:prstDash val="solid"/>
                <a:round/>
                <a:headEnd/>
                <a:tailEnd/>
              </a:ln>
            </p:spPr>
            <p:txBody>
              <a:bodyPr/>
              <a:lstStyle/>
              <a:p>
                <a:endParaRPr lang="en-US"/>
              </a:p>
            </p:txBody>
          </p:sp>
          <p:sp>
            <p:nvSpPr>
              <p:cNvPr id="38" name="Rectangle 34"/>
              <p:cNvSpPr>
                <a:spLocks noChangeArrowheads="1"/>
              </p:cNvSpPr>
              <p:nvPr/>
            </p:nvSpPr>
            <p:spPr bwMode="auto">
              <a:xfrm>
                <a:off x="2427432" y="4749800"/>
                <a:ext cx="774700"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Column</a:t>
                </a:r>
                <a:endParaRPr lang="en-CA">
                  <a:latin typeface="Corbel" pitchFamily="34" charset="0"/>
                </a:endParaRPr>
              </a:p>
            </p:txBody>
          </p:sp>
          <p:sp>
            <p:nvSpPr>
              <p:cNvPr id="39" name="Rectangle 35"/>
              <p:cNvSpPr>
                <a:spLocks noChangeArrowheads="1"/>
              </p:cNvSpPr>
              <p:nvPr/>
            </p:nvSpPr>
            <p:spPr bwMode="auto">
              <a:xfrm>
                <a:off x="2589213" y="5118100"/>
                <a:ext cx="534987"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latch</a:t>
                </a:r>
                <a:endParaRPr lang="en-CA">
                  <a:latin typeface="Corbel" pitchFamily="34" charset="0"/>
                </a:endParaRPr>
              </a:p>
            </p:txBody>
          </p:sp>
          <p:sp>
            <p:nvSpPr>
              <p:cNvPr id="40" name="Rectangle 36"/>
              <p:cNvSpPr>
                <a:spLocks noChangeArrowheads="1"/>
              </p:cNvSpPr>
              <p:nvPr/>
            </p:nvSpPr>
            <p:spPr bwMode="auto">
              <a:xfrm>
                <a:off x="1649413" y="2703513"/>
                <a:ext cx="312737" cy="2286000"/>
              </a:xfrm>
              <a:prstGeom prst="rect">
                <a:avLst/>
              </a:prstGeom>
              <a:noFill/>
              <a:ln w="19050">
                <a:solidFill>
                  <a:srgbClr val="000000"/>
                </a:solidFill>
                <a:miter lim="800000"/>
                <a:headEnd/>
                <a:tailEnd/>
              </a:ln>
            </p:spPr>
            <p:txBody>
              <a:bodyPr/>
              <a:lstStyle/>
              <a:p>
                <a:endParaRPr lang="en-US">
                  <a:latin typeface="Corbel" pitchFamily="34" charset="0"/>
                </a:endParaRPr>
              </a:p>
            </p:txBody>
          </p:sp>
          <p:sp>
            <p:nvSpPr>
              <p:cNvPr id="41" name="Freeform 37"/>
              <p:cNvSpPr>
                <a:spLocks/>
              </p:cNvSpPr>
              <p:nvPr/>
            </p:nvSpPr>
            <p:spPr bwMode="auto">
              <a:xfrm>
                <a:off x="1317625" y="3902075"/>
                <a:ext cx="627063" cy="1198563"/>
              </a:xfrm>
              <a:custGeom>
                <a:avLst/>
                <a:gdLst>
                  <a:gd name="T0" fmla="*/ 34 w 34"/>
                  <a:gd name="T1" fmla="*/ 65 h 65"/>
                  <a:gd name="T2" fmla="*/ 11 w 34"/>
                  <a:gd name="T3" fmla="*/ 65 h 65"/>
                  <a:gd name="T4" fmla="*/ 11 w 34"/>
                  <a:gd name="T5" fmla="*/ 0 h 65"/>
                  <a:gd name="T6" fmla="*/ 0 w 34"/>
                  <a:gd name="T7" fmla="*/ 0 h 65"/>
                  <a:gd name="T8" fmla="*/ 0 60000 65536"/>
                  <a:gd name="T9" fmla="*/ 0 60000 65536"/>
                  <a:gd name="T10" fmla="*/ 0 60000 65536"/>
                  <a:gd name="T11" fmla="*/ 0 60000 65536"/>
                  <a:gd name="T12" fmla="*/ 0 w 34"/>
                  <a:gd name="T13" fmla="*/ 0 h 65"/>
                  <a:gd name="T14" fmla="*/ 34 w 34"/>
                  <a:gd name="T15" fmla="*/ 65 h 65"/>
                </a:gdLst>
                <a:ahLst/>
                <a:cxnLst>
                  <a:cxn ang="T8">
                    <a:pos x="T0" y="T1"/>
                  </a:cxn>
                  <a:cxn ang="T9">
                    <a:pos x="T2" y="T3"/>
                  </a:cxn>
                  <a:cxn ang="T10">
                    <a:pos x="T4" y="T5"/>
                  </a:cxn>
                  <a:cxn ang="T11">
                    <a:pos x="T6" y="T7"/>
                  </a:cxn>
                </a:cxnLst>
                <a:rect l="T12" t="T13" r="T14" b="T15"/>
                <a:pathLst>
                  <a:path w="34" h="65">
                    <a:moveTo>
                      <a:pt x="34" y="65"/>
                    </a:moveTo>
                    <a:lnTo>
                      <a:pt x="11" y="65"/>
                    </a:lnTo>
                    <a:lnTo>
                      <a:pt x="11" y="0"/>
                    </a:lnTo>
                    <a:lnTo>
                      <a:pt x="0" y="0"/>
                    </a:lnTo>
                  </a:path>
                </a:pathLst>
              </a:custGeom>
              <a:noFill/>
              <a:ln w="19050">
                <a:solidFill>
                  <a:srgbClr val="000000"/>
                </a:solidFill>
                <a:prstDash val="solid"/>
                <a:round/>
                <a:headEnd/>
                <a:tailEnd/>
              </a:ln>
            </p:spPr>
            <p:txBody>
              <a:bodyPr/>
              <a:lstStyle/>
              <a:p>
                <a:endParaRPr lang="en-US"/>
              </a:p>
            </p:txBody>
          </p:sp>
          <p:sp>
            <p:nvSpPr>
              <p:cNvPr id="42" name="Freeform 38"/>
              <p:cNvSpPr>
                <a:spLocks/>
              </p:cNvSpPr>
              <p:nvPr/>
            </p:nvSpPr>
            <p:spPr bwMode="auto">
              <a:xfrm>
                <a:off x="1317625" y="2592388"/>
                <a:ext cx="627063" cy="1198562"/>
              </a:xfrm>
              <a:custGeom>
                <a:avLst/>
                <a:gdLst>
                  <a:gd name="T0" fmla="*/ 0 w 34"/>
                  <a:gd name="T1" fmla="*/ 65 h 65"/>
                  <a:gd name="T2" fmla="*/ 11 w 34"/>
                  <a:gd name="T3" fmla="*/ 65 h 65"/>
                  <a:gd name="T4" fmla="*/ 11 w 34"/>
                  <a:gd name="T5" fmla="*/ 0 h 65"/>
                  <a:gd name="T6" fmla="*/ 34 w 34"/>
                  <a:gd name="T7" fmla="*/ 0 h 65"/>
                  <a:gd name="T8" fmla="*/ 0 60000 65536"/>
                  <a:gd name="T9" fmla="*/ 0 60000 65536"/>
                  <a:gd name="T10" fmla="*/ 0 60000 65536"/>
                  <a:gd name="T11" fmla="*/ 0 60000 65536"/>
                  <a:gd name="T12" fmla="*/ 0 w 34"/>
                  <a:gd name="T13" fmla="*/ 0 h 65"/>
                  <a:gd name="T14" fmla="*/ 34 w 34"/>
                  <a:gd name="T15" fmla="*/ 65 h 65"/>
                </a:gdLst>
                <a:ahLst/>
                <a:cxnLst>
                  <a:cxn ang="T8">
                    <a:pos x="T0" y="T1"/>
                  </a:cxn>
                  <a:cxn ang="T9">
                    <a:pos x="T2" y="T3"/>
                  </a:cxn>
                  <a:cxn ang="T10">
                    <a:pos x="T4" y="T5"/>
                  </a:cxn>
                  <a:cxn ang="T11">
                    <a:pos x="T6" y="T7"/>
                  </a:cxn>
                </a:cxnLst>
                <a:rect l="T12" t="T13" r="T14" b="T15"/>
                <a:pathLst>
                  <a:path w="34" h="65">
                    <a:moveTo>
                      <a:pt x="0" y="65"/>
                    </a:moveTo>
                    <a:lnTo>
                      <a:pt x="11" y="65"/>
                    </a:lnTo>
                    <a:lnTo>
                      <a:pt x="11" y="0"/>
                    </a:lnTo>
                    <a:lnTo>
                      <a:pt x="34" y="0"/>
                    </a:lnTo>
                  </a:path>
                </a:pathLst>
              </a:custGeom>
              <a:noFill/>
              <a:ln w="19050">
                <a:solidFill>
                  <a:srgbClr val="000000"/>
                </a:solidFill>
                <a:prstDash val="solid"/>
                <a:round/>
                <a:headEnd/>
                <a:tailEnd/>
              </a:ln>
            </p:spPr>
            <p:txBody>
              <a:bodyPr/>
              <a:lstStyle/>
              <a:p>
                <a:endParaRPr lang="en-US"/>
              </a:p>
            </p:txBody>
          </p:sp>
          <p:sp>
            <p:nvSpPr>
              <p:cNvPr id="43" name="Freeform 39"/>
              <p:cNvSpPr>
                <a:spLocks/>
              </p:cNvSpPr>
              <p:nvPr/>
            </p:nvSpPr>
            <p:spPr bwMode="auto">
              <a:xfrm>
                <a:off x="2719388" y="2132013"/>
                <a:ext cx="55562" cy="128587"/>
              </a:xfrm>
              <a:custGeom>
                <a:avLst/>
                <a:gdLst>
                  <a:gd name="T0" fmla="*/ 0 w 3"/>
                  <a:gd name="T1" fmla="*/ 0 h 7"/>
                  <a:gd name="T2" fmla="*/ 2 w 3"/>
                  <a:gd name="T3" fmla="*/ 7 h 7"/>
                  <a:gd name="T4" fmla="*/ 3 w 3"/>
                  <a:gd name="T5" fmla="*/ 0 h 7"/>
                  <a:gd name="T6" fmla="*/ 2 w 3"/>
                  <a:gd name="T7" fmla="*/ 0 h 7"/>
                  <a:gd name="T8" fmla="*/ 0 w 3"/>
                  <a:gd name="T9" fmla="*/ 0 h 7"/>
                  <a:gd name="T10" fmla="*/ 0 60000 65536"/>
                  <a:gd name="T11" fmla="*/ 0 60000 65536"/>
                  <a:gd name="T12" fmla="*/ 0 60000 65536"/>
                  <a:gd name="T13" fmla="*/ 0 60000 65536"/>
                  <a:gd name="T14" fmla="*/ 0 60000 65536"/>
                  <a:gd name="T15" fmla="*/ 0 w 3"/>
                  <a:gd name="T16" fmla="*/ 0 h 7"/>
                  <a:gd name="T17" fmla="*/ 3 w 3"/>
                  <a:gd name="T18" fmla="*/ 7 h 7"/>
                </a:gdLst>
                <a:ahLst/>
                <a:cxnLst>
                  <a:cxn ang="T10">
                    <a:pos x="T0" y="T1"/>
                  </a:cxn>
                  <a:cxn ang="T11">
                    <a:pos x="T2" y="T3"/>
                  </a:cxn>
                  <a:cxn ang="T12">
                    <a:pos x="T4" y="T5"/>
                  </a:cxn>
                  <a:cxn ang="T13">
                    <a:pos x="T6" y="T7"/>
                  </a:cxn>
                  <a:cxn ang="T14">
                    <a:pos x="T8" y="T9"/>
                  </a:cxn>
                </a:cxnLst>
                <a:rect l="T15" t="T16" r="T17" b="T18"/>
                <a:pathLst>
                  <a:path w="3" h="7">
                    <a:moveTo>
                      <a:pt x="0" y="0"/>
                    </a:moveTo>
                    <a:lnTo>
                      <a:pt x="2" y="7"/>
                    </a:lnTo>
                    <a:lnTo>
                      <a:pt x="3" y="0"/>
                    </a:lnTo>
                    <a:lnTo>
                      <a:pt x="2" y="0"/>
                    </a:lnTo>
                    <a:lnTo>
                      <a:pt x="0" y="0"/>
                    </a:lnTo>
                  </a:path>
                </a:pathLst>
              </a:custGeom>
              <a:noFill/>
              <a:ln w="19050">
                <a:solidFill>
                  <a:srgbClr val="000000"/>
                </a:solidFill>
                <a:prstDash val="solid"/>
                <a:round/>
                <a:headEnd/>
                <a:tailEnd/>
              </a:ln>
            </p:spPr>
            <p:txBody>
              <a:bodyPr/>
              <a:lstStyle/>
              <a:p>
                <a:endParaRPr lang="en-US"/>
              </a:p>
            </p:txBody>
          </p:sp>
          <p:sp>
            <p:nvSpPr>
              <p:cNvPr id="44" name="Freeform 40"/>
              <p:cNvSpPr>
                <a:spLocks/>
              </p:cNvSpPr>
              <p:nvPr/>
            </p:nvSpPr>
            <p:spPr bwMode="auto">
              <a:xfrm>
                <a:off x="2719388" y="2132013"/>
                <a:ext cx="55562" cy="128587"/>
              </a:xfrm>
              <a:custGeom>
                <a:avLst/>
                <a:gdLst>
                  <a:gd name="T0" fmla="*/ 0 w 35"/>
                  <a:gd name="T1" fmla="*/ 0 h 81"/>
                  <a:gd name="T2" fmla="*/ 23 w 35"/>
                  <a:gd name="T3" fmla="*/ 81 h 81"/>
                  <a:gd name="T4" fmla="*/ 35 w 35"/>
                  <a:gd name="T5" fmla="*/ 0 h 81"/>
                  <a:gd name="T6" fmla="*/ 23 w 35"/>
                  <a:gd name="T7" fmla="*/ 0 h 81"/>
                  <a:gd name="T8" fmla="*/ 0 w 35"/>
                  <a:gd name="T9" fmla="*/ 0 h 81"/>
                  <a:gd name="T10" fmla="*/ 0 60000 65536"/>
                  <a:gd name="T11" fmla="*/ 0 60000 65536"/>
                  <a:gd name="T12" fmla="*/ 0 60000 65536"/>
                  <a:gd name="T13" fmla="*/ 0 60000 65536"/>
                  <a:gd name="T14" fmla="*/ 0 60000 65536"/>
                  <a:gd name="T15" fmla="*/ 0 w 35"/>
                  <a:gd name="T16" fmla="*/ 0 h 81"/>
                  <a:gd name="T17" fmla="*/ 35 w 35"/>
                  <a:gd name="T18" fmla="*/ 81 h 81"/>
                </a:gdLst>
                <a:ahLst/>
                <a:cxnLst>
                  <a:cxn ang="T10">
                    <a:pos x="T0" y="T1"/>
                  </a:cxn>
                  <a:cxn ang="T11">
                    <a:pos x="T2" y="T3"/>
                  </a:cxn>
                  <a:cxn ang="T12">
                    <a:pos x="T4" y="T5"/>
                  </a:cxn>
                  <a:cxn ang="T13">
                    <a:pos x="T6" y="T7"/>
                  </a:cxn>
                  <a:cxn ang="T14">
                    <a:pos x="T8" y="T9"/>
                  </a:cxn>
                </a:cxnLst>
                <a:rect l="T15" t="T16" r="T17" b="T18"/>
                <a:pathLst>
                  <a:path w="35" h="81">
                    <a:moveTo>
                      <a:pt x="0" y="0"/>
                    </a:moveTo>
                    <a:lnTo>
                      <a:pt x="23" y="81"/>
                    </a:lnTo>
                    <a:lnTo>
                      <a:pt x="35" y="0"/>
                    </a:lnTo>
                    <a:lnTo>
                      <a:pt x="23" y="0"/>
                    </a:lnTo>
                    <a:lnTo>
                      <a:pt x="0" y="0"/>
                    </a:lnTo>
                    <a:close/>
                  </a:path>
                </a:pathLst>
              </a:custGeom>
              <a:solidFill>
                <a:srgbClr val="000000"/>
              </a:solidFill>
              <a:ln w="0">
                <a:solidFill>
                  <a:srgbClr val="000000"/>
                </a:solidFill>
                <a:prstDash val="solid"/>
                <a:round/>
                <a:headEnd/>
                <a:tailEnd/>
              </a:ln>
            </p:spPr>
            <p:txBody>
              <a:bodyPr/>
              <a:lstStyle/>
              <a:p>
                <a:endParaRPr lang="en-US"/>
              </a:p>
            </p:txBody>
          </p:sp>
          <p:sp>
            <p:nvSpPr>
              <p:cNvPr id="45" name="Freeform 41"/>
              <p:cNvSpPr>
                <a:spLocks/>
              </p:cNvSpPr>
              <p:nvPr/>
            </p:nvSpPr>
            <p:spPr bwMode="auto">
              <a:xfrm>
                <a:off x="1741488" y="1854200"/>
                <a:ext cx="1014412" cy="277813"/>
              </a:xfrm>
              <a:custGeom>
                <a:avLst/>
                <a:gdLst>
                  <a:gd name="T0" fmla="*/ 55 w 55"/>
                  <a:gd name="T1" fmla="*/ 15 h 15"/>
                  <a:gd name="T2" fmla="*/ 55 w 55"/>
                  <a:gd name="T3" fmla="*/ 0 h 15"/>
                  <a:gd name="T4" fmla="*/ 0 w 55"/>
                  <a:gd name="T5" fmla="*/ 0 h 15"/>
                  <a:gd name="T6" fmla="*/ 0 60000 65536"/>
                  <a:gd name="T7" fmla="*/ 0 60000 65536"/>
                  <a:gd name="T8" fmla="*/ 0 60000 65536"/>
                  <a:gd name="T9" fmla="*/ 0 w 55"/>
                  <a:gd name="T10" fmla="*/ 0 h 15"/>
                  <a:gd name="T11" fmla="*/ 55 w 55"/>
                  <a:gd name="T12" fmla="*/ 15 h 15"/>
                </a:gdLst>
                <a:ahLst/>
                <a:cxnLst>
                  <a:cxn ang="T6">
                    <a:pos x="T0" y="T1"/>
                  </a:cxn>
                  <a:cxn ang="T7">
                    <a:pos x="T2" y="T3"/>
                  </a:cxn>
                  <a:cxn ang="T8">
                    <a:pos x="T4" y="T5"/>
                  </a:cxn>
                </a:cxnLst>
                <a:rect l="T9" t="T10" r="T11" b="T12"/>
                <a:pathLst>
                  <a:path w="55" h="15">
                    <a:moveTo>
                      <a:pt x="55" y="15"/>
                    </a:moveTo>
                    <a:lnTo>
                      <a:pt x="55" y="0"/>
                    </a:lnTo>
                    <a:lnTo>
                      <a:pt x="0" y="0"/>
                    </a:lnTo>
                  </a:path>
                </a:pathLst>
              </a:custGeom>
              <a:noFill/>
              <a:ln w="19050">
                <a:solidFill>
                  <a:srgbClr val="000000"/>
                </a:solidFill>
                <a:prstDash val="solid"/>
                <a:round/>
                <a:headEnd/>
                <a:tailEnd/>
              </a:ln>
            </p:spPr>
            <p:txBody>
              <a:bodyPr/>
              <a:lstStyle/>
              <a:p>
                <a:endParaRPr lang="en-US"/>
              </a:p>
            </p:txBody>
          </p:sp>
          <p:sp>
            <p:nvSpPr>
              <p:cNvPr id="46" name="Rectangle 42"/>
              <p:cNvSpPr>
                <a:spLocks noChangeArrowheads="1"/>
              </p:cNvSpPr>
              <p:nvPr/>
            </p:nvSpPr>
            <p:spPr bwMode="auto">
              <a:xfrm>
                <a:off x="3561341" y="2609850"/>
                <a:ext cx="81121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decoder</a:t>
                </a:r>
                <a:endParaRPr lang="en-CA">
                  <a:latin typeface="Corbel" pitchFamily="34" charset="0"/>
                </a:endParaRPr>
              </a:p>
            </p:txBody>
          </p:sp>
          <p:sp>
            <p:nvSpPr>
              <p:cNvPr id="47" name="Rectangle 43"/>
              <p:cNvSpPr>
                <a:spLocks noChangeArrowheads="1"/>
              </p:cNvSpPr>
              <p:nvPr/>
            </p:nvSpPr>
            <p:spPr bwMode="auto">
              <a:xfrm>
                <a:off x="3695989" y="2444750"/>
                <a:ext cx="460375"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Row</a:t>
                </a:r>
                <a:endParaRPr lang="en-CA">
                  <a:latin typeface="Corbel" pitchFamily="34" charset="0"/>
                </a:endParaRPr>
              </a:p>
            </p:txBody>
          </p:sp>
          <p:sp>
            <p:nvSpPr>
              <p:cNvPr id="48" name="Freeform 47"/>
              <p:cNvSpPr>
                <a:spLocks/>
              </p:cNvSpPr>
              <p:nvPr/>
            </p:nvSpPr>
            <p:spPr bwMode="auto">
              <a:xfrm>
                <a:off x="5024438" y="5635625"/>
                <a:ext cx="19050" cy="74613"/>
              </a:xfrm>
              <a:custGeom>
                <a:avLst/>
                <a:gdLst>
                  <a:gd name="T0" fmla="*/ 0 w 1"/>
                  <a:gd name="T1" fmla="*/ 0 h 4"/>
                  <a:gd name="T2" fmla="*/ 0 w 1"/>
                  <a:gd name="T3" fmla="*/ 4 h 4"/>
                  <a:gd name="T4" fmla="*/ 1 w 1"/>
                  <a:gd name="T5" fmla="*/ 0 h 4"/>
                  <a:gd name="T6" fmla="*/ 0 w 1"/>
                  <a:gd name="T7" fmla="*/ 0 h 4"/>
                  <a:gd name="T8" fmla="*/ 0 60000 65536"/>
                  <a:gd name="T9" fmla="*/ 0 60000 65536"/>
                  <a:gd name="T10" fmla="*/ 0 60000 65536"/>
                  <a:gd name="T11" fmla="*/ 0 60000 65536"/>
                  <a:gd name="T12" fmla="*/ 0 w 1"/>
                  <a:gd name="T13" fmla="*/ 0 h 4"/>
                  <a:gd name="T14" fmla="*/ 1 w 1"/>
                  <a:gd name="T15" fmla="*/ 4 h 4"/>
                </a:gdLst>
                <a:ahLst/>
                <a:cxnLst>
                  <a:cxn ang="T8">
                    <a:pos x="T0" y="T1"/>
                  </a:cxn>
                  <a:cxn ang="T9">
                    <a:pos x="T2" y="T3"/>
                  </a:cxn>
                  <a:cxn ang="T10">
                    <a:pos x="T4" y="T5"/>
                  </a:cxn>
                  <a:cxn ang="T11">
                    <a:pos x="T6" y="T7"/>
                  </a:cxn>
                </a:cxnLst>
                <a:rect l="T12" t="T13" r="T14" b="T15"/>
                <a:pathLst>
                  <a:path w="1" h="4">
                    <a:moveTo>
                      <a:pt x="0" y="0"/>
                    </a:moveTo>
                    <a:lnTo>
                      <a:pt x="0" y="4"/>
                    </a:lnTo>
                    <a:lnTo>
                      <a:pt x="1" y="0"/>
                    </a:lnTo>
                    <a:lnTo>
                      <a:pt x="0" y="0"/>
                    </a:lnTo>
                  </a:path>
                </a:pathLst>
              </a:custGeom>
              <a:noFill/>
              <a:ln w="19050">
                <a:solidFill>
                  <a:srgbClr val="000000"/>
                </a:solidFill>
                <a:prstDash val="solid"/>
                <a:round/>
                <a:headEnd/>
                <a:tailEnd/>
              </a:ln>
            </p:spPr>
            <p:txBody>
              <a:bodyPr/>
              <a:lstStyle/>
              <a:p>
                <a:endParaRPr lang="en-US"/>
              </a:p>
            </p:txBody>
          </p:sp>
          <p:sp>
            <p:nvSpPr>
              <p:cNvPr id="49" name="Freeform 48"/>
              <p:cNvSpPr>
                <a:spLocks/>
              </p:cNvSpPr>
              <p:nvPr/>
            </p:nvSpPr>
            <p:spPr bwMode="auto">
              <a:xfrm>
                <a:off x="5024438" y="5635625"/>
                <a:ext cx="19050" cy="74613"/>
              </a:xfrm>
              <a:custGeom>
                <a:avLst/>
                <a:gdLst>
                  <a:gd name="T0" fmla="*/ 0 w 12"/>
                  <a:gd name="T1" fmla="*/ 0 h 47"/>
                  <a:gd name="T2" fmla="*/ 0 w 12"/>
                  <a:gd name="T3" fmla="*/ 47 h 47"/>
                  <a:gd name="T4" fmla="*/ 12 w 12"/>
                  <a:gd name="T5" fmla="*/ 0 h 47"/>
                  <a:gd name="T6" fmla="*/ 0 w 12"/>
                  <a:gd name="T7" fmla="*/ 0 h 47"/>
                  <a:gd name="T8" fmla="*/ 0 w 12"/>
                  <a:gd name="T9" fmla="*/ 0 h 47"/>
                  <a:gd name="T10" fmla="*/ 0 60000 65536"/>
                  <a:gd name="T11" fmla="*/ 0 60000 65536"/>
                  <a:gd name="T12" fmla="*/ 0 60000 65536"/>
                  <a:gd name="T13" fmla="*/ 0 60000 65536"/>
                  <a:gd name="T14" fmla="*/ 0 60000 65536"/>
                  <a:gd name="T15" fmla="*/ 0 w 12"/>
                  <a:gd name="T16" fmla="*/ 0 h 47"/>
                  <a:gd name="T17" fmla="*/ 12 w 12"/>
                  <a:gd name="T18" fmla="*/ 47 h 47"/>
                </a:gdLst>
                <a:ahLst/>
                <a:cxnLst>
                  <a:cxn ang="T10">
                    <a:pos x="T0" y="T1"/>
                  </a:cxn>
                  <a:cxn ang="T11">
                    <a:pos x="T2" y="T3"/>
                  </a:cxn>
                  <a:cxn ang="T12">
                    <a:pos x="T4" y="T5"/>
                  </a:cxn>
                  <a:cxn ang="T13">
                    <a:pos x="T6" y="T7"/>
                  </a:cxn>
                  <a:cxn ang="T14">
                    <a:pos x="T8" y="T9"/>
                  </a:cxn>
                </a:cxnLst>
                <a:rect l="T15" t="T16" r="T17" b="T18"/>
                <a:pathLst>
                  <a:path w="12" h="47">
                    <a:moveTo>
                      <a:pt x="0" y="0"/>
                    </a:moveTo>
                    <a:lnTo>
                      <a:pt x="0" y="47"/>
                    </a:lnTo>
                    <a:lnTo>
                      <a:pt x="12" y="0"/>
                    </a:lnTo>
                    <a:lnTo>
                      <a:pt x="0" y="0"/>
                    </a:lnTo>
                    <a:close/>
                  </a:path>
                </a:pathLst>
              </a:custGeom>
              <a:solidFill>
                <a:srgbClr val="000000"/>
              </a:solidFill>
              <a:ln w="0">
                <a:solidFill>
                  <a:srgbClr val="000000"/>
                </a:solidFill>
                <a:prstDash val="solid"/>
                <a:round/>
                <a:headEnd/>
                <a:tailEnd/>
              </a:ln>
            </p:spPr>
            <p:txBody>
              <a:bodyPr/>
              <a:lstStyle/>
              <a:p>
                <a:endParaRPr lang="en-US"/>
              </a:p>
            </p:txBody>
          </p:sp>
          <p:sp>
            <p:nvSpPr>
              <p:cNvPr id="50" name="Freeform 49"/>
              <p:cNvSpPr>
                <a:spLocks/>
              </p:cNvSpPr>
              <p:nvPr/>
            </p:nvSpPr>
            <p:spPr bwMode="auto">
              <a:xfrm>
                <a:off x="5024438" y="5340350"/>
                <a:ext cx="19050" cy="74613"/>
              </a:xfrm>
              <a:custGeom>
                <a:avLst/>
                <a:gdLst>
                  <a:gd name="T0" fmla="*/ 1 w 1"/>
                  <a:gd name="T1" fmla="*/ 4 h 4"/>
                  <a:gd name="T2" fmla="*/ 0 w 1"/>
                  <a:gd name="T3" fmla="*/ 0 h 4"/>
                  <a:gd name="T4" fmla="*/ 0 w 1"/>
                  <a:gd name="T5" fmla="*/ 4 h 4"/>
                  <a:gd name="T6" fmla="*/ 0 w 1"/>
                  <a:gd name="T7" fmla="*/ 4 h 4"/>
                  <a:gd name="T8" fmla="*/ 1 w 1"/>
                  <a:gd name="T9" fmla="*/ 4 h 4"/>
                  <a:gd name="T10" fmla="*/ 0 60000 65536"/>
                  <a:gd name="T11" fmla="*/ 0 60000 65536"/>
                  <a:gd name="T12" fmla="*/ 0 60000 65536"/>
                  <a:gd name="T13" fmla="*/ 0 60000 65536"/>
                  <a:gd name="T14" fmla="*/ 0 60000 65536"/>
                  <a:gd name="T15" fmla="*/ 0 w 1"/>
                  <a:gd name="T16" fmla="*/ 0 h 4"/>
                  <a:gd name="T17" fmla="*/ 1 w 1"/>
                  <a:gd name="T18" fmla="*/ 4 h 4"/>
                </a:gdLst>
                <a:ahLst/>
                <a:cxnLst>
                  <a:cxn ang="T10">
                    <a:pos x="T0" y="T1"/>
                  </a:cxn>
                  <a:cxn ang="T11">
                    <a:pos x="T2" y="T3"/>
                  </a:cxn>
                  <a:cxn ang="T12">
                    <a:pos x="T4" y="T5"/>
                  </a:cxn>
                  <a:cxn ang="T13">
                    <a:pos x="T6" y="T7"/>
                  </a:cxn>
                  <a:cxn ang="T14">
                    <a:pos x="T8" y="T9"/>
                  </a:cxn>
                </a:cxnLst>
                <a:rect l="T15" t="T16" r="T17" b="T18"/>
                <a:pathLst>
                  <a:path w="1" h="4">
                    <a:moveTo>
                      <a:pt x="1" y="4"/>
                    </a:moveTo>
                    <a:lnTo>
                      <a:pt x="0" y="0"/>
                    </a:lnTo>
                    <a:lnTo>
                      <a:pt x="0" y="4"/>
                    </a:lnTo>
                    <a:lnTo>
                      <a:pt x="1" y="4"/>
                    </a:lnTo>
                  </a:path>
                </a:pathLst>
              </a:custGeom>
              <a:noFill/>
              <a:ln w="19050">
                <a:solidFill>
                  <a:srgbClr val="000000"/>
                </a:solidFill>
                <a:prstDash val="solid"/>
                <a:round/>
                <a:headEnd/>
                <a:tailEnd/>
              </a:ln>
            </p:spPr>
            <p:txBody>
              <a:bodyPr/>
              <a:lstStyle/>
              <a:p>
                <a:endParaRPr lang="en-US"/>
              </a:p>
            </p:txBody>
          </p:sp>
          <p:sp>
            <p:nvSpPr>
              <p:cNvPr id="51" name="Freeform 50"/>
              <p:cNvSpPr>
                <a:spLocks/>
              </p:cNvSpPr>
              <p:nvPr/>
            </p:nvSpPr>
            <p:spPr bwMode="auto">
              <a:xfrm>
                <a:off x="5024438" y="5340350"/>
                <a:ext cx="19050" cy="74613"/>
              </a:xfrm>
              <a:custGeom>
                <a:avLst/>
                <a:gdLst>
                  <a:gd name="T0" fmla="*/ 12 w 12"/>
                  <a:gd name="T1" fmla="*/ 47 h 47"/>
                  <a:gd name="T2" fmla="*/ 0 w 12"/>
                  <a:gd name="T3" fmla="*/ 0 h 47"/>
                  <a:gd name="T4" fmla="*/ 0 w 12"/>
                  <a:gd name="T5" fmla="*/ 47 h 47"/>
                  <a:gd name="T6" fmla="*/ 0 w 12"/>
                  <a:gd name="T7" fmla="*/ 47 h 47"/>
                  <a:gd name="T8" fmla="*/ 12 w 12"/>
                  <a:gd name="T9" fmla="*/ 47 h 47"/>
                  <a:gd name="T10" fmla="*/ 0 60000 65536"/>
                  <a:gd name="T11" fmla="*/ 0 60000 65536"/>
                  <a:gd name="T12" fmla="*/ 0 60000 65536"/>
                  <a:gd name="T13" fmla="*/ 0 60000 65536"/>
                  <a:gd name="T14" fmla="*/ 0 60000 65536"/>
                  <a:gd name="T15" fmla="*/ 0 w 12"/>
                  <a:gd name="T16" fmla="*/ 0 h 47"/>
                  <a:gd name="T17" fmla="*/ 12 w 12"/>
                  <a:gd name="T18" fmla="*/ 47 h 47"/>
                </a:gdLst>
                <a:ahLst/>
                <a:cxnLst>
                  <a:cxn ang="T10">
                    <a:pos x="T0" y="T1"/>
                  </a:cxn>
                  <a:cxn ang="T11">
                    <a:pos x="T2" y="T3"/>
                  </a:cxn>
                  <a:cxn ang="T12">
                    <a:pos x="T4" y="T5"/>
                  </a:cxn>
                  <a:cxn ang="T13">
                    <a:pos x="T6" y="T7"/>
                  </a:cxn>
                  <a:cxn ang="T14">
                    <a:pos x="T8" y="T9"/>
                  </a:cxn>
                </a:cxnLst>
                <a:rect l="T15" t="T16" r="T17" b="T18"/>
                <a:pathLst>
                  <a:path w="12" h="47">
                    <a:moveTo>
                      <a:pt x="12" y="47"/>
                    </a:moveTo>
                    <a:lnTo>
                      <a:pt x="0" y="0"/>
                    </a:lnTo>
                    <a:lnTo>
                      <a:pt x="0" y="47"/>
                    </a:lnTo>
                    <a:lnTo>
                      <a:pt x="12" y="47"/>
                    </a:lnTo>
                    <a:close/>
                  </a:path>
                </a:pathLst>
              </a:custGeom>
              <a:solidFill>
                <a:srgbClr val="000000"/>
              </a:solidFill>
              <a:ln w="0">
                <a:solidFill>
                  <a:srgbClr val="000000"/>
                </a:solidFill>
                <a:prstDash val="solid"/>
                <a:round/>
                <a:headEnd/>
                <a:tailEnd/>
              </a:ln>
            </p:spPr>
            <p:txBody>
              <a:bodyPr/>
              <a:lstStyle/>
              <a:p>
                <a:endParaRPr lang="en-US"/>
              </a:p>
            </p:txBody>
          </p:sp>
          <p:sp>
            <p:nvSpPr>
              <p:cNvPr id="52" name="Line 51"/>
              <p:cNvSpPr>
                <a:spLocks noChangeShapeType="1"/>
              </p:cNvSpPr>
              <p:nvPr/>
            </p:nvSpPr>
            <p:spPr bwMode="auto">
              <a:xfrm>
                <a:off x="5024438" y="5414963"/>
                <a:ext cx="1587" cy="201612"/>
              </a:xfrm>
              <a:prstGeom prst="line">
                <a:avLst/>
              </a:prstGeom>
              <a:noFill/>
              <a:ln w="19050">
                <a:solidFill>
                  <a:srgbClr val="000000"/>
                </a:solidFill>
                <a:round/>
                <a:headEnd/>
                <a:tailEnd/>
              </a:ln>
            </p:spPr>
            <p:txBody>
              <a:bodyPr/>
              <a:lstStyle/>
              <a:p>
                <a:endParaRPr lang="en-US"/>
              </a:p>
            </p:txBody>
          </p:sp>
          <p:sp>
            <p:nvSpPr>
              <p:cNvPr id="53" name="Rectangle 52"/>
              <p:cNvSpPr>
                <a:spLocks noChangeArrowheads="1"/>
              </p:cNvSpPr>
              <p:nvPr/>
            </p:nvSpPr>
            <p:spPr bwMode="auto">
              <a:xfrm>
                <a:off x="5080000" y="4989513"/>
                <a:ext cx="811213"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decoder</a:t>
                </a:r>
                <a:endParaRPr lang="en-CA">
                  <a:latin typeface="Corbel" pitchFamily="34" charset="0"/>
                </a:endParaRPr>
              </a:p>
            </p:txBody>
          </p:sp>
          <p:sp>
            <p:nvSpPr>
              <p:cNvPr id="54" name="Rectangle 53"/>
              <p:cNvSpPr>
                <a:spLocks noChangeArrowheads="1"/>
              </p:cNvSpPr>
              <p:nvPr/>
            </p:nvSpPr>
            <p:spPr bwMode="auto">
              <a:xfrm>
                <a:off x="2427432" y="4914900"/>
                <a:ext cx="81121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address</a:t>
                </a:r>
                <a:endParaRPr lang="en-CA">
                  <a:latin typeface="Corbel" pitchFamily="34" charset="0"/>
                </a:endParaRPr>
              </a:p>
            </p:txBody>
          </p:sp>
          <p:sp>
            <p:nvSpPr>
              <p:cNvPr id="55" name="Rectangle 54"/>
              <p:cNvSpPr>
                <a:spLocks noChangeArrowheads="1"/>
              </p:cNvSpPr>
              <p:nvPr/>
            </p:nvSpPr>
            <p:spPr bwMode="auto">
              <a:xfrm>
                <a:off x="4765675" y="2444750"/>
                <a:ext cx="534988"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4096</a:t>
                </a:r>
                <a:endParaRPr lang="en-CA">
                  <a:latin typeface="Corbel" pitchFamily="34" charset="0"/>
                </a:endParaRPr>
              </a:p>
            </p:txBody>
          </p:sp>
          <p:sp>
            <p:nvSpPr>
              <p:cNvPr id="56" name="Rectangle 55"/>
              <p:cNvSpPr>
                <a:spLocks noChangeArrowheads="1"/>
              </p:cNvSpPr>
              <p:nvPr/>
            </p:nvSpPr>
            <p:spPr bwMode="auto">
              <a:xfrm>
                <a:off x="5338763" y="2444750"/>
                <a:ext cx="42386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512</a:t>
                </a:r>
                <a:endParaRPr lang="en-CA">
                  <a:latin typeface="Corbel" pitchFamily="34" charset="0"/>
                </a:endParaRPr>
              </a:p>
            </p:txBody>
          </p:sp>
          <p:sp>
            <p:nvSpPr>
              <p:cNvPr id="57" name="Rectangle 56"/>
              <p:cNvSpPr>
                <a:spLocks noChangeArrowheads="1"/>
              </p:cNvSpPr>
              <p:nvPr/>
            </p:nvSpPr>
            <p:spPr bwMode="auto">
              <a:xfrm>
                <a:off x="5762625" y="2444750"/>
                <a:ext cx="203200"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8</a:t>
                </a:r>
                <a:endParaRPr lang="en-CA">
                  <a:latin typeface="Corbel" pitchFamily="34" charset="0"/>
                </a:endParaRPr>
              </a:p>
            </p:txBody>
          </p:sp>
          <p:sp>
            <p:nvSpPr>
              <p:cNvPr id="58" name="Rectangle 57"/>
              <p:cNvSpPr>
                <a:spLocks noChangeArrowheads="1"/>
              </p:cNvSpPr>
              <p:nvPr/>
            </p:nvSpPr>
            <p:spPr bwMode="auto">
              <a:xfrm>
                <a:off x="5634038" y="2444750"/>
                <a:ext cx="203200" cy="258763"/>
              </a:xfrm>
              <a:prstGeom prst="rect">
                <a:avLst/>
              </a:prstGeom>
              <a:noFill/>
              <a:ln w="9525">
                <a:noFill/>
                <a:miter lim="800000"/>
                <a:headEnd/>
                <a:tailEnd/>
              </a:ln>
            </p:spPr>
            <p:txBody>
              <a:bodyPr wrap="none" lIns="0" tIns="0" rIns="0" bIns="0">
                <a:spAutoFit/>
              </a:bodyPr>
              <a:lstStyle/>
              <a:p>
                <a:r>
                  <a:rPr lang="en-CA" sz="1300">
                    <a:solidFill>
                      <a:srgbClr val="000000"/>
                    </a:solidFill>
                    <a:latin typeface="Symbol" pitchFamily="18" charset="2"/>
                  </a:rPr>
                  <a:t>´</a:t>
                </a:r>
                <a:endParaRPr lang="en-CA">
                  <a:latin typeface="Corbel" pitchFamily="34" charset="0"/>
                </a:endParaRPr>
              </a:p>
            </p:txBody>
          </p:sp>
          <p:sp>
            <p:nvSpPr>
              <p:cNvPr id="59" name="Rectangle 58"/>
              <p:cNvSpPr>
                <a:spLocks noChangeArrowheads="1"/>
              </p:cNvSpPr>
              <p:nvPr/>
            </p:nvSpPr>
            <p:spPr bwMode="auto">
              <a:xfrm>
                <a:off x="5283200" y="2444750"/>
                <a:ext cx="166688" cy="258763"/>
              </a:xfrm>
              <a:prstGeom prst="rect">
                <a:avLst/>
              </a:prstGeom>
              <a:noFill/>
              <a:ln w="9525">
                <a:noFill/>
                <a:miter lim="800000"/>
                <a:headEnd/>
                <a:tailEnd/>
              </a:ln>
            </p:spPr>
            <p:txBody>
              <a:bodyPr wrap="none" lIns="0" tIns="0" rIns="0" bIns="0">
                <a:spAutoFit/>
              </a:bodyPr>
              <a:lstStyle/>
              <a:p>
                <a:r>
                  <a:rPr lang="en-CA" sz="1300">
                    <a:solidFill>
                      <a:srgbClr val="000000"/>
                    </a:solidFill>
                    <a:latin typeface="Symbol" pitchFamily="18" charset="2"/>
                  </a:rPr>
                  <a:t>(</a:t>
                </a:r>
                <a:endParaRPr lang="en-CA">
                  <a:latin typeface="Corbel" pitchFamily="34" charset="0"/>
                </a:endParaRPr>
              </a:p>
            </p:txBody>
          </p:sp>
          <p:sp>
            <p:nvSpPr>
              <p:cNvPr id="60" name="Rectangle 59"/>
              <p:cNvSpPr>
                <a:spLocks noChangeArrowheads="1"/>
              </p:cNvSpPr>
              <p:nvPr/>
            </p:nvSpPr>
            <p:spPr bwMode="auto">
              <a:xfrm>
                <a:off x="5854700" y="2444750"/>
                <a:ext cx="166688" cy="258763"/>
              </a:xfrm>
              <a:prstGeom prst="rect">
                <a:avLst/>
              </a:prstGeom>
              <a:noFill/>
              <a:ln w="9525">
                <a:noFill/>
                <a:miter lim="800000"/>
                <a:headEnd/>
                <a:tailEnd/>
              </a:ln>
            </p:spPr>
            <p:txBody>
              <a:bodyPr wrap="none" lIns="0" tIns="0" rIns="0" bIns="0">
                <a:spAutoFit/>
              </a:bodyPr>
              <a:lstStyle/>
              <a:p>
                <a:r>
                  <a:rPr lang="en-CA" sz="1300">
                    <a:solidFill>
                      <a:srgbClr val="000000"/>
                    </a:solidFill>
                    <a:latin typeface="Symbol" pitchFamily="18" charset="2"/>
                  </a:rPr>
                  <a:t>)</a:t>
                </a:r>
                <a:endParaRPr lang="en-CA">
                  <a:latin typeface="Corbel" pitchFamily="34" charset="0"/>
                </a:endParaRPr>
              </a:p>
            </p:txBody>
          </p:sp>
          <p:sp>
            <p:nvSpPr>
              <p:cNvPr id="61" name="Rectangle 60"/>
              <p:cNvSpPr>
                <a:spLocks noChangeArrowheads="1"/>
              </p:cNvSpPr>
              <p:nvPr/>
            </p:nvSpPr>
            <p:spPr bwMode="auto">
              <a:xfrm>
                <a:off x="5135563" y="2444750"/>
                <a:ext cx="203200" cy="258763"/>
              </a:xfrm>
              <a:prstGeom prst="rect">
                <a:avLst/>
              </a:prstGeom>
              <a:noFill/>
              <a:ln w="9525">
                <a:noFill/>
                <a:miter lim="800000"/>
                <a:headEnd/>
                <a:tailEnd/>
              </a:ln>
            </p:spPr>
            <p:txBody>
              <a:bodyPr wrap="none" lIns="0" tIns="0" rIns="0" bIns="0">
                <a:spAutoFit/>
              </a:bodyPr>
              <a:lstStyle/>
              <a:p>
                <a:r>
                  <a:rPr lang="en-CA" sz="1300">
                    <a:solidFill>
                      <a:srgbClr val="000000"/>
                    </a:solidFill>
                    <a:latin typeface="Symbol" pitchFamily="18" charset="2"/>
                  </a:rPr>
                  <a:t>´</a:t>
                </a:r>
                <a:endParaRPr lang="en-CA">
                  <a:latin typeface="Corbel" pitchFamily="34" charset="0"/>
                </a:endParaRPr>
              </a:p>
            </p:txBody>
          </p:sp>
          <p:sp>
            <p:nvSpPr>
              <p:cNvPr id="62" name="Rectangle 61"/>
              <p:cNvSpPr>
                <a:spLocks noChangeArrowheads="1"/>
              </p:cNvSpPr>
              <p:nvPr/>
            </p:nvSpPr>
            <p:spPr bwMode="auto">
              <a:xfrm>
                <a:off x="6278563" y="4030663"/>
                <a:ext cx="22066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R</a:t>
                </a:r>
                <a:endParaRPr lang="en-CA">
                  <a:latin typeface="Corbel" pitchFamily="34" charset="0"/>
                </a:endParaRPr>
              </a:p>
            </p:txBody>
          </p:sp>
          <p:sp>
            <p:nvSpPr>
              <p:cNvPr id="63" name="Rectangle 62"/>
              <p:cNvSpPr>
                <a:spLocks noChangeArrowheads="1"/>
              </p:cNvSpPr>
              <p:nvPr/>
            </p:nvSpPr>
            <p:spPr bwMode="auto">
              <a:xfrm>
                <a:off x="6408738" y="4030663"/>
                <a:ext cx="184150"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t>
                </a:r>
                <a:endParaRPr lang="en-CA">
                  <a:latin typeface="Corbel" pitchFamily="34" charset="0"/>
                </a:endParaRPr>
              </a:p>
            </p:txBody>
          </p:sp>
          <p:sp>
            <p:nvSpPr>
              <p:cNvPr id="64" name="Rectangle 63"/>
              <p:cNvSpPr>
                <a:spLocks noChangeArrowheads="1"/>
              </p:cNvSpPr>
              <p:nvPr/>
            </p:nvSpPr>
            <p:spPr bwMode="auto">
              <a:xfrm>
                <a:off x="6481763" y="4030663"/>
                <a:ext cx="25876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W</a:t>
                </a:r>
                <a:endParaRPr lang="en-CA">
                  <a:latin typeface="Corbel" pitchFamily="34" charset="0"/>
                </a:endParaRPr>
              </a:p>
            </p:txBody>
          </p:sp>
          <p:sp>
            <p:nvSpPr>
              <p:cNvPr id="65" name="Line 64"/>
              <p:cNvSpPr>
                <a:spLocks noChangeShapeType="1"/>
              </p:cNvSpPr>
              <p:nvPr/>
            </p:nvSpPr>
            <p:spPr bwMode="auto">
              <a:xfrm flipH="1">
                <a:off x="6500813" y="4006735"/>
                <a:ext cx="109536" cy="1587"/>
              </a:xfrm>
              <a:prstGeom prst="line">
                <a:avLst/>
              </a:prstGeom>
              <a:noFill/>
              <a:ln w="19050">
                <a:solidFill>
                  <a:srgbClr val="000000"/>
                </a:solidFill>
                <a:round/>
                <a:headEnd/>
                <a:tailEnd/>
              </a:ln>
            </p:spPr>
            <p:txBody>
              <a:bodyPr/>
              <a:lstStyle/>
              <a:p>
                <a:endParaRPr lang="en-US"/>
              </a:p>
            </p:txBody>
          </p:sp>
          <p:sp>
            <p:nvSpPr>
              <p:cNvPr id="66" name="Rectangle 65"/>
              <p:cNvSpPr>
                <a:spLocks noChangeArrowheads="1"/>
              </p:cNvSpPr>
              <p:nvPr/>
            </p:nvSpPr>
            <p:spPr bwMode="auto">
              <a:xfrm>
                <a:off x="3549753" y="2113338"/>
                <a:ext cx="736468" cy="1069744"/>
              </a:xfrm>
              <a:prstGeom prst="rect">
                <a:avLst/>
              </a:prstGeom>
              <a:noFill/>
              <a:ln w="19050">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67" name="Rectangle 66"/>
              <p:cNvSpPr>
                <a:spLocks noChangeArrowheads="1"/>
              </p:cNvSpPr>
              <p:nvPr/>
            </p:nvSpPr>
            <p:spPr bwMode="auto">
              <a:xfrm>
                <a:off x="4821833" y="3717117"/>
                <a:ext cx="1242128" cy="535709"/>
              </a:xfrm>
              <a:prstGeom prst="rect">
                <a:avLst/>
              </a:prstGeom>
              <a:noFill/>
              <a:ln w="19050">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68" name="Rectangle 67"/>
              <p:cNvSpPr>
                <a:spLocks noChangeArrowheads="1"/>
              </p:cNvSpPr>
              <p:nvPr/>
            </p:nvSpPr>
            <p:spPr bwMode="auto">
              <a:xfrm>
                <a:off x="4821833" y="4768446"/>
                <a:ext cx="1069463" cy="535709"/>
              </a:xfrm>
              <a:prstGeom prst="rect">
                <a:avLst/>
              </a:prstGeom>
              <a:noFill/>
              <a:ln w="19050">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69" name="Rectangle 68"/>
              <p:cNvSpPr>
                <a:spLocks noChangeArrowheads="1"/>
              </p:cNvSpPr>
              <p:nvPr/>
            </p:nvSpPr>
            <p:spPr bwMode="auto">
              <a:xfrm>
                <a:off x="4710834" y="2021263"/>
                <a:ext cx="1272081" cy="1272309"/>
              </a:xfrm>
              <a:prstGeom prst="rect">
                <a:avLst/>
              </a:prstGeom>
              <a:noFill/>
              <a:ln w="19050">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70" name="Rectangle 69"/>
              <p:cNvSpPr>
                <a:spLocks noChangeArrowheads="1"/>
              </p:cNvSpPr>
              <p:nvPr/>
            </p:nvSpPr>
            <p:spPr bwMode="auto">
              <a:xfrm>
                <a:off x="2369290" y="2279073"/>
                <a:ext cx="754087" cy="736600"/>
              </a:xfrm>
              <a:prstGeom prst="rect">
                <a:avLst/>
              </a:prstGeom>
              <a:noFill/>
              <a:ln w="19050">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71" name="Rectangle 70"/>
              <p:cNvSpPr>
                <a:spLocks noChangeArrowheads="1"/>
              </p:cNvSpPr>
              <p:nvPr/>
            </p:nvSpPr>
            <p:spPr bwMode="auto">
              <a:xfrm>
                <a:off x="2369290" y="4676371"/>
                <a:ext cx="754087" cy="738275"/>
              </a:xfrm>
              <a:prstGeom prst="rect">
                <a:avLst/>
              </a:prstGeom>
              <a:noFill/>
              <a:ln w="19050">
                <a:solidFill>
                  <a:schemeClr val="accent1">
                    <a:lumMod val="75000"/>
                  </a:schemeClr>
                </a:solidFill>
                <a:miter lim="800000"/>
                <a:headEnd/>
                <a:tailEnd/>
              </a:ln>
            </p:spPr>
            <p:txBody>
              <a:bodyPr/>
              <a:lstStyle/>
              <a:p>
                <a:pPr fontAlgn="auto">
                  <a:spcBef>
                    <a:spcPts val="0"/>
                  </a:spcBef>
                  <a:spcAft>
                    <a:spcPts val="0"/>
                  </a:spcAft>
                  <a:defRPr/>
                </a:pPr>
                <a:endParaRPr lang="en-US">
                  <a:latin typeface="+mn-lt"/>
                </a:endParaRPr>
              </a:p>
            </p:txBody>
          </p:sp>
          <p:sp>
            <p:nvSpPr>
              <p:cNvPr id="72" name="Freeform 71"/>
              <p:cNvSpPr>
                <a:spLocks/>
              </p:cNvSpPr>
              <p:nvPr/>
            </p:nvSpPr>
            <p:spPr bwMode="auto">
              <a:xfrm>
                <a:off x="4489450" y="2795588"/>
                <a:ext cx="19050" cy="17462"/>
              </a:xfrm>
              <a:custGeom>
                <a:avLst/>
                <a:gdLst>
                  <a:gd name="T0" fmla="*/ 0 w 1"/>
                  <a:gd name="T1" fmla="*/ 0 h 1"/>
                  <a:gd name="T2" fmla="*/ 0 w 1"/>
                  <a:gd name="T3" fmla="*/ 1 h 1"/>
                  <a:gd name="T4" fmla="*/ 1 w 1"/>
                  <a:gd name="T5" fmla="*/ 0 h 1"/>
                  <a:gd name="T6" fmla="*/ 0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1"/>
                    </a:lnTo>
                    <a:lnTo>
                      <a:pt x="1" y="0"/>
                    </a:lnTo>
                    <a:lnTo>
                      <a:pt x="0" y="0"/>
                    </a:lnTo>
                  </a:path>
                </a:pathLst>
              </a:custGeom>
              <a:noFill/>
              <a:ln w="19050">
                <a:solidFill>
                  <a:srgbClr val="000000"/>
                </a:solidFill>
                <a:prstDash val="solid"/>
                <a:round/>
                <a:headEnd/>
                <a:tailEnd/>
              </a:ln>
            </p:spPr>
            <p:txBody>
              <a:bodyPr/>
              <a:lstStyle/>
              <a:p>
                <a:endParaRPr lang="en-US"/>
              </a:p>
            </p:txBody>
          </p:sp>
          <p:sp>
            <p:nvSpPr>
              <p:cNvPr id="73" name="Freeform 72"/>
              <p:cNvSpPr>
                <a:spLocks/>
              </p:cNvSpPr>
              <p:nvPr/>
            </p:nvSpPr>
            <p:spPr bwMode="auto">
              <a:xfrm>
                <a:off x="4489450" y="2703513"/>
                <a:ext cx="19050" cy="17462"/>
              </a:xfrm>
              <a:custGeom>
                <a:avLst/>
                <a:gdLst>
                  <a:gd name="T0" fmla="*/ 0 w 1"/>
                  <a:gd name="T1" fmla="*/ 0 h 1"/>
                  <a:gd name="T2" fmla="*/ 0 w 1"/>
                  <a:gd name="T3" fmla="*/ 1 h 1"/>
                  <a:gd name="T4" fmla="*/ 1 w 1"/>
                  <a:gd name="T5" fmla="*/ 0 h 1"/>
                  <a:gd name="T6" fmla="*/ 0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1"/>
                    </a:lnTo>
                    <a:lnTo>
                      <a:pt x="1" y="0"/>
                    </a:lnTo>
                    <a:lnTo>
                      <a:pt x="0" y="0"/>
                    </a:lnTo>
                  </a:path>
                </a:pathLst>
              </a:custGeom>
              <a:noFill/>
              <a:ln w="19050">
                <a:solidFill>
                  <a:srgbClr val="000000"/>
                </a:solidFill>
                <a:prstDash val="solid"/>
                <a:round/>
                <a:headEnd/>
                <a:tailEnd/>
              </a:ln>
            </p:spPr>
            <p:txBody>
              <a:bodyPr/>
              <a:lstStyle/>
              <a:p>
                <a:endParaRPr lang="en-US"/>
              </a:p>
            </p:txBody>
          </p:sp>
          <p:sp>
            <p:nvSpPr>
              <p:cNvPr id="74" name="Freeform 73"/>
              <p:cNvSpPr>
                <a:spLocks/>
              </p:cNvSpPr>
              <p:nvPr/>
            </p:nvSpPr>
            <p:spPr bwMode="auto">
              <a:xfrm>
                <a:off x="4489450" y="2611438"/>
                <a:ext cx="19050" cy="17462"/>
              </a:xfrm>
              <a:custGeom>
                <a:avLst/>
                <a:gdLst>
                  <a:gd name="T0" fmla="*/ 0 w 1"/>
                  <a:gd name="T1" fmla="*/ 0 h 1"/>
                  <a:gd name="T2" fmla="*/ 0 w 1"/>
                  <a:gd name="T3" fmla="*/ 1 h 1"/>
                  <a:gd name="T4" fmla="*/ 1 w 1"/>
                  <a:gd name="T5" fmla="*/ 0 h 1"/>
                  <a:gd name="T6" fmla="*/ 0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1"/>
                    </a:lnTo>
                    <a:lnTo>
                      <a:pt x="1" y="0"/>
                    </a:lnTo>
                    <a:lnTo>
                      <a:pt x="0" y="0"/>
                    </a:lnTo>
                  </a:path>
                </a:pathLst>
              </a:custGeom>
              <a:noFill/>
              <a:ln w="19050">
                <a:solidFill>
                  <a:srgbClr val="000000"/>
                </a:solidFill>
                <a:prstDash val="solid"/>
                <a:round/>
                <a:headEnd/>
                <a:tailEnd/>
              </a:ln>
            </p:spPr>
            <p:txBody>
              <a:bodyPr/>
              <a:lstStyle/>
              <a:p>
                <a:endParaRPr lang="en-US"/>
              </a:p>
            </p:txBody>
          </p:sp>
          <p:sp>
            <p:nvSpPr>
              <p:cNvPr id="75" name="Freeform 74"/>
              <p:cNvSpPr>
                <a:spLocks/>
              </p:cNvSpPr>
              <p:nvPr/>
            </p:nvSpPr>
            <p:spPr bwMode="auto">
              <a:xfrm>
                <a:off x="5503863" y="3514725"/>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76" name="Freeform 75"/>
              <p:cNvSpPr>
                <a:spLocks/>
              </p:cNvSpPr>
              <p:nvPr/>
            </p:nvSpPr>
            <p:spPr bwMode="auto">
              <a:xfrm>
                <a:off x="5392738" y="3514725"/>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77" name="Freeform 76"/>
              <p:cNvSpPr>
                <a:spLocks/>
              </p:cNvSpPr>
              <p:nvPr/>
            </p:nvSpPr>
            <p:spPr bwMode="auto">
              <a:xfrm>
                <a:off x="5300663" y="3514725"/>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78" name="Freeform 77"/>
              <p:cNvSpPr>
                <a:spLocks/>
              </p:cNvSpPr>
              <p:nvPr/>
            </p:nvSpPr>
            <p:spPr bwMode="auto">
              <a:xfrm>
                <a:off x="5503863" y="4510088"/>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79" name="Freeform 78"/>
              <p:cNvSpPr>
                <a:spLocks/>
              </p:cNvSpPr>
              <p:nvPr/>
            </p:nvSpPr>
            <p:spPr bwMode="auto">
              <a:xfrm>
                <a:off x="5392738" y="4510088"/>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80" name="Freeform 79"/>
              <p:cNvSpPr>
                <a:spLocks/>
              </p:cNvSpPr>
              <p:nvPr/>
            </p:nvSpPr>
            <p:spPr bwMode="auto">
              <a:xfrm>
                <a:off x="5300663" y="4510088"/>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81" name="Freeform 80"/>
              <p:cNvSpPr>
                <a:spLocks/>
              </p:cNvSpPr>
              <p:nvPr/>
            </p:nvSpPr>
            <p:spPr bwMode="auto">
              <a:xfrm>
                <a:off x="5448300" y="5524500"/>
                <a:ext cx="19050"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82" name="Freeform 81"/>
              <p:cNvSpPr>
                <a:spLocks/>
              </p:cNvSpPr>
              <p:nvPr/>
            </p:nvSpPr>
            <p:spPr bwMode="auto">
              <a:xfrm>
                <a:off x="5348288" y="5524500"/>
                <a:ext cx="17462"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83" name="Freeform 82"/>
              <p:cNvSpPr>
                <a:spLocks/>
              </p:cNvSpPr>
              <p:nvPr/>
            </p:nvSpPr>
            <p:spPr bwMode="auto">
              <a:xfrm>
                <a:off x="5246688" y="5524500"/>
                <a:ext cx="17462" cy="19050"/>
              </a:xfrm>
              <a:custGeom>
                <a:avLst/>
                <a:gdLst>
                  <a:gd name="T0" fmla="*/ 0 w 1"/>
                  <a:gd name="T1" fmla="*/ 1 h 1"/>
                  <a:gd name="T2" fmla="*/ 1 w 1"/>
                  <a:gd name="T3" fmla="*/ 0 h 1"/>
                  <a:gd name="T4" fmla="*/ 0 w 1"/>
                  <a:gd name="T5" fmla="*/ 0 h 1"/>
                  <a:gd name="T6" fmla="*/ 0 w 1"/>
                  <a:gd name="T7" fmla="*/ 0 h 1"/>
                  <a:gd name="T8" fmla="*/ 0 w 1"/>
                  <a:gd name="T9" fmla="*/ 1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1"/>
                    </a:moveTo>
                    <a:lnTo>
                      <a:pt x="1" y="0"/>
                    </a:lnTo>
                    <a:lnTo>
                      <a:pt x="0" y="0"/>
                    </a:lnTo>
                    <a:lnTo>
                      <a:pt x="0" y="1"/>
                    </a:lnTo>
                  </a:path>
                </a:pathLst>
              </a:custGeom>
              <a:noFill/>
              <a:ln w="19050">
                <a:solidFill>
                  <a:srgbClr val="000000"/>
                </a:solidFill>
                <a:prstDash val="solid"/>
                <a:round/>
                <a:headEnd/>
                <a:tailEnd/>
              </a:ln>
            </p:spPr>
            <p:txBody>
              <a:bodyPr/>
              <a:lstStyle/>
              <a:p>
                <a:endParaRPr lang="en-US"/>
              </a:p>
            </p:txBody>
          </p:sp>
          <p:sp>
            <p:nvSpPr>
              <p:cNvPr id="84" name="Rectangle 83"/>
              <p:cNvSpPr>
                <a:spLocks noChangeArrowheads="1"/>
              </p:cNvSpPr>
              <p:nvPr/>
            </p:nvSpPr>
            <p:spPr bwMode="auto">
              <a:xfrm>
                <a:off x="228600" y="3716338"/>
                <a:ext cx="220663"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a:t>
                </a:r>
                <a:endParaRPr lang="en-CA">
                  <a:latin typeface="Corbel" pitchFamily="34" charset="0"/>
                </a:endParaRPr>
              </a:p>
            </p:txBody>
          </p:sp>
          <p:sp>
            <p:nvSpPr>
              <p:cNvPr id="85" name="Rectangle 84"/>
              <p:cNvSpPr>
                <a:spLocks noChangeArrowheads="1"/>
              </p:cNvSpPr>
              <p:nvPr/>
            </p:nvSpPr>
            <p:spPr bwMode="auto">
              <a:xfrm>
                <a:off x="339725" y="3810000"/>
                <a:ext cx="258763" cy="220663"/>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20</a:t>
                </a:r>
                <a:endParaRPr lang="en-CA">
                  <a:latin typeface="Corbel" pitchFamily="34" charset="0"/>
                </a:endParaRPr>
              </a:p>
            </p:txBody>
          </p:sp>
          <p:sp>
            <p:nvSpPr>
              <p:cNvPr id="86" name="Rectangle 85"/>
              <p:cNvSpPr>
                <a:spLocks noChangeArrowheads="1"/>
              </p:cNvSpPr>
              <p:nvPr/>
            </p:nvSpPr>
            <p:spPr bwMode="auto">
              <a:xfrm>
                <a:off x="596900" y="3810000"/>
                <a:ext cx="166688" cy="220663"/>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9</a:t>
                </a:r>
                <a:endParaRPr lang="en-CA">
                  <a:latin typeface="Corbel" pitchFamily="34" charset="0"/>
                </a:endParaRPr>
              </a:p>
            </p:txBody>
          </p:sp>
          <p:sp>
            <p:nvSpPr>
              <p:cNvPr id="87" name="Rectangle 86"/>
              <p:cNvSpPr>
                <a:spLocks noChangeArrowheads="1"/>
              </p:cNvSpPr>
              <p:nvPr/>
            </p:nvSpPr>
            <p:spPr bwMode="auto">
              <a:xfrm>
                <a:off x="504825" y="3810000"/>
                <a:ext cx="128588" cy="220663"/>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a:t>
                </a:r>
                <a:endParaRPr lang="en-CA">
                  <a:latin typeface="Corbel" pitchFamily="34" charset="0"/>
                </a:endParaRPr>
              </a:p>
            </p:txBody>
          </p:sp>
          <p:sp>
            <p:nvSpPr>
              <p:cNvPr id="88" name="Rectangle 87"/>
              <p:cNvSpPr>
                <a:spLocks noChangeArrowheads="1"/>
              </p:cNvSpPr>
              <p:nvPr/>
            </p:nvSpPr>
            <p:spPr bwMode="auto">
              <a:xfrm>
                <a:off x="782638" y="3716338"/>
                <a:ext cx="22066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a:t>
                </a:r>
                <a:endParaRPr lang="en-CA">
                  <a:latin typeface="Corbel" pitchFamily="34" charset="0"/>
                </a:endParaRPr>
              </a:p>
            </p:txBody>
          </p:sp>
          <p:sp>
            <p:nvSpPr>
              <p:cNvPr id="89" name="Rectangle 88"/>
              <p:cNvSpPr>
                <a:spLocks noChangeArrowheads="1"/>
              </p:cNvSpPr>
              <p:nvPr/>
            </p:nvSpPr>
            <p:spPr bwMode="auto">
              <a:xfrm>
                <a:off x="911225" y="3810000"/>
                <a:ext cx="166688" cy="220663"/>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8</a:t>
                </a:r>
                <a:endParaRPr lang="en-CA">
                  <a:latin typeface="Corbel" pitchFamily="34" charset="0"/>
                </a:endParaRPr>
              </a:p>
            </p:txBody>
          </p:sp>
          <p:sp>
            <p:nvSpPr>
              <p:cNvPr id="90" name="Rectangle 89"/>
              <p:cNvSpPr>
                <a:spLocks noChangeArrowheads="1"/>
              </p:cNvSpPr>
              <p:nvPr/>
            </p:nvSpPr>
            <p:spPr bwMode="auto">
              <a:xfrm>
                <a:off x="1095375" y="3810000"/>
                <a:ext cx="166688" cy="220663"/>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0</a:t>
                </a:r>
                <a:endParaRPr lang="en-CA">
                  <a:latin typeface="Corbel" pitchFamily="34" charset="0"/>
                </a:endParaRPr>
              </a:p>
            </p:txBody>
          </p:sp>
          <p:sp>
            <p:nvSpPr>
              <p:cNvPr id="91" name="Rectangle 90"/>
              <p:cNvSpPr>
                <a:spLocks noChangeArrowheads="1"/>
              </p:cNvSpPr>
              <p:nvPr/>
            </p:nvSpPr>
            <p:spPr bwMode="auto">
              <a:xfrm>
                <a:off x="1003300" y="3810000"/>
                <a:ext cx="128588" cy="220663"/>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a:t>
                </a:r>
                <a:endParaRPr lang="en-CA">
                  <a:latin typeface="Corbel" pitchFamily="34" charset="0"/>
                </a:endParaRPr>
              </a:p>
            </p:txBody>
          </p:sp>
          <p:sp>
            <p:nvSpPr>
              <p:cNvPr id="92" name="Rectangle 91"/>
              <p:cNvSpPr>
                <a:spLocks noChangeArrowheads="1"/>
              </p:cNvSpPr>
              <p:nvPr/>
            </p:nvSpPr>
            <p:spPr bwMode="auto">
              <a:xfrm>
                <a:off x="708025" y="3716338"/>
                <a:ext cx="128588" cy="258762"/>
              </a:xfrm>
              <a:prstGeom prst="rect">
                <a:avLst/>
              </a:prstGeom>
              <a:noFill/>
              <a:ln w="9525">
                <a:noFill/>
                <a:miter lim="800000"/>
                <a:headEnd/>
                <a:tailEnd/>
              </a:ln>
            </p:spPr>
            <p:txBody>
              <a:bodyPr wrap="none" lIns="0" tIns="0" rIns="0" bIns="0">
                <a:spAutoFit/>
              </a:bodyPr>
              <a:lstStyle/>
              <a:p>
                <a:r>
                  <a:rPr lang="en-CA" sz="1300">
                    <a:solidFill>
                      <a:srgbClr val="000000"/>
                    </a:solidFill>
                    <a:latin typeface="Symbol" pitchFamily="18" charset="2"/>
                  </a:rPr>
                  <a:t>¤</a:t>
                </a:r>
                <a:endParaRPr lang="en-CA">
                  <a:latin typeface="Corbel" pitchFamily="34" charset="0"/>
                </a:endParaRPr>
              </a:p>
            </p:txBody>
          </p:sp>
          <p:sp>
            <p:nvSpPr>
              <p:cNvPr id="93" name="Rectangle 92"/>
              <p:cNvSpPr>
                <a:spLocks noChangeArrowheads="1"/>
              </p:cNvSpPr>
              <p:nvPr/>
            </p:nvSpPr>
            <p:spPr bwMode="auto">
              <a:xfrm>
                <a:off x="5578475" y="5727700"/>
                <a:ext cx="239713"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D</a:t>
                </a:r>
                <a:endParaRPr lang="en-CA">
                  <a:latin typeface="Corbel" pitchFamily="34" charset="0"/>
                </a:endParaRPr>
              </a:p>
            </p:txBody>
          </p:sp>
          <p:sp>
            <p:nvSpPr>
              <p:cNvPr id="94" name="Rectangle 93"/>
              <p:cNvSpPr>
                <a:spLocks noChangeArrowheads="1"/>
              </p:cNvSpPr>
              <p:nvPr/>
            </p:nvSpPr>
            <p:spPr bwMode="auto">
              <a:xfrm>
                <a:off x="5707063" y="5821363"/>
                <a:ext cx="166687" cy="220662"/>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0</a:t>
                </a:r>
                <a:endParaRPr lang="en-CA">
                  <a:latin typeface="Corbel" pitchFamily="34" charset="0"/>
                </a:endParaRPr>
              </a:p>
            </p:txBody>
          </p:sp>
          <p:sp>
            <p:nvSpPr>
              <p:cNvPr id="95" name="Rectangle 94"/>
              <p:cNvSpPr>
                <a:spLocks noChangeArrowheads="1"/>
              </p:cNvSpPr>
              <p:nvPr/>
            </p:nvSpPr>
            <p:spPr bwMode="auto">
              <a:xfrm>
                <a:off x="4951413" y="5727700"/>
                <a:ext cx="23971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D</a:t>
                </a:r>
                <a:endParaRPr lang="en-CA">
                  <a:latin typeface="Corbel" pitchFamily="34" charset="0"/>
                </a:endParaRPr>
              </a:p>
            </p:txBody>
          </p:sp>
          <p:sp>
            <p:nvSpPr>
              <p:cNvPr id="96" name="Rectangle 95"/>
              <p:cNvSpPr>
                <a:spLocks noChangeArrowheads="1"/>
              </p:cNvSpPr>
              <p:nvPr/>
            </p:nvSpPr>
            <p:spPr bwMode="auto">
              <a:xfrm>
                <a:off x="5080000" y="5821363"/>
                <a:ext cx="166688" cy="220662"/>
              </a:xfrm>
              <a:prstGeom prst="rect">
                <a:avLst/>
              </a:prstGeom>
              <a:noFill/>
              <a:ln w="9525">
                <a:noFill/>
                <a:miter lim="800000"/>
                <a:headEnd/>
                <a:tailEnd/>
              </a:ln>
            </p:spPr>
            <p:txBody>
              <a:bodyPr wrap="none" lIns="0" tIns="0" rIns="0" bIns="0">
                <a:spAutoFit/>
              </a:bodyPr>
              <a:lstStyle/>
              <a:p>
                <a:r>
                  <a:rPr lang="en-CA" sz="1000">
                    <a:solidFill>
                      <a:srgbClr val="000000"/>
                    </a:solidFill>
                    <a:latin typeface="Nimbus Roman No9 L" charset="0"/>
                  </a:rPr>
                  <a:t>7</a:t>
                </a:r>
                <a:endParaRPr lang="en-CA">
                  <a:latin typeface="Corbel" pitchFamily="34" charset="0"/>
                </a:endParaRPr>
              </a:p>
            </p:txBody>
          </p:sp>
          <p:sp>
            <p:nvSpPr>
              <p:cNvPr id="97" name="Rectangle 96"/>
              <p:cNvSpPr>
                <a:spLocks noChangeArrowheads="1"/>
              </p:cNvSpPr>
              <p:nvPr/>
            </p:nvSpPr>
            <p:spPr bwMode="auto">
              <a:xfrm>
                <a:off x="1262063" y="1725613"/>
                <a:ext cx="22066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R</a:t>
                </a:r>
                <a:endParaRPr lang="en-CA">
                  <a:latin typeface="Corbel" pitchFamily="34" charset="0"/>
                </a:endParaRPr>
              </a:p>
            </p:txBody>
          </p:sp>
          <p:sp>
            <p:nvSpPr>
              <p:cNvPr id="98" name="Rectangle 97"/>
              <p:cNvSpPr>
                <a:spLocks noChangeArrowheads="1"/>
              </p:cNvSpPr>
              <p:nvPr/>
            </p:nvSpPr>
            <p:spPr bwMode="auto">
              <a:xfrm>
                <a:off x="1390650" y="1725613"/>
                <a:ext cx="220663"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a:t>
                </a:r>
                <a:endParaRPr lang="en-CA">
                  <a:latin typeface="Corbel" pitchFamily="34" charset="0"/>
                </a:endParaRPr>
              </a:p>
            </p:txBody>
          </p:sp>
          <p:sp>
            <p:nvSpPr>
              <p:cNvPr id="99" name="Rectangle 98"/>
              <p:cNvSpPr>
                <a:spLocks noChangeArrowheads="1"/>
              </p:cNvSpPr>
              <p:nvPr/>
            </p:nvSpPr>
            <p:spPr bwMode="auto">
              <a:xfrm>
                <a:off x="1519238" y="1725613"/>
                <a:ext cx="203200"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S</a:t>
                </a:r>
                <a:endParaRPr lang="en-CA">
                  <a:latin typeface="Corbel" pitchFamily="34" charset="0"/>
                </a:endParaRPr>
              </a:p>
            </p:txBody>
          </p:sp>
          <p:sp>
            <p:nvSpPr>
              <p:cNvPr id="100" name="Line 99"/>
              <p:cNvSpPr>
                <a:spLocks noChangeShapeType="1"/>
              </p:cNvSpPr>
              <p:nvPr/>
            </p:nvSpPr>
            <p:spPr bwMode="auto">
              <a:xfrm flipH="1">
                <a:off x="1279525" y="1676400"/>
                <a:ext cx="314325" cy="1587"/>
              </a:xfrm>
              <a:prstGeom prst="line">
                <a:avLst/>
              </a:prstGeom>
              <a:noFill/>
              <a:ln w="19050">
                <a:solidFill>
                  <a:srgbClr val="000000"/>
                </a:solidFill>
                <a:round/>
                <a:headEnd/>
                <a:tailEnd/>
              </a:ln>
            </p:spPr>
            <p:txBody>
              <a:bodyPr/>
              <a:lstStyle/>
              <a:p>
                <a:endParaRPr lang="en-US"/>
              </a:p>
            </p:txBody>
          </p:sp>
          <p:sp>
            <p:nvSpPr>
              <p:cNvPr id="101" name="Rectangle 100"/>
              <p:cNvSpPr>
                <a:spLocks noChangeArrowheads="1"/>
              </p:cNvSpPr>
              <p:nvPr/>
            </p:nvSpPr>
            <p:spPr bwMode="auto">
              <a:xfrm>
                <a:off x="1243013" y="5727700"/>
                <a:ext cx="220662"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C</a:t>
                </a:r>
                <a:endParaRPr lang="en-CA">
                  <a:latin typeface="Corbel" pitchFamily="34" charset="0"/>
                </a:endParaRPr>
              </a:p>
            </p:txBody>
          </p:sp>
          <p:sp>
            <p:nvSpPr>
              <p:cNvPr id="102" name="Rectangle 101"/>
              <p:cNvSpPr>
                <a:spLocks noChangeArrowheads="1"/>
              </p:cNvSpPr>
              <p:nvPr/>
            </p:nvSpPr>
            <p:spPr bwMode="auto">
              <a:xfrm>
                <a:off x="1371600" y="5727700"/>
                <a:ext cx="220663"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A</a:t>
                </a:r>
                <a:endParaRPr lang="en-CA">
                  <a:latin typeface="Corbel" pitchFamily="34" charset="0"/>
                </a:endParaRPr>
              </a:p>
            </p:txBody>
          </p:sp>
          <p:sp>
            <p:nvSpPr>
              <p:cNvPr id="103" name="Rectangle 102"/>
              <p:cNvSpPr>
                <a:spLocks noChangeArrowheads="1"/>
              </p:cNvSpPr>
              <p:nvPr/>
            </p:nvSpPr>
            <p:spPr bwMode="auto">
              <a:xfrm>
                <a:off x="1501775" y="5727700"/>
                <a:ext cx="203200" cy="368300"/>
              </a:xfrm>
              <a:prstGeom prst="rect">
                <a:avLst/>
              </a:prstGeom>
              <a:noFill/>
              <a:ln w="9525">
                <a:noFill/>
                <a:miter lim="800000"/>
                <a:headEnd/>
                <a:tailEnd/>
              </a:ln>
            </p:spPr>
            <p:txBody>
              <a:bodyPr wrap="none" lIns="0" tIns="0" rIns="0" bIns="0">
                <a:spAutoFit/>
              </a:bodyPr>
              <a:lstStyle/>
              <a:p>
                <a:r>
                  <a:rPr lang="en-CA" sz="1300">
                    <a:solidFill>
                      <a:srgbClr val="000000"/>
                    </a:solidFill>
                    <a:latin typeface="Nimbus Roman No9 L" charset="0"/>
                  </a:rPr>
                  <a:t>S</a:t>
                </a:r>
                <a:endParaRPr lang="en-CA">
                  <a:latin typeface="Corbel" pitchFamily="34" charset="0"/>
                </a:endParaRPr>
              </a:p>
            </p:txBody>
          </p:sp>
          <p:sp>
            <p:nvSpPr>
              <p:cNvPr id="104" name="Line 103"/>
              <p:cNvSpPr>
                <a:spLocks noChangeShapeType="1"/>
              </p:cNvSpPr>
              <p:nvPr/>
            </p:nvSpPr>
            <p:spPr bwMode="auto">
              <a:xfrm flipH="1">
                <a:off x="1262063" y="5715000"/>
                <a:ext cx="312737" cy="1588"/>
              </a:xfrm>
              <a:prstGeom prst="line">
                <a:avLst/>
              </a:prstGeom>
              <a:noFill/>
              <a:ln w="19050">
                <a:solidFill>
                  <a:srgbClr val="000000"/>
                </a:solidFill>
                <a:round/>
                <a:headEnd/>
                <a:tailEnd/>
              </a:ln>
            </p:spPr>
            <p:txBody>
              <a:bodyPr/>
              <a:lstStyle/>
              <a:p>
                <a:endParaRPr lang="en-US"/>
              </a:p>
            </p:txBody>
          </p:sp>
          <p:sp>
            <p:nvSpPr>
              <p:cNvPr id="105" name="Line 104"/>
              <p:cNvSpPr>
                <a:spLocks noChangeShapeType="1"/>
              </p:cNvSpPr>
              <p:nvPr/>
            </p:nvSpPr>
            <p:spPr bwMode="auto">
              <a:xfrm>
                <a:off x="1962150" y="2695575"/>
                <a:ext cx="0" cy="2295525"/>
              </a:xfrm>
              <a:prstGeom prst="line">
                <a:avLst/>
              </a:prstGeom>
              <a:noFill/>
              <a:ln w="38100">
                <a:solidFill>
                  <a:schemeClr val="bg1"/>
                </a:solidFill>
                <a:round/>
                <a:headEnd/>
                <a:tailEnd/>
              </a:ln>
            </p:spPr>
            <p:txBody>
              <a:bodyPr/>
              <a:lstStyle/>
              <a:p>
                <a:endParaRPr lang="en-US"/>
              </a:p>
            </p:txBody>
          </p:sp>
          <p:sp>
            <p:nvSpPr>
              <p:cNvPr id="106" name="Freeform 105"/>
              <p:cNvSpPr>
                <a:spLocks/>
              </p:cNvSpPr>
              <p:nvPr/>
            </p:nvSpPr>
            <p:spPr bwMode="auto">
              <a:xfrm>
                <a:off x="1944688" y="2536825"/>
                <a:ext cx="423862" cy="222250"/>
              </a:xfrm>
              <a:custGeom>
                <a:avLst/>
                <a:gdLst>
                  <a:gd name="T0" fmla="*/ 0 w 23"/>
                  <a:gd name="T1" fmla="*/ 9 h 12"/>
                  <a:gd name="T2" fmla="*/ 12 w 23"/>
                  <a:gd name="T3" fmla="*/ 9 h 12"/>
                  <a:gd name="T4" fmla="*/ 12 w 23"/>
                  <a:gd name="T5" fmla="*/ 12 h 12"/>
                  <a:gd name="T6" fmla="*/ 23 w 23"/>
                  <a:gd name="T7" fmla="*/ 6 h 12"/>
                  <a:gd name="T8" fmla="*/ 12 w 23"/>
                  <a:gd name="T9" fmla="*/ 0 h 12"/>
                  <a:gd name="T10" fmla="*/ 12 w 23"/>
                  <a:gd name="T11" fmla="*/ 3 h 12"/>
                  <a:gd name="T12" fmla="*/ 0 w 23"/>
                  <a:gd name="T13" fmla="*/ 3 h 12"/>
                  <a:gd name="T14" fmla="*/ 0 60000 65536"/>
                  <a:gd name="T15" fmla="*/ 0 60000 65536"/>
                  <a:gd name="T16" fmla="*/ 0 60000 65536"/>
                  <a:gd name="T17" fmla="*/ 0 60000 65536"/>
                  <a:gd name="T18" fmla="*/ 0 60000 65536"/>
                  <a:gd name="T19" fmla="*/ 0 60000 65536"/>
                  <a:gd name="T20" fmla="*/ 0 60000 65536"/>
                  <a:gd name="T21" fmla="*/ 0 w 23"/>
                  <a:gd name="T22" fmla="*/ 0 h 12"/>
                  <a:gd name="T23" fmla="*/ 23 w 23"/>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12">
                    <a:moveTo>
                      <a:pt x="0" y="9"/>
                    </a:moveTo>
                    <a:lnTo>
                      <a:pt x="12" y="9"/>
                    </a:lnTo>
                    <a:lnTo>
                      <a:pt x="12" y="12"/>
                    </a:lnTo>
                    <a:lnTo>
                      <a:pt x="23" y="6"/>
                    </a:lnTo>
                    <a:lnTo>
                      <a:pt x="12" y="0"/>
                    </a:lnTo>
                    <a:lnTo>
                      <a:pt x="12" y="3"/>
                    </a:lnTo>
                    <a:lnTo>
                      <a:pt x="0" y="3"/>
                    </a:lnTo>
                  </a:path>
                </a:pathLst>
              </a:custGeom>
              <a:noFill/>
              <a:ln w="19050">
                <a:solidFill>
                  <a:srgbClr val="000000"/>
                </a:solidFill>
                <a:prstDash val="solid"/>
                <a:round/>
                <a:headEnd/>
                <a:tailEnd/>
              </a:ln>
            </p:spPr>
            <p:txBody>
              <a:bodyPr/>
              <a:lstStyle/>
              <a:p>
                <a:endParaRPr lang="en-US"/>
              </a:p>
            </p:txBody>
          </p:sp>
          <p:sp>
            <p:nvSpPr>
              <p:cNvPr id="107" name="Freeform 106"/>
              <p:cNvSpPr>
                <a:spLocks/>
              </p:cNvSpPr>
              <p:nvPr/>
            </p:nvSpPr>
            <p:spPr bwMode="auto">
              <a:xfrm>
                <a:off x="1944688" y="4935538"/>
                <a:ext cx="423862" cy="220662"/>
              </a:xfrm>
              <a:custGeom>
                <a:avLst/>
                <a:gdLst>
                  <a:gd name="T0" fmla="*/ 0 w 23"/>
                  <a:gd name="T1" fmla="*/ 9 h 12"/>
                  <a:gd name="T2" fmla="*/ 12 w 23"/>
                  <a:gd name="T3" fmla="*/ 9 h 12"/>
                  <a:gd name="T4" fmla="*/ 12 w 23"/>
                  <a:gd name="T5" fmla="*/ 12 h 12"/>
                  <a:gd name="T6" fmla="*/ 23 w 23"/>
                  <a:gd name="T7" fmla="*/ 6 h 12"/>
                  <a:gd name="T8" fmla="*/ 12 w 23"/>
                  <a:gd name="T9" fmla="*/ 0 h 12"/>
                  <a:gd name="T10" fmla="*/ 12 w 23"/>
                  <a:gd name="T11" fmla="*/ 3 h 12"/>
                  <a:gd name="T12" fmla="*/ 0 w 23"/>
                  <a:gd name="T13" fmla="*/ 3 h 12"/>
                  <a:gd name="T14" fmla="*/ 0 60000 65536"/>
                  <a:gd name="T15" fmla="*/ 0 60000 65536"/>
                  <a:gd name="T16" fmla="*/ 0 60000 65536"/>
                  <a:gd name="T17" fmla="*/ 0 60000 65536"/>
                  <a:gd name="T18" fmla="*/ 0 60000 65536"/>
                  <a:gd name="T19" fmla="*/ 0 60000 65536"/>
                  <a:gd name="T20" fmla="*/ 0 60000 65536"/>
                  <a:gd name="T21" fmla="*/ 0 w 23"/>
                  <a:gd name="T22" fmla="*/ 0 h 12"/>
                  <a:gd name="T23" fmla="*/ 23 w 23"/>
                  <a:gd name="T24" fmla="*/ 12 h 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 h="12">
                    <a:moveTo>
                      <a:pt x="0" y="9"/>
                    </a:moveTo>
                    <a:lnTo>
                      <a:pt x="12" y="9"/>
                    </a:lnTo>
                    <a:lnTo>
                      <a:pt x="12" y="12"/>
                    </a:lnTo>
                    <a:lnTo>
                      <a:pt x="23" y="6"/>
                    </a:lnTo>
                    <a:lnTo>
                      <a:pt x="12" y="0"/>
                    </a:lnTo>
                    <a:lnTo>
                      <a:pt x="12" y="3"/>
                    </a:lnTo>
                    <a:lnTo>
                      <a:pt x="0" y="3"/>
                    </a:lnTo>
                  </a:path>
                </a:pathLst>
              </a:custGeom>
              <a:noFill/>
              <a:ln w="19050">
                <a:solidFill>
                  <a:srgbClr val="000000"/>
                </a:solidFill>
                <a:prstDash val="solid"/>
                <a:round/>
                <a:headEnd/>
                <a:tailEnd/>
              </a:ln>
            </p:spPr>
            <p:txBody>
              <a:bodyPr/>
              <a:lstStyle/>
              <a:p>
                <a:endParaRPr lang="en-US"/>
              </a:p>
            </p:txBody>
          </p:sp>
          <p:sp>
            <p:nvSpPr>
              <p:cNvPr id="108" name="Line 107"/>
              <p:cNvSpPr>
                <a:spLocks noChangeShapeType="1"/>
              </p:cNvSpPr>
              <p:nvPr/>
            </p:nvSpPr>
            <p:spPr bwMode="auto">
              <a:xfrm>
                <a:off x="1873250" y="2586038"/>
                <a:ext cx="174625" cy="0"/>
              </a:xfrm>
              <a:prstGeom prst="line">
                <a:avLst/>
              </a:prstGeom>
              <a:noFill/>
              <a:ln w="9525">
                <a:solidFill>
                  <a:schemeClr val="tx1"/>
                </a:solidFill>
                <a:round/>
                <a:headEnd/>
                <a:tailEnd/>
              </a:ln>
            </p:spPr>
            <p:txBody>
              <a:bodyPr/>
              <a:lstStyle/>
              <a:p>
                <a:endParaRPr lang="en-US"/>
              </a:p>
            </p:txBody>
          </p:sp>
        </p:grpSp>
        <p:cxnSp>
          <p:nvCxnSpPr>
            <p:cNvPr id="7" name="Straight Arrow Connector 6"/>
            <p:cNvCxnSpPr/>
            <p:nvPr/>
          </p:nvCxnSpPr>
          <p:spPr>
            <a:xfrm rot="10800000" flipV="1">
              <a:off x="5445125" y="4014788"/>
              <a:ext cx="269875" cy="238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flipV="1">
              <a:off x="5486400" y="4167188"/>
              <a:ext cx="269875" cy="238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46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5867400" cy="381000"/>
          </a:xfrm>
        </p:spPr>
        <p:txBody>
          <a:bodyPr>
            <a:noAutofit/>
          </a:bodyPr>
          <a:lstStyle/>
          <a:p>
            <a:r>
              <a:rPr lang="en-US" sz="2400" b="0" dirty="0"/>
              <a:t>Synchronous DRAMS</a:t>
            </a:r>
          </a:p>
        </p:txBody>
      </p:sp>
      <p:pic>
        <p:nvPicPr>
          <p:cNvPr id="3" name="Picture 2"/>
          <p:cNvPicPr>
            <a:picLocks noChangeAspect="1"/>
          </p:cNvPicPr>
          <p:nvPr/>
        </p:nvPicPr>
        <p:blipFill>
          <a:blip r:embed="rId2"/>
          <a:stretch>
            <a:fillRect/>
          </a:stretch>
        </p:blipFill>
        <p:spPr>
          <a:xfrm>
            <a:off x="0" y="762000"/>
            <a:ext cx="5336211" cy="4953000"/>
          </a:xfrm>
          <a:prstGeom prst="rect">
            <a:avLst/>
          </a:prstGeom>
        </p:spPr>
      </p:pic>
      <p:sp>
        <p:nvSpPr>
          <p:cNvPr id="5" name="Text Box 103"/>
          <p:cNvSpPr txBox="1">
            <a:spLocks noChangeArrowheads="1"/>
          </p:cNvSpPr>
          <p:nvPr/>
        </p:nvSpPr>
        <p:spPr bwMode="auto">
          <a:xfrm>
            <a:off x="5257800" y="692289"/>
            <a:ext cx="3820277"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fontAlgn="base">
              <a:spcBef>
                <a:spcPct val="0"/>
              </a:spcBef>
              <a:spcAft>
                <a:spcPct val="0"/>
              </a:spcAft>
              <a:defRPr>
                <a:solidFill>
                  <a:schemeClr val="tx1"/>
                </a:solidFill>
                <a:latin typeface="Corbel" panose="020B0503020204020204" pitchFamily="34" charset="0"/>
              </a:defRPr>
            </a:lvl6pPr>
            <a:lvl7pPr marL="2971800" indent="-228600" fontAlgn="base">
              <a:spcBef>
                <a:spcPct val="0"/>
              </a:spcBef>
              <a:spcAft>
                <a:spcPct val="0"/>
              </a:spcAft>
              <a:defRPr>
                <a:solidFill>
                  <a:schemeClr val="tx1"/>
                </a:solidFill>
                <a:latin typeface="Corbel" panose="020B0503020204020204" pitchFamily="34" charset="0"/>
              </a:defRPr>
            </a:lvl7pPr>
            <a:lvl8pPr marL="3429000" indent="-228600" fontAlgn="base">
              <a:spcBef>
                <a:spcPct val="0"/>
              </a:spcBef>
              <a:spcAft>
                <a:spcPct val="0"/>
              </a:spcAft>
              <a:defRPr>
                <a:solidFill>
                  <a:schemeClr val="tx1"/>
                </a:solidFill>
                <a:latin typeface="Corbel" panose="020B0503020204020204" pitchFamily="34" charset="0"/>
              </a:defRPr>
            </a:lvl8pPr>
            <a:lvl9pPr marL="3886200" indent="-228600" fontAlgn="base">
              <a:spcBef>
                <a:spcPct val="0"/>
              </a:spcBef>
              <a:spcAft>
                <a:spcPct val="0"/>
              </a:spcAft>
              <a:defRPr>
                <a:solidFill>
                  <a:schemeClr val="tx1"/>
                </a:solidFill>
                <a:latin typeface="Corbel" panose="020B0503020204020204" pitchFamily="34" charset="0"/>
              </a:defRPr>
            </a:lvl9pPr>
          </a:lstStyle>
          <a:p>
            <a:pPr>
              <a:buFontTx/>
              <a:buChar char="•"/>
            </a:pPr>
            <a:r>
              <a:rPr lang="en-US" altLang="en-US" i="1" dirty="0"/>
              <a:t>Operation is directly synchronized</a:t>
            </a:r>
          </a:p>
          <a:p>
            <a:r>
              <a:rPr lang="en-US" altLang="en-US" i="1" dirty="0"/>
              <a:t>with processor clock signal.</a:t>
            </a:r>
          </a:p>
          <a:p>
            <a:pPr>
              <a:buFontTx/>
              <a:buChar char="•"/>
            </a:pPr>
            <a:r>
              <a:rPr lang="en-US" altLang="en-US" i="1" dirty="0"/>
              <a:t>The outputs of the sense circuits are</a:t>
            </a:r>
          </a:p>
          <a:p>
            <a:r>
              <a:rPr lang="en-US" altLang="en-US" i="1" dirty="0"/>
              <a:t>connected to a latch. </a:t>
            </a:r>
          </a:p>
          <a:p>
            <a:pPr>
              <a:buFontTx/>
              <a:buChar char="•"/>
            </a:pPr>
            <a:r>
              <a:rPr lang="en-US" altLang="en-US" i="1" dirty="0"/>
              <a:t>During a Read operation, the </a:t>
            </a:r>
          </a:p>
          <a:p>
            <a:r>
              <a:rPr lang="en-US" altLang="en-US" i="1" dirty="0"/>
              <a:t>contents of the cells in a row are </a:t>
            </a:r>
          </a:p>
          <a:p>
            <a:r>
              <a:rPr lang="en-US" altLang="en-US" i="1" dirty="0"/>
              <a:t>loaded onto the latches.</a:t>
            </a:r>
          </a:p>
          <a:p>
            <a:pPr>
              <a:buFontTx/>
              <a:buChar char="•"/>
            </a:pPr>
            <a:r>
              <a:rPr lang="en-US" altLang="en-US" i="1" dirty="0"/>
              <a:t>During a refresh operation, the </a:t>
            </a:r>
          </a:p>
          <a:p>
            <a:r>
              <a:rPr lang="en-US" altLang="en-US" i="1" dirty="0"/>
              <a:t>contents of the cells are refreshed </a:t>
            </a:r>
          </a:p>
          <a:p>
            <a:r>
              <a:rPr lang="en-US" altLang="en-US" i="1" dirty="0"/>
              <a:t>without changing the contents of</a:t>
            </a:r>
          </a:p>
          <a:p>
            <a:r>
              <a:rPr lang="en-US" altLang="en-US" i="1" dirty="0"/>
              <a:t> the latches. </a:t>
            </a:r>
          </a:p>
          <a:p>
            <a:pPr>
              <a:buFontTx/>
              <a:buChar char="•"/>
            </a:pPr>
            <a:r>
              <a:rPr lang="en-US" altLang="en-US" i="1" dirty="0"/>
              <a:t>Data held in the latches correspond </a:t>
            </a:r>
          </a:p>
          <a:p>
            <a:r>
              <a:rPr lang="en-US" altLang="en-US" i="1" dirty="0"/>
              <a:t>to the selected columns are transferred </a:t>
            </a:r>
          </a:p>
          <a:p>
            <a:r>
              <a:rPr lang="en-US" altLang="en-US" i="1" dirty="0"/>
              <a:t>to the output.</a:t>
            </a:r>
          </a:p>
          <a:p>
            <a:pPr>
              <a:buFontTx/>
              <a:buChar char="•"/>
            </a:pPr>
            <a:r>
              <a:rPr lang="en-US" altLang="en-US" i="1" dirty="0"/>
              <a:t>For a burst mode of operation, </a:t>
            </a:r>
          </a:p>
          <a:p>
            <a:r>
              <a:rPr lang="en-US" altLang="en-US" i="1" dirty="0"/>
              <a:t>successive columns are selected using </a:t>
            </a:r>
          </a:p>
          <a:p>
            <a:r>
              <a:rPr lang="en-US" altLang="en-US" i="1" dirty="0"/>
              <a:t>column address counter and clock.</a:t>
            </a:r>
          </a:p>
          <a:p>
            <a:r>
              <a:rPr lang="en-US" altLang="en-US" i="1" dirty="0"/>
              <a:t>CAS signal need not be generated </a:t>
            </a:r>
          </a:p>
          <a:p>
            <a:r>
              <a:rPr lang="en-US" altLang="en-US" i="1" dirty="0"/>
              <a:t>externally. A new data is placed during </a:t>
            </a:r>
          </a:p>
          <a:p>
            <a:r>
              <a:rPr lang="en-US" altLang="en-US" i="1" dirty="0"/>
              <a:t>rising edge of the clock</a:t>
            </a:r>
          </a:p>
        </p:txBody>
      </p:sp>
    </p:spTree>
    <p:extLst>
      <p:ext uri="{BB962C8B-B14F-4D97-AF65-F5344CB8AC3E}">
        <p14:creationId xmlns:p14="http://schemas.microsoft.com/office/powerpoint/2010/main" val="2334025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52400"/>
            <a:ext cx="6019800" cy="1200329"/>
          </a:xfrm>
          <a:prstGeom prst="rect">
            <a:avLst/>
          </a:prstGeom>
          <a:noFill/>
        </p:spPr>
        <p:txBody>
          <a:bodyPr wrap="square" rtlCol="0">
            <a:spAutoFit/>
          </a:bodyPr>
          <a:lstStyle/>
          <a:p>
            <a:r>
              <a:rPr lang="en-US" sz="2400" dirty="0">
                <a:solidFill>
                  <a:schemeClr val="accent1">
                    <a:satMod val="150000"/>
                  </a:schemeClr>
                </a:solidFill>
              </a:rPr>
              <a:t>Static memories implementation : example</a:t>
            </a:r>
          </a:p>
          <a:p>
            <a:endParaRPr lang="en-US" sz="2400" dirty="0">
              <a:solidFill>
                <a:schemeClr val="accent1">
                  <a:satMod val="150000"/>
                </a:schemeClr>
              </a:solidFill>
            </a:endParaRPr>
          </a:p>
          <a:p>
            <a:r>
              <a:rPr lang="en-US" sz="2400" dirty="0">
                <a:solidFill>
                  <a:schemeClr val="accent1">
                    <a:satMod val="150000"/>
                  </a:schemeClr>
                </a:solidFill>
              </a:rPr>
              <a:t>Start here 12/04/2024</a:t>
            </a:r>
            <a:endParaRPr lang="en-US" sz="2400" dirty="0"/>
          </a:p>
        </p:txBody>
      </p:sp>
      <p:sp>
        <p:nvSpPr>
          <p:cNvPr id="4" name="Text Box 248"/>
          <p:cNvSpPr txBox="1">
            <a:spLocks noChangeArrowheads="1"/>
          </p:cNvSpPr>
          <p:nvPr/>
        </p:nvSpPr>
        <p:spPr bwMode="auto">
          <a:xfrm>
            <a:off x="838200" y="1371600"/>
            <a:ext cx="7848600" cy="4893647"/>
          </a:xfrm>
          <a:prstGeom prst="rect">
            <a:avLst/>
          </a:prstGeom>
          <a:noFill/>
          <a:ln w="12700">
            <a:noFill/>
            <a:miter lim="800000"/>
            <a:headEnd/>
            <a:tailEnd/>
          </a:ln>
        </p:spPr>
        <p:txBody>
          <a:bodyPr wrap="square">
            <a:spAutoFit/>
          </a:bodyPr>
          <a:lstStyle/>
          <a:p>
            <a:pPr marL="342900" indent="-342900">
              <a:buFont typeface="Wingdings" panose="05000000000000000000" pitchFamily="2" charset="2"/>
              <a:buChar char="ü"/>
            </a:pPr>
            <a:r>
              <a:rPr lang="en-US" sz="2400" i="1" dirty="0">
                <a:latin typeface="Corbel" pitchFamily="34" charset="0"/>
              </a:rPr>
              <a:t>Implement a memory unit of 2M words of 32 bits each.</a:t>
            </a:r>
          </a:p>
          <a:p>
            <a:pPr marL="342900" indent="-342900">
              <a:buFont typeface="Wingdings" panose="05000000000000000000" pitchFamily="2" charset="2"/>
              <a:buChar char="ü"/>
            </a:pPr>
            <a:r>
              <a:rPr lang="en-US" sz="2400" i="1" dirty="0">
                <a:latin typeface="Corbel" pitchFamily="34" charset="0"/>
              </a:rPr>
              <a:t> Use 512kx8 static memory chips.</a:t>
            </a:r>
          </a:p>
          <a:p>
            <a:pPr marL="342900" indent="-342900">
              <a:buFont typeface="Wingdings" panose="05000000000000000000" pitchFamily="2" charset="2"/>
              <a:buChar char="ü"/>
            </a:pPr>
            <a:r>
              <a:rPr lang="en-US" sz="2400" i="1" dirty="0">
                <a:latin typeface="Corbel" pitchFamily="34" charset="0"/>
              </a:rPr>
              <a:t> Each column consists of 4 chips.</a:t>
            </a:r>
          </a:p>
          <a:p>
            <a:pPr marL="342900" indent="-342900">
              <a:buFont typeface="Wingdings" panose="05000000000000000000" pitchFamily="2" charset="2"/>
              <a:buChar char="ü"/>
            </a:pPr>
            <a:r>
              <a:rPr lang="en-US" sz="2400" i="1" dirty="0">
                <a:latin typeface="Corbel" pitchFamily="34" charset="0"/>
              </a:rPr>
              <a:t> Each chip implements one byte data. </a:t>
            </a:r>
          </a:p>
          <a:p>
            <a:pPr marL="342900" indent="-342900">
              <a:buFont typeface="Wingdings" panose="05000000000000000000" pitchFamily="2" charset="2"/>
              <a:buChar char="ü"/>
            </a:pPr>
            <a:r>
              <a:rPr lang="en-US" sz="2400" i="1" dirty="0">
                <a:latin typeface="Corbel" pitchFamily="34" charset="0"/>
              </a:rPr>
              <a:t> A chip is selected by setting its  chip select control line to 1.</a:t>
            </a:r>
          </a:p>
          <a:p>
            <a:pPr marL="342900" indent="-342900">
              <a:buFont typeface="Wingdings" panose="05000000000000000000" pitchFamily="2" charset="2"/>
              <a:buChar char="ü"/>
            </a:pPr>
            <a:r>
              <a:rPr lang="en-US" sz="2400" i="1" dirty="0">
                <a:latin typeface="Corbel" pitchFamily="34" charset="0"/>
              </a:rPr>
              <a:t> Selected chip places its data on the  data output line, outputs of other  chips are in high impedance state. </a:t>
            </a:r>
          </a:p>
          <a:p>
            <a:pPr marL="342900" indent="-342900">
              <a:buFont typeface="Wingdings" panose="05000000000000000000" pitchFamily="2" charset="2"/>
              <a:buChar char="ü"/>
            </a:pPr>
            <a:r>
              <a:rPr lang="en-US" sz="2400" i="1" dirty="0">
                <a:latin typeface="Corbel" pitchFamily="34" charset="0"/>
              </a:rPr>
              <a:t> 21 bits to address a 32-bit word. </a:t>
            </a:r>
          </a:p>
          <a:p>
            <a:pPr marL="342900" indent="-342900">
              <a:buFont typeface="Wingdings" panose="05000000000000000000" pitchFamily="2" charset="2"/>
              <a:buChar char="ü"/>
            </a:pPr>
            <a:r>
              <a:rPr lang="en-US" sz="2400" i="1" dirty="0">
                <a:latin typeface="Corbel" pitchFamily="34" charset="0"/>
              </a:rPr>
              <a:t> High order 2 bits are needed to  select the row, by activating the  four Chip Select signals. </a:t>
            </a:r>
          </a:p>
          <a:p>
            <a:pPr marL="342900" indent="-342900">
              <a:buFont typeface="Wingdings" panose="05000000000000000000" pitchFamily="2" charset="2"/>
              <a:buChar char="ü"/>
            </a:pPr>
            <a:r>
              <a:rPr lang="en-US" sz="2400" i="1" dirty="0">
                <a:latin typeface="Corbel" pitchFamily="34" charset="0"/>
              </a:rPr>
              <a:t> 19 bits are used to access specific  byte locations inside the selected chip.</a:t>
            </a:r>
          </a:p>
          <a:p>
            <a:endParaRPr lang="en-US" sz="2400" i="1" dirty="0">
              <a:latin typeface="Corbel" pitchFamily="34" charset="0"/>
            </a:endParaRPr>
          </a:p>
        </p:txBody>
      </p:sp>
    </p:spTree>
    <p:extLst>
      <p:ext uri="{BB962C8B-B14F-4D97-AF65-F5344CB8AC3E}">
        <p14:creationId xmlns:p14="http://schemas.microsoft.com/office/powerpoint/2010/main" val="355246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 calcmode="lin" valueType="num">
                                      <p:cBhvr additive="base">
                                        <p:cTn id="4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anim calcmode="lin" valueType="num">
                                      <p:cBhvr additive="base">
                                        <p:cTn id="55"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 y="152400"/>
            <a:ext cx="6934200" cy="1569660"/>
          </a:xfrm>
          <a:prstGeom prst="rect">
            <a:avLst/>
          </a:prstGeom>
          <a:noFill/>
        </p:spPr>
        <p:txBody>
          <a:bodyPr wrap="square" rtlCol="0">
            <a:spAutoFit/>
          </a:bodyPr>
          <a:lstStyle/>
          <a:p>
            <a:r>
              <a:rPr lang="en-US" sz="2400" dirty="0">
                <a:solidFill>
                  <a:schemeClr val="accent1">
                    <a:satMod val="150000"/>
                  </a:schemeClr>
                </a:solidFill>
              </a:rPr>
              <a:t>Static memories implementation of 2M X 32 bits</a:t>
            </a:r>
          </a:p>
          <a:p>
            <a:r>
              <a:rPr lang="en-US" sz="2400" dirty="0">
                <a:solidFill>
                  <a:schemeClr val="accent1">
                    <a:satMod val="150000"/>
                  </a:schemeClr>
                </a:solidFill>
              </a:rPr>
              <a:t>Implemented as</a:t>
            </a:r>
          </a:p>
          <a:p>
            <a:r>
              <a:rPr lang="en-US" sz="2400" dirty="0">
                <a:solidFill>
                  <a:schemeClr val="accent1">
                    <a:satMod val="150000"/>
                  </a:schemeClr>
                </a:solidFill>
              </a:rPr>
              <a:t>512k X 8 X 4</a:t>
            </a:r>
          </a:p>
          <a:p>
            <a:endParaRPr lang="en-US" sz="2400" dirty="0"/>
          </a:p>
        </p:txBody>
      </p:sp>
      <p:pic>
        <p:nvPicPr>
          <p:cNvPr id="3" name="Picture 2"/>
          <p:cNvPicPr>
            <a:picLocks noChangeAspect="1"/>
          </p:cNvPicPr>
          <p:nvPr/>
        </p:nvPicPr>
        <p:blipFill>
          <a:blip r:embed="rId2"/>
          <a:stretch>
            <a:fillRect/>
          </a:stretch>
        </p:blipFill>
        <p:spPr>
          <a:xfrm>
            <a:off x="0" y="1447800"/>
            <a:ext cx="7391400" cy="5121084"/>
          </a:xfrm>
          <a:prstGeom prst="rect">
            <a:avLst/>
          </a:prstGeom>
        </p:spPr>
      </p:pic>
    </p:spTree>
    <p:extLst>
      <p:ext uri="{BB962C8B-B14F-4D97-AF65-F5344CB8AC3E}">
        <p14:creationId xmlns:p14="http://schemas.microsoft.com/office/powerpoint/2010/main" val="1293332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sz="quarter" idx="10"/>
          </p:nvPr>
        </p:nvSpPr>
        <p:spPr>
          <a:xfrm>
            <a:off x="304800" y="152400"/>
            <a:ext cx="5943600" cy="762000"/>
          </a:xfrm>
        </p:spPr>
        <p:txBody>
          <a:bodyPr>
            <a:normAutofit fontScale="97500"/>
          </a:bodyPr>
          <a:lstStyle/>
          <a:p>
            <a:pPr fontAlgn="auto">
              <a:spcAft>
                <a:spcPts val="0"/>
              </a:spcAft>
              <a:defRPr/>
            </a:pPr>
            <a:r>
              <a:rPr lang="en-US" sz="2800" b="0" dirty="0"/>
              <a:t>Latency, Bandwidth, and </a:t>
            </a:r>
            <a:r>
              <a:rPr lang="en-US" sz="2800" b="0" dirty="0" err="1"/>
              <a:t>DDRSDRAMs</a:t>
            </a:r>
            <a:endParaRPr lang="en-US" sz="2800" b="0" dirty="0"/>
          </a:p>
        </p:txBody>
      </p:sp>
      <p:sp>
        <p:nvSpPr>
          <p:cNvPr id="5" name="Rectangle 4"/>
          <p:cNvSpPr/>
          <p:nvPr/>
        </p:nvSpPr>
        <p:spPr>
          <a:xfrm>
            <a:off x="276497" y="1524000"/>
            <a:ext cx="8763000" cy="3231654"/>
          </a:xfrm>
          <a:prstGeom prst="rect">
            <a:avLst/>
          </a:prstGeom>
        </p:spPr>
        <p:txBody>
          <a:bodyPr wrap="square">
            <a:spAutoFit/>
          </a:bodyPr>
          <a:lstStyle/>
          <a:p>
            <a:pPr marL="342900" indent="-342900">
              <a:lnSpc>
                <a:spcPct val="150000"/>
              </a:lnSpc>
              <a:buFont typeface="Wingdings" panose="05000000000000000000" pitchFamily="2" charset="2"/>
              <a:buChar char="q"/>
            </a:pPr>
            <a:r>
              <a:rPr lang="en-US" altLang="en-US" sz="2400" dirty="0"/>
              <a:t>Memory latency is the time it takes to transfer a word of data to or from memory</a:t>
            </a:r>
          </a:p>
          <a:p>
            <a:pPr marL="342900" indent="-342900">
              <a:lnSpc>
                <a:spcPct val="150000"/>
              </a:lnSpc>
              <a:buFont typeface="Wingdings" panose="05000000000000000000" pitchFamily="2" charset="2"/>
              <a:buChar char="q"/>
            </a:pPr>
            <a:r>
              <a:rPr lang="en-US" altLang="en-US" sz="2400" dirty="0"/>
              <a:t> Memory bandwidth is the number of bits or bytes that can be transferred in one second.</a:t>
            </a:r>
          </a:p>
          <a:p>
            <a:pPr marL="342900" indent="-342900">
              <a:lnSpc>
                <a:spcPct val="150000"/>
              </a:lnSpc>
              <a:buFont typeface="Wingdings" panose="05000000000000000000" pitchFamily="2" charset="2"/>
              <a:buChar char="q"/>
            </a:pPr>
            <a:r>
              <a:rPr lang="en-US" altLang="en-US" sz="2400" dirty="0"/>
              <a:t> DDRSDRAMs: on both edges</a:t>
            </a:r>
          </a:p>
          <a:p>
            <a:pPr lvl="1"/>
            <a:r>
              <a:rPr lang="en-US" altLang="en-US" sz="2400" dirty="0"/>
              <a:t>Cell array is organized in two banks </a:t>
            </a:r>
            <a:endParaRPr lang="en-IN" sz="2400" dirty="0"/>
          </a:p>
        </p:txBody>
      </p:sp>
    </p:spTree>
    <p:extLst>
      <p:ext uri="{BB962C8B-B14F-4D97-AF65-F5344CB8AC3E}">
        <p14:creationId xmlns:p14="http://schemas.microsoft.com/office/powerpoint/2010/main" val="2945310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28600"/>
            <a:ext cx="6324600" cy="461665"/>
          </a:xfrm>
          <a:prstGeom prst="rect">
            <a:avLst/>
          </a:prstGeom>
          <a:noFill/>
        </p:spPr>
        <p:txBody>
          <a:bodyPr wrap="square" rtlCol="0">
            <a:spAutoFit/>
          </a:bodyPr>
          <a:lstStyle/>
          <a:p>
            <a:r>
              <a:rPr lang="en-US" sz="2400" dirty="0">
                <a:solidFill>
                  <a:schemeClr val="accent1">
                    <a:satMod val="150000"/>
                  </a:schemeClr>
                </a:solidFill>
              </a:rPr>
              <a:t>Memory controller</a:t>
            </a:r>
            <a:endParaRPr lang="en-US" sz="2400" dirty="0"/>
          </a:p>
        </p:txBody>
      </p:sp>
      <p:sp>
        <p:nvSpPr>
          <p:cNvPr id="4" name="Freeform 4"/>
          <p:cNvSpPr>
            <a:spLocks/>
          </p:cNvSpPr>
          <p:nvPr/>
        </p:nvSpPr>
        <p:spPr bwMode="auto">
          <a:xfrm>
            <a:off x="5345113" y="2327275"/>
            <a:ext cx="1536700" cy="196850"/>
          </a:xfrm>
          <a:custGeom>
            <a:avLst/>
            <a:gdLst>
              <a:gd name="T0" fmla="*/ 0 w 70"/>
              <a:gd name="T1" fmla="*/ 7 h 9"/>
              <a:gd name="T2" fmla="*/ 62 w 70"/>
              <a:gd name="T3" fmla="*/ 7 h 9"/>
              <a:gd name="T4" fmla="*/ 62 w 70"/>
              <a:gd name="T5" fmla="*/ 9 h 9"/>
              <a:gd name="T6" fmla="*/ 70 w 70"/>
              <a:gd name="T7" fmla="*/ 4 h 9"/>
              <a:gd name="T8" fmla="*/ 62 w 70"/>
              <a:gd name="T9" fmla="*/ 0 h 9"/>
              <a:gd name="T10" fmla="*/ 62 w 70"/>
              <a:gd name="T11" fmla="*/ 2 h 9"/>
              <a:gd name="T12" fmla="*/ 0 w 70"/>
              <a:gd name="T13" fmla="*/ 2 h 9"/>
              <a:gd name="T14" fmla="*/ 0 60000 65536"/>
              <a:gd name="T15" fmla="*/ 0 60000 65536"/>
              <a:gd name="T16" fmla="*/ 0 60000 65536"/>
              <a:gd name="T17" fmla="*/ 0 60000 65536"/>
              <a:gd name="T18" fmla="*/ 0 60000 65536"/>
              <a:gd name="T19" fmla="*/ 0 60000 65536"/>
              <a:gd name="T20" fmla="*/ 0 60000 65536"/>
              <a:gd name="T21" fmla="*/ 0 w 70"/>
              <a:gd name="T22" fmla="*/ 0 h 9"/>
              <a:gd name="T23" fmla="*/ 70 w 70"/>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9">
                <a:moveTo>
                  <a:pt x="0" y="7"/>
                </a:moveTo>
                <a:lnTo>
                  <a:pt x="62" y="7"/>
                </a:lnTo>
                <a:lnTo>
                  <a:pt x="62" y="9"/>
                </a:lnTo>
                <a:lnTo>
                  <a:pt x="70" y="4"/>
                </a:lnTo>
                <a:lnTo>
                  <a:pt x="62" y="0"/>
                </a:lnTo>
                <a:lnTo>
                  <a:pt x="62" y="2"/>
                </a:lnTo>
                <a:lnTo>
                  <a:pt x="0" y="2"/>
                </a:lnTo>
              </a:path>
            </a:pathLst>
          </a:custGeom>
          <a:noFill/>
          <a:ln w="22225">
            <a:solidFill>
              <a:srgbClr val="000000"/>
            </a:solidFill>
            <a:prstDash val="solid"/>
            <a:round/>
            <a:headEnd/>
            <a:tailEnd/>
          </a:ln>
        </p:spPr>
        <p:txBody>
          <a:bodyPr/>
          <a:lstStyle/>
          <a:p>
            <a:endParaRPr lang="en-US"/>
          </a:p>
        </p:txBody>
      </p:sp>
      <p:sp>
        <p:nvSpPr>
          <p:cNvPr id="5" name="Freeform 5"/>
          <p:cNvSpPr>
            <a:spLocks/>
          </p:cNvSpPr>
          <p:nvPr/>
        </p:nvSpPr>
        <p:spPr bwMode="auto">
          <a:xfrm>
            <a:off x="2400300" y="4654550"/>
            <a:ext cx="4217988" cy="198438"/>
          </a:xfrm>
          <a:custGeom>
            <a:avLst/>
            <a:gdLst>
              <a:gd name="T0" fmla="*/ 191 w 192"/>
              <a:gd name="T1" fmla="*/ 2 h 9"/>
              <a:gd name="T2" fmla="*/ 8 w 192"/>
              <a:gd name="T3" fmla="*/ 2 h 9"/>
              <a:gd name="T4" fmla="*/ 8 w 192"/>
              <a:gd name="T5" fmla="*/ 0 h 9"/>
              <a:gd name="T6" fmla="*/ 0 w 192"/>
              <a:gd name="T7" fmla="*/ 4 h 9"/>
              <a:gd name="T8" fmla="*/ 8 w 192"/>
              <a:gd name="T9" fmla="*/ 9 h 9"/>
              <a:gd name="T10" fmla="*/ 8 w 192"/>
              <a:gd name="T11" fmla="*/ 6 h 9"/>
              <a:gd name="T12" fmla="*/ 192 w 192"/>
              <a:gd name="T13" fmla="*/ 6 h 9"/>
              <a:gd name="T14" fmla="*/ 0 60000 65536"/>
              <a:gd name="T15" fmla="*/ 0 60000 65536"/>
              <a:gd name="T16" fmla="*/ 0 60000 65536"/>
              <a:gd name="T17" fmla="*/ 0 60000 65536"/>
              <a:gd name="T18" fmla="*/ 0 60000 65536"/>
              <a:gd name="T19" fmla="*/ 0 60000 65536"/>
              <a:gd name="T20" fmla="*/ 0 60000 65536"/>
              <a:gd name="T21" fmla="*/ 0 w 192"/>
              <a:gd name="T22" fmla="*/ 0 h 9"/>
              <a:gd name="T23" fmla="*/ 192 w 192"/>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2" h="9">
                <a:moveTo>
                  <a:pt x="191" y="2"/>
                </a:moveTo>
                <a:lnTo>
                  <a:pt x="8" y="2"/>
                </a:lnTo>
                <a:lnTo>
                  <a:pt x="8" y="0"/>
                </a:lnTo>
                <a:lnTo>
                  <a:pt x="0" y="4"/>
                </a:lnTo>
                <a:lnTo>
                  <a:pt x="8" y="9"/>
                </a:lnTo>
                <a:lnTo>
                  <a:pt x="8" y="6"/>
                </a:lnTo>
                <a:lnTo>
                  <a:pt x="192" y="6"/>
                </a:lnTo>
              </a:path>
            </a:pathLst>
          </a:custGeom>
          <a:noFill/>
          <a:ln w="22225">
            <a:solidFill>
              <a:srgbClr val="000000"/>
            </a:solidFill>
            <a:prstDash val="solid"/>
            <a:round/>
            <a:headEnd/>
            <a:tailEnd/>
          </a:ln>
        </p:spPr>
        <p:txBody>
          <a:bodyPr/>
          <a:lstStyle/>
          <a:p>
            <a:endParaRPr lang="en-US"/>
          </a:p>
        </p:txBody>
      </p:sp>
      <p:sp>
        <p:nvSpPr>
          <p:cNvPr id="6" name="Rectangle 6"/>
          <p:cNvSpPr>
            <a:spLocks noChangeArrowheads="1"/>
          </p:cNvSpPr>
          <p:nvPr/>
        </p:nvSpPr>
        <p:spPr bwMode="auto">
          <a:xfrm>
            <a:off x="1303338" y="3468688"/>
            <a:ext cx="792162"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Processor</a:t>
            </a:r>
            <a:endParaRPr lang="en-CA" sz="2400">
              <a:latin typeface="Corbel" pitchFamily="34" charset="0"/>
            </a:endParaRPr>
          </a:p>
        </p:txBody>
      </p:sp>
      <p:sp>
        <p:nvSpPr>
          <p:cNvPr id="7" name="Freeform 7"/>
          <p:cNvSpPr>
            <a:spLocks/>
          </p:cNvSpPr>
          <p:nvPr/>
        </p:nvSpPr>
        <p:spPr bwMode="auto">
          <a:xfrm>
            <a:off x="6508750" y="4654550"/>
            <a:ext cx="373063" cy="176213"/>
          </a:xfrm>
          <a:custGeom>
            <a:avLst/>
            <a:gdLst>
              <a:gd name="T0" fmla="*/ 0 w 17"/>
              <a:gd name="T1" fmla="*/ 6 h 8"/>
              <a:gd name="T2" fmla="*/ 8 w 17"/>
              <a:gd name="T3" fmla="*/ 6 h 8"/>
              <a:gd name="T4" fmla="*/ 8 w 17"/>
              <a:gd name="T5" fmla="*/ 8 h 8"/>
              <a:gd name="T6" fmla="*/ 17 w 17"/>
              <a:gd name="T7" fmla="*/ 4 h 8"/>
              <a:gd name="T8" fmla="*/ 8 w 17"/>
              <a:gd name="T9" fmla="*/ 0 h 8"/>
              <a:gd name="T10" fmla="*/ 8 w 17"/>
              <a:gd name="T11" fmla="*/ 2 h 8"/>
              <a:gd name="T12" fmla="*/ 0 w 17"/>
              <a:gd name="T13" fmla="*/ 2 h 8"/>
              <a:gd name="T14" fmla="*/ 0 60000 65536"/>
              <a:gd name="T15" fmla="*/ 0 60000 65536"/>
              <a:gd name="T16" fmla="*/ 0 60000 65536"/>
              <a:gd name="T17" fmla="*/ 0 60000 65536"/>
              <a:gd name="T18" fmla="*/ 0 60000 65536"/>
              <a:gd name="T19" fmla="*/ 0 60000 65536"/>
              <a:gd name="T20" fmla="*/ 0 60000 65536"/>
              <a:gd name="T21" fmla="*/ 0 w 17"/>
              <a:gd name="T22" fmla="*/ 0 h 8"/>
              <a:gd name="T23" fmla="*/ 17 w 17"/>
              <a:gd name="T24" fmla="*/ 8 h 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8">
                <a:moveTo>
                  <a:pt x="0" y="6"/>
                </a:moveTo>
                <a:lnTo>
                  <a:pt x="8" y="6"/>
                </a:lnTo>
                <a:lnTo>
                  <a:pt x="8" y="8"/>
                </a:lnTo>
                <a:lnTo>
                  <a:pt x="17" y="4"/>
                </a:lnTo>
                <a:lnTo>
                  <a:pt x="8" y="0"/>
                </a:lnTo>
                <a:lnTo>
                  <a:pt x="8" y="2"/>
                </a:lnTo>
                <a:lnTo>
                  <a:pt x="0" y="2"/>
                </a:lnTo>
              </a:path>
            </a:pathLst>
          </a:custGeom>
          <a:noFill/>
          <a:ln w="22225">
            <a:solidFill>
              <a:srgbClr val="000000"/>
            </a:solidFill>
            <a:prstDash val="solid"/>
            <a:round/>
            <a:headEnd/>
            <a:tailEnd/>
          </a:ln>
        </p:spPr>
        <p:txBody>
          <a:bodyPr/>
          <a:lstStyle/>
          <a:p>
            <a:endParaRPr lang="en-US"/>
          </a:p>
        </p:txBody>
      </p:sp>
      <p:sp>
        <p:nvSpPr>
          <p:cNvPr id="8" name="Freeform 8"/>
          <p:cNvSpPr>
            <a:spLocks/>
          </p:cNvSpPr>
          <p:nvPr/>
        </p:nvSpPr>
        <p:spPr bwMode="auto">
          <a:xfrm>
            <a:off x="2379663" y="2414588"/>
            <a:ext cx="1581150" cy="198437"/>
          </a:xfrm>
          <a:custGeom>
            <a:avLst/>
            <a:gdLst>
              <a:gd name="T0" fmla="*/ 0 w 72"/>
              <a:gd name="T1" fmla="*/ 7 h 9"/>
              <a:gd name="T2" fmla="*/ 63 w 72"/>
              <a:gd name="T3" fmla="*/ 7 h 9"/>
              <a:gd name="T4" fmla="*/ 63 w 72"/>
              <a:gd name="T5" fmla="*/ 9 h 9"/>
              <a:gd name="T6" fmla="*/ 72 w 72"/>
              <a:gd name="T7" fmla="*/ 5 h 9"/>
              <a:gd name="T8" fmla="*/ 63 w 72"/>
              <a:gd name="T9" fmla="*/ 0 h 9"/>
              <a:gd name="T10" fmla="*/ 63 w 72"/>
              <a:gd name="T11" fmla="*/ 2 h 9"/>
              <a:gd name="T12" fmla="*/ 0 w 72"/>
              <a:gd name="T13" fmla="*/ 2 h 9"/>
              <a:gd name="T14" fmla="*/ 0 60000 65536"/>
              <a:gd name="T15" fmla="*/ 0 60000 65536"/>
              <a:gd name="T16" fmla="*/ 0 60000 65536"/>
              <a:gd name="T17" fmla="*/ 0 60000 65536"/>
              <a:gd name="T18" fmla="*/ 0 60000 65536"/>
              <a:gd name="T19" fmla="*/ 0 60000 65536"/>
              <a:gd name="T20" fmla="*/ 0 60000 65536"/>
              <a:gd name="T21" fmla="*/ 0 w 72"/>
              <a:gd name="T22" fmla="*/ 0 h 9"/>
              <a:gd name="T23" fmla="*/ 72 w 72"/>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2" h="9">
                <a:moveTo>
                  <a:pt x="0" y="7"/>
                </a:moveTo>
                <a:lnTo>
                  <a:pt x="63" y="7"/>
                </a:lnTo>
                <a:lnTo>
                  <a:pt x="63" y="9"/>
                </a:lnTo>
                <a:lnTo>
                  <a:pt x="72" y="5"/>
                </a:lnTo>
                <a:lnTo>
                  <a:pt x="63" y="0"/>
                </a:lnTo>
                <a:lnTo>
                  <a:pt x="63" y="2"/>
                </a:lnTo>
                <a:lnTo>
                  <a:pt x="0" y="2"/>
                </a:lnTo>
              </a:path>
            </a:pathLst>
          </a:custGeom>
          <a:noFill/>
          <a:ln w="22225">
            <a:solidFill>
              <a:srgbClr val="000000"/>
            </a:solidFill>
            <a:prstDash val="solid"/>
            <a:round/>
            <a:headEnd/>
            <a:tailEnd/>
          </a:ln>
        </p:spPr>
        <p:txBody>
          <a:bodyPr/>
          <a:lstStyle/>
          <a:p>
            <a:endParaRPr lang="en-US"/>
          </a:p>
        </p:txBody>
      </p:sp>
      <p:sp>
        <p:nvSpPr>
          <p:cNvPr id="9" name="Freeform 9"/>
          <p:cNvSpPr>
            <a:spLocks/>
          </p:cNvSpPr>
          <p:nvPr/>
        </p:nvSpPr>
        <p:spPr bwMode="auto">
          <a:xfrm>
            <a:off x="6750050" y="2809875"/>
            <a:ext cx="131763" cy="44450"/>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2225">
            <a:solidFill>
              <a:srgbClr val="000000"/>
            </a:solidFill>
            <a:prstDash val="solid"/>
            <a:round/>
            <a:headEnd/>
            <a:tailEnd/>
          </a:ln>
        </p:spPr>
        <p:txBody>
          <a:bodyPr/>
          <a:lstStyle/>
          <a:p>
            <a:endParaRPr lang="en-US"/>
          </a:p>
        </p:txBody>
      </p:sp>
      <p:sp>
        <p:nvSpPr>
          <p:cNvPr id="10" name="Freeform 10"/>
          <p:cNvSpPr>
            <a:spLocks/>
          </p:cNvSpPr>
          <p:nvPr/>
        </p:nvSpPr>
        <p:spPr bwMode="auto">
          <a:xfrm>
            <a:off x="6750050" y="2809875"/>
            <a:ext cx="131763" cy="44450"/>
          </a:xfrm>
          <a:custGeom>
            <a:avLst/>
            <a:gdLst>
              <a:gd name="T0" fmla="*/ 0 w 83"/>
              <a:gd name="T1" fmla="*/ 28 h 28"/>
              <a:gd name="T2" fmla="*/ 83 w 83"/>
              <a:gd name="T3" fmla="*/ 14 h 28"/>
              <a:gd name="T4" fmla="*/ 0 w 83"/>
              <a:gd name="T5" fmla="*/ 0 h 28"/>
              <a:gd name="T6" fmla="*/ 0 w 83"/>
              <a:gd name="T7" fmla="*/ 14 h 28"/>
              <a:gd name="T8" fmla="*/ 0 w 83"/>
              <a:gd name="T9" fmla="*/ 28 h 28"/>
              <a:gd name="T10" fmla="*/ 0 60000 65536"/>
              <a:gd name="T11" fmla="*/ 0 60000 65536"/>
              <a:gd name="T12" fmla="*/ 0 60000 65536"/>
              <a:gd name="T13" fmla="*/ 0 60000 65536"/>
              <a:gd name="T14" fmla="*/ 0 60000 65536"/>
              <a:gd name="T15" fmla="*/ 0 w 83"/>
              <a:gd name="T16" fmla="*/ 0 h 28"/>
              <a:gd name="T17" fmla="*/ 83 w 83"/>
              <a:gd name="T18" fmla="*/ 28 h 28"/>
            </a:gdLst>
            <a:ahLst/>
            <a:cxnLst>
              <a:cxn ang="T10">
                <a:pos x="T0" y="T1"/>
              </a:cxn>
              <a:cxn ang="T11">
                <a:pos x="T2" y="T3"/>
              </a:cxn>
              <a:cxn ang="T12">
                <a:pos x="T4" y="T5"/>
              </a:cxn>
              <a:cxn ang="T13">
                <a:pos x="T6" y="T7"/>
              </a:cxn>
              <a:cxn ang="T14">
                <a:pos x="T8" y="T9"/>
              </a:cxn>
            </a:cxnLst>
            <a:rect l="T15" t="T16" r="T17" b="T18"/>
            <a:pathLst>
              <a:path w="83" h="28">
                <a:moveTo>
                  <a:pt x="0" y="28"/>
                </a:moveTo>
                <a:lnTo>
                  <a:pt x="83" y="14"/>
                </a:lnTo>
                <a:lnTo>
                  <a:pt x="0" y="0"/>
                </a:lnTo>
                <a:lnTo>
                  <a:pt x="0" y="14"/>
                </a:lnTo>
                <a:lnTo>
                  <a:pt x="0" y="28"/>
                </a:lnTo>
                <a:close/>
              </a:path>
            </a:pathLst>
          </a:custGeom>
          <a:solidFill>
            <a:srgbClr val="000000"/>
          </a:solidFill>
          <a:ln w="0">
            <a:solidFill>
              <a:srgbClr val="000000"/>
            </a:solidFill>
            <a:prstDash val="solid"/>
            <a:round/>
            <a:headEnd/>
            <a:tailEnd/>
          </a:ln>
        </p:spPr>
        <p:txBody>
          <a:bodyPr/>
          <a:lstStyle/>
          <a:p>
            <a:endParaRPr lang="en-US"/>
          </a:p>
        </p:txBody>
      </p:sp>
      <p:sp>
        <p:nvSpPr>
          <p:cNvPr id="11" name="Line 11"/>
          <p:cNvSpPr>
            <a:spLocks noChangeShapeType="1"/>
          </p:cNvSpPr>
          <p:nvPr/>
        </p:nvSpPr>
        <p:spPr bwMode="auto">
          <a:xfrm flipH="1">
            <a:off x="5345113" y="2832100"/>
            <a:ext cx="1404937" cy="1588"/>
          </a:xfrm>
          <a:prstGeom prst="line">
            <a:avLst/>
          </a:prstGeom>
          <a:noFill/>
          <a:ln w="22225">
            <a:solidFill>
              <a:srgbClr val="000000"/>
            </a:solidFill>
            <a:round/>
            <a:headEnd/>
            <a:tailEnd/>
          </a:ln>
        </p:spPr>
        <p:txBody>
          <a:bodyPr/>
          <a:lstStyle/>
          <a:p>
            <a:endParaRPr lang="en-US"/>
          </a:p>
        </p:txBody>
      </p:sp>
      <p:sp>
        <p:nvSpPr>
          <p:cNvPr id="12" name="Freeform 12"/>
          <p:cNvSpPr>
            <a:spLocks/>
          </p:cNvSpPr>
          <p:nvPr/>
        </p:nvSpPr>
        <p:spPr bwMode="auto">
          <a:xfrm>
            <a:off x="6750050" y="3162300"/>
            <a:ext cx="131763" cy="42863"/>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2225">
            <a:solidFill>
              <a:srgbClr val="000000"/>
            </a:solidFill>
            <a:prstDash val="solid"/>
            <a:round/>
            <a:headEnd/>
            <a:tailEnd/>
          </a:ln>
        </p:spPr>
        <p:txBody>
          <a:bodyPr/>
          <a:lstStyle/>
          <a:p>
            <a:endParaRPr lang="en-US"/>
          </a:p>
        </p:txBody>
      </p:sp>
      <p:sp>
        <p:nvSpPr>
          <p:cNvPr id="13" name="Freeform 13"/>
          <p:cNvSpPr>
            <a:spLocks/>
          </p:cNvSpPr>
          <p:nvPr/>
        </p:nvSpPr>
        <p:spPr bwMode="auto">
          <a:xfrm>
            <a:off x="6750050" y="3162300"/>
            <a:ext cx="131763" cy="42863"/>
          </a:xfrm>
          <a:custGeom>
            <a:avLst/>
            <a:gdLst>
              <a:gd name="T0" fmla="*/ 0 w 83"/>
              <a:gd name="T1" fmla="*/ 27 h 27"/>
              <a:gd name="T2" fmla="*/ 83 w 83"/>
              <a:gd name="T3" fmla="*/ 13 h 27"/>
              <a:gd name="T4" fmla="*/ 0 w 83"/>
              <a:gd name="T5" fmla="*/ 0 h 27"/>
              <a:gd name="T6" fmla="*/ 0 w 83"/>
              <a:gd name="T7" fmla="*/ 13 h 27"/>
              <a:gd name="T8" fmla="*/ 0 w 83"/>
              <a:gd name="T9" fmla="*/ 27 h 27"/>
              <a:gd name="T10" fmla="*/ 0 60000 65536"/>
              <a:gd name="T11" fmla="*/ 0 60000 65536"/>
              <a:gd name="T12" fmla="*/ 0 60000 65536"/>
              <a:gd name="T13" fmla="*/ 0 60000 65536"/>
              <a:gd name="T14" fmla="*/ 0 60000 65536"/>
              <a:gd name="T15" fmla="*/ 0 w 83"/>
              <a:gd name="T16" fmla="*/ 0 h 27"/>
              <a:gd name="T17" fmla="*/ 83 w 83"/>
              <a:gd name="T18" fmla="*/ 27 h 27"/>
            </a:gdLst>
            <a:ahLst/>
            <a:cxnLst>
              <a:cxn ang="T10">
                <a:pos x="T0" y="T1"/>
              </a:cxn>
              <a:cxn ang="T11">
                <a:pos x="T2" y="T3"/>
              </a:cxn>
              <a:cxn ang="T12">
                <a:pos x="T4" y="T5"/>
              </a:cxn>
              <a:cxn ang="T13">
                <a:pos x="T6" y="T7"/>
              </a:cxn>
              <a:cxn ang="T14">
                <a:pos x="T8" y="T9"/>
              </a:cxn>
            </a:cxnLst>
            <a:rect l="T15" t="T16" r="T17" b="T18"/>
            <a:pathLst>
              <a:path w="83" h="27">
                <a:moveTo>
                  <a:pt x="0" y="27"/>
                </a:moveTo>
                <a:lnTo>
                  <a:pt x="83" y="13"/>
                </a:lnTo>
                <a:lnTo>
                  <a:pt x="0" y="0"/>
                </a:lnTo>
                <a:lnTo>
                  <a:pt x="0" y="13"/>
                </a:lnTo>
                <a:lnTo>
                  <a:pt x="0" y="27"/>
                </a:lnTo>
                <a:close/>
              </a:path>
            </a:pathLst>
          </a:custGeom>
          <a:solidFill>
            <a:srgbClr val="000000"/>
          </a:solidFill>
          <a:ln w="0">
            <a:solidFill>
              <a:srgbClr val="000000"/>
            </a:solidFill>
            <a:prstDash val="solid"/>
            <a:round/>
            <a:headEnd/>
            <a:tailEnd/>
          </a:ln>
        </p:spPr>
        <p:txBody>
          <a:bodyPr/>
          <a:lstStyle/>
          <a:p>
            <a:endParaRPr lang="en-US"/>
          </a:p>
        </p:txBody>
      </p:sp>
      <p:sp>
        <p:nvSpPr>
          <p:cNvPr id="14" name="Line 14"/>
          <p:cNvSpPr>
            <a:spLocks noChangeShapeType="1"/>
          </p:cNvSpPr>
          <p:nvPr/>
        </p:nvSpPr>
        <p:spPr bwMode="auto">
          <a:xfrm flipH="1">
            <a:off x="5345113" y="3182938"/>
            <a:ext cx="1404937" cy="1587"/>
          </a:xfrm>
          <a:prstGeom prst="line">
            <a:avLst/>
          </a:prstGeom>
          <a:noFill/>
          <a:ln w="22225">
            <a:solidFill>
              <a:srgbClr val="000000"/>
            </a:solidFill>
            <a:round/>
            <a:headEnd/>
            <a:tailEnd/>
          </a:ln>
        </p:spPr>
        <p:txBody>
          <a:bodyPr/>
          <a:lstStyle/>
          <a:p>
            <a:endParaRPr lang="en-US"/>
          </a:p>
        </p:txBody>
      </p:sp>
      <p:sp>
        <p:nvSpPr>
          <p:cNvPr id="15" name="Freeform 15"/>
          <p:cNvSpPr>
            <a:spLocks/>
          </p:cNvSpPr>
          <p:nvPr/>
        </p:nvSpPr>
        <p:spPr bwMode="auto">
          <a:xfrm>
            <a:off x="6750050" y="3513138"/>
            <a:ext cx="131763" cy="44450"/>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2225">
            <a:solidFill>
              <a:srgbClr val="000000"/>
            </a:solidFill>
            <a:prstDash val="solid"/>
            <a:round/>
            <a:headEnd/>
            <a:tailEnd/>
          </a:ln>
        </p:spPr>
        <p:txBody>
          <a:bodyPr/>
          <a:lstStyle/>
          <a:p>
            <a:endParaRPr lang="en-US"/>
          </a:p>
        </p:txBody>
      </p:sp>
      <p:sp>
        <p:nvSpPr>
          <p:cNvPr id="16" name="Freeform 16"/>
          <p:cNvSpPr>
            <a:spLocks/>
          </p:cNvSpPr>
          <p:nvPr/>
        </p:nvSpPr>
        <p:spPr bwMode="auto">
          <a:xfrm>
            <a:off x="6750050" y="3513138"/>
            <a:ext cx="131763" cy="44450"/>
          </a:xfrm>
          <a:custGeom>
            <a:avLst/>
            <a:gdLst>
              <a:gd name="T0" fmla="*/ 0 w 83"/>
              <a:gd name="T1" fmla="*/ 28 h 28"/>
              <a:gd name="T2" fmla="*/ 83 w 83"/>
              <a:gd name="T3" fmla="*/ 14 h 28"/>
              <a:gd name="T4" fmla="*/ 0 w 83"/>
              <a:gd name="T5" fmla="*/ 0 h 28"/>
              <a:gd name="T6" fmla="*/ 0 w 83"/>
              <a:gd name="T7" fmla="*/ 14 h 28"/>
              <a:gd name="T8" fmla="*/ 0 w 83"/>
              <a:gd name="T9" fmla="*/ 28 h 28"/>
              <a:gd name="T10" fmla="*/ 0 60000 65536"/>
              <a:gd name="T11" fmla="*/ 0 60000 65536"/>
              <a:gd name="T12" fmla="*/ 0 60000 65536"/>
              <a:gd name="T13" fmla="*/ 0 60000 65536"/>
              <a:gd name="T14" fmla="*/ 0 60000 65536"/>
              <a:gd name="T15" fmla="*/ 0 w 83"/>
              <a:gd name="T16" fmla="*/ 0 h 28"/>
              <a:gd name="T17" fmla="*/ 83 w 83"/>
              <a:gd name="T18" fmla="*/ 28 h 28"/>
            </a:gdLst>
            <a:ahLst/>
            <a:cxnLst>
              <a:cxn ang="T10">
                <a:pos x="T0" y="T1"/>
              </a:cxn>
              <a:cxn ang="T11">
                <a:pos x="T2" y="T3"/>
              </a:cxn>
              <a:cxn ang="T12">
                <a:pos x="T4" y="T5"/>
              </a:cxn>
              <a:cxn ang="T13">
                <a:pos x="T6" y="T7"/>
              </a:cxn>
              <a:cxn ang="T14">
                <a:pos x="T8" y="T9"/>
              </a:cxn>
            </a:cxnLst>
            <a:rect l="T15" t="T16" r="T17" b="T18"/>
            <a:pathLst>
              <a:path w="83" h="28">
                <a:moveTo>
                  <a:pt x="0" y="28"/>
                </a:moveTo>
                <a:lnTo>
                  <a:pt x="83" y="14"/>
                </a:lnTo>
                <a:lnTo>
                  <a:pt x="0" y="0"/>
                </a:lnTo>
                <a:lnTo>
                  <a:pt x="0" y="14"/>
                </a:lnTo>
                <a:lnTo>
                  <a:pt x="0" y="28"/>
                </a:lnTo>
                <a:close/>
              </a:path>
            </a:pathLst>
          </a:custGeom>
          <a:solidFill>
            <a:srgbClr val="000000"/>
          </a:solidFill>
          <a:ln w="0">
            <a:solidFill>
              <a:srgbClr val="000000"/>
            </a:solidFill>
            <a:prstDash val="solid"/>
            <a:round/>
            <a:headEnd/>
            <a:tailEnd/>
          </a:ln>
        </p:spPr>
        <p:txBody>
          <a:bodyPr/>
          <a:lstStyle/>
          <a:p>
            <a:endParaRPr lang="en-US"/>
          </a:p>
        </p:txBody>
      </p:sp>
      <p:sp>
        <p:nvSpPr>
          <p:cNvPr id="17" name="Line 17"/>
          <p:cNvSpPr>
            <a:spLocks noChangeShapeType="1"/>
          </p:cNvSpPr>
          <p:nvPr/>
        </p:nvSpPr>
        <p:spPr bwMode="auto">
          <a:xfrm flipH="1">
            <a:off x="5345113" y="3535363"/>
            <a:ext cx="1404937" cy="1587"/>
          </a:xfrm>
          <a:prstGeom prst="line">
            <a:avLst/>
          </a:prstGeom>
          <a:noFill/>
          <a:ln w="22225">
            <a:solidFill>
              <a:srgbClr val="000000"/>
            </a:solidFill>
            <a:round/>
            <a:headEnd/>
            <a:tailEnd/>
          </a:ln>
        </p:spPr>
        <p:txBody>
          <a:bodyPr/>
          <a:lstStyle/>
          <a:p>
            <a:endParaRPr lang="en-US"/>
          </a:p>
        </p:txBody>
      </p:sp>
      <p:sp>
        <p:nvSpPr>
          <p:cNvPr id="18" name="Freeform 18"/>
          <p:cNvSpPr>
            <a:spLocks/>
          </p:cNvSpPr>
          <p:nvPr/>
        </p:nvSpPr>
        <p:spPr bwMode="auto">
          <a:xfrm>
            <a:off x="6750050" y="3863975"/>
            <a:ext cx="131763" cy="44450"/>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2225">
            <a:solidFill>
              <a:srgbClr val="000000"/>
            </a:solidFill>
            <a:prstDash val="solid"/>
            <a:round/>
            <a:headEnd/>
            <a:tailEnd/>
          </a:ln>
        </p:spPr>
        <p:txBody>
          <a:bodyPr/>
          <a:lstStyle/>
          <a:p>
            <a:endParaRPr lang="en-US"/>
          </a:p>
        </p:txBody>
      </p:sp>
      <p:sp>
        <p:nvSpPr>
          <p:cNvPr id="19" name="Freeform 19"/>
          <p:cNvSpPr>
            <a:spLocks/>
          </p:cNvSpPr>
          <p:nvPr/>
        </p:nvSpPr>
        <p:spPr bwMode="auto">
          <a:xfrm>
            <a:off x="6750050" y="3863975"/>
            <a:ext cx="131763" cy="44450"/>
          </a:xfrm>
          <a:custGeom>
            <a:avLst/>
            <a:gdLst>
              <a:gd name="T0" fmla="*/ 0 w 83"/>
              <a:gd name="T1" fmla="*/ 28 h 28"/>
              <a:gd name="T2" fmla="*/ 83 w 83"/>
              <a:gd name="T3" fmla="*/ 14 h 28"/>
              <a:gd name="T4" fmla="*/ 0 w 83"/>
              <a:gd name="T5" fmla="*/ 0 h 28"/>
              <a:gd name="T6" fmla="*/ 0 w 83"/>
              <a:gd name="T7" fmla="*/ 14 h 28"/>
              <a:gd name="T8" fmla="*/ 0 w 83"/>
              <a:gd name="T9" fmla="*/ 28 h 28"/>
              <a:gd name="T10" fmla="*/ 0 60000 65536"/>
              <a:gd name="T11" fmla="*/ 0 60000 65536"/>
              <a:gd name="T12" fmla="*/ 0 60000 65536"/>
              <a:gd name="T13" fmla="*/ 0 60000 65536"/>
              <a:gd name="T14" fmla="*/ 0 60000 65536"/>
              <a:gd name="T15" fmla="*/ 0 w 83"/>
              <a:gd name="T16" fmla="*/ 0 h 28"/>
              <a:gd name="T17" fmla="*/ 83 w 83"/>
              <a:gd name="T18" fmla="*/ 28 h 28"/>
            </a:gdLst>
            <a:ahLst/>
            <a:cxnLst>
              <a:cxn ang="T10">
                <a:pos x="T0" y="T1"/>
              </a:cxn>
              <a:cxn ang="T11">
                <a:pos x="T2" y="T3"/>
              </a:cxn>
              <a:cxn ang="T12">
                <a:pos x="T4" y="T5"/>
              </a:cxn>
              <a:cxn ang="T13">
                <a:pos x="T6" y="T7"/>
              </a:cxn>
              <a:cxn ang="T14">
                <a:pos x="T8" y="T9"/>
              </a:cxn>
            </a:cxnLst>
            <a:rect l="T15" t="T16" r="T17" b="T18"/>
            <a:pathLst>
              <a:path w="83" h="28">
                <a:moveTo>
                  <a:pt x="0" y="28"/>
                </a:moveTo>
                <a:lnTo>
                  <a:pt x="83" y="14"/>
                </a:lnTo>
                <a:lnTo>
                  <a:pt x="0" y="0"/>
                </a:lnTo>
                <a:lnTo>
                  <a:pt x="0" y="14"/>
                </a:lnTo>
                <a:lnTo>
                  <a:pt x="0" y="28"/>
                </a:lnTo>
                <a:close/>
              </a:path>
            </a:pathLst>
          </a:custGeom>
          <a:solidFill>
            <a:srgbClr val="000000"/>
          </a:solidFill>
          <a:ln w="0">
            <a:solidFill>
              <a:srgbClr val="000000"/>
            </a:solidFill>
            <a:prstDash val="solid"/>
            <a:round/>
            <a:headEnd/>
            <a:tailEnd/>
          </a:ln>
        </p:spPr>
        <p:txBody>
          <a:bodyPr/>
          <a:lstStyle/>
          <a:p>
            <a:endParaRPr lang="en-US"/>
          </a:p>
        </p:txBody>
      </p:sp>
      <p:sp>
        <p:nvSpPr>
          <p:cNvPr id="20" name="Line 20"/>
          <p:cNvSpPr>
            <a:spLocks noChangeShapeType="1"/>
          </p:cNvSpPr>
          <p:nvPr/>
        </p:nvSpPr>
        <p:spPr bwMode="auto">
          <a:xfrm flipH="1">
            <a:off x="5345113" y="3886200"/>
            <a:ext cx="1404937" cy="1588"/>
          </a:xfrm>
          <a:prstGeom prst="line">
            <a:avLst/>
          </a:prstGeom>
          <a:noFill/>
          <a:ln w="22225">
            <a:solidFill>
              <a:srgbClr val="000000"/>
            </a:solidFill>
            <a:round/>
            <a:headEnd/>
            <a:tailEnd/>
          </a:ln>
        </p:spPr>
        <p:txBody>
          <a:bodyPr/>
          <a:lstStyle/>
          <a:p>
            <a:endParaRPr lang="en-US"/>
          </a:p>
        </p:txBody>
      </p:sp>
      <p:sp>
        <p:nvSpPr>
          <p:cNvPr id="21" name="Rectangle 21"/>
          <p:cNvSpPr>
            <a:spLocks noChangeArrowheads="1"/>
          </p:cNvSpPr>
          <p:nvPr/>
        </p:nvSpPr>
        <p:spPr bwMode="auto">
          <a:xfrm>
            <a:off x="5894388" y="2568575"/>
            <a:ext cx="13493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R</a:t>
            </a:r>
            <a:endParaRPr lang="en-CA" sz="2400">
              <a:latin typeface="Corbel" pitchFamily="34" charset="0"/>
            </a:endParaRPr>
          </a:p>
        </p:txBody>
      </p:sp>
      <p:sp>
        <p:nvSpPr>
          <p:cNvPr id="22" name="Rectangle 22"/>
          <p:cNvSpPr>
            <a:spLocks noChangeArrowheads="1"/>
          </p:cNvSpPr>
          <p:nvPr/>
        </p:nvSpPr>
        <p:spPr bwMode="auto">
          <a:xfrm>
            <a:off x="6048375" y="2568575"/>
            <a:ext cx="146050"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A</a:t>
            </a:r>
            <a:endParaRPr lang="en-CA" sz="2400">
              <a:latin typeface="Corbel" pitchFamily="34" charset="0"/>
            </a:endParaRPr>
          </a:p>
        </p:txBody>
      </p:sp>
      <p:sp>
        <p:nvSpPr>
          <p:cNvPr id="23" name="Rectangle 23"/>
          <p:cNvSpPr>
            <a:spLocks noChangeArrowheads="1"/>
          </p:cNvSpPr>
          <p:nvPr/>
        </p:nvSpPr>
        <p:spPr bwMode="auto">
          <a:xfrm>
            <a:off x="6200775" y="2568575"/>
            <a:ext cx="112713"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S</a:t>
            </a:r>
            <a:endParaRPr lang="en-CA" sz="2400">
              <a:latin typeface="Corbel" pitchFamily="34" charset="0"/>
            </a:endParaRPr>
          </a:p>
        </p:txBody>
      </p:sp>
      <p:sp>
        <p:nvSpPr>
          <p:cNvPr id="24" name="Line 24"/>
          <p:cNvSpPr>
            <a:spLocks noChangeShapeType="1"/>
          </p:cNvSpPr>
          <p:nvPr/>
        </p:nvSpPr>
        <p:spPr bwMode="auto">
          <a:xfrm flipH="1">
            <a:off x="5916613" y="2590800"/>
            <a:ext cx="373062" cy="1588"/>
          </a:xfrm>
          <a:prstGeom prst="line">
            <a:avLst/>
          </a:prstGeom>
          <a:noFill/>
          <a:ln w="22225">
            <a:solidFill>
              <a:srgbClr val="000000"/>
            </a:solidFill>
            <a:round/>
            <a:headEnd/>
            <a:tailEnd/>
          </a:ln>
        </p:spPr>
        <p:txBody>
          <a:bodyPr/>
          <a:lstStyle/>
          <a:p>
            <a:endParaRPr lang="en-US"/>
          </a:p>
        </p:txBody>
      </p:sp>
      <p:sp>
        <p:nvSpPr>
          <p:cNvPr id="25" name="Rectangle 25"/>
          <p:cNvSpPr>
            <a:spLocks noChangeArrowheads="1"/>
          </p:cNvSpPr>
          <p:nvPr/>
        </p:nvSpPr>
        <p:spPr bwMode="auto">
          <a:xfrm>
            <a:off x="5894388" y="2919413"/>
            <a:ext cx="13493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C</a:t>
            </a:r>
            <a:endParaRPr lang="en-CA" sz="2400">
              <a:latin typeface="Corbel" pitchFamily="34" charset="0"/>
            </a:endParaRPr>
          </a:p>
        </p:txBody>
      </p:sp>
      <p:sp>
        <p:nvSpPr>
          <p:cNvPr id="26" name="Rectangle 26"/>
          <p:cNvSpPr>
            <a:spLocks noChangeArrowheads="1"/>
          </p:cNvSpPr>
          <p:nvPr/>
        </p:nvSpPr>
        <p:spPr bwMode="auto">
          <a:xfrm>
            <a:off x="6048375" y="2919413"/>
            <a:ext cx="146050"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A</a:t>
            </a:r>
            <a:endParaRPr lang="en-CA" sz="2400">
              <a:latin typeface="Corbel" pitchFamily="34" charset="0"/>
            </a:endParaRPr>
          </a:p>
        </p:txBody>
      </p:sp>
      <p:sp>
        <p:nvSpPr>
          <p:cNvPr id="27" name="Rectangle 27"/>
          <p:cNvSpPr>
            <a:spLocks noChangeArrowheads="1"/>
          </p:cNvSpPr>
          <p:nvPr/>
        </p:nvSpPr>
        <p:spPr bwMode="auto">
          <a:xfrm>
            <a:off x="6200775" y="2919413"/>
            <a:ext cx="112713"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S</a:t>
            </a:r>
            <a:endParaRPr lang="en-CA" sz="2400">
              <a:latin typeface="Corbel" pitchFamily="34" charset="0"/>
            </a:endParaRPr>
          </a:p>
        </p:txBody>
      </p:sp>
      <p:sp>
        <p:nvSpPr>
          <p:cNvPr id="28" name="Line 28"/>
          <p:cNvSpPr>
            <a:spLocks noChangeShapeType="1"/>
          </p:cNvSpPr>
          <p:nvPr/>
        </p:nvSpPr>
        <p:spPr bwMode="auto">
          <a:xfrm flipH="1">
            <a:off x="5916613" y="2941638"/>
            <a:ext cx="373062" cy="1587"/>
          </a:xfrm>
          <a:prstGeom prst="line">
            <a:avLst/>
          </a:prstGeom>
          <a:noFill/>
          <a:ln w="22225">
            <a:solidFill>
              <a:srgbClr val="000000"/>
            </a:solidFill>
            <a:round/>
            <a:headEnd/>
            <a:tailEnd/>
          </a:ln>
        </p:spPr>
        <p:txBody>
          <a:bodyPr/>
          <a:lstStyle/>
          <a:p>
            <a:endParaRPr lang="en-US"/>
          </a:p>
        </p:txBody>
      </p:sp>
      <p:sp>
        <p:nvSpPr>
          <p:cNvPr id="29" name="Rectangle 29"/>
          <p:cNvSpPr>
            <a:spLocks noChangeArrowheads="1"/>
          </p:cNvSpPr>
          <p:nvPr/>
        </p:nvSpPr>
        <p:spPr bwMode="auto">
          <a:xfrm>
            <a:off x="5894388" y="3270250"/>
            <a:ext cx="13493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R</a:t>
            </a:r>
            <a:endParaRPr lang="en-CA" sz="2400">
              <a:latin typeface="Corbel" pitchFamily="34" charset="0"/>
            </a:endParaRPr>
          </a:p>
        </p:txBody>
      </p:sp>
      <p:sp>
        <p:nvSpPr>
          <p:cNvPr id="30" name="Rectangle 30"/>
          <p:cNvSpPr>
            <a:spLocks noChangeArrowheads="1"/>
          </p:cNvSpPr>
          <p:nvPr/>
        </p:nvSpPr>
        <p:spPr bwMode="auto">
          <a:xfrm>
            <a:off x="6026150" y="3270250"/>
            <a:ext cx="57150"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a:t>
            </a:r>
            <a:endParaRPr lang="en-CA" sz="2400">
              <a:latin typeface="Corbel" pitchFamily="34" charset="0"/>
            </a:endParaRPr>
          </a:p>
        </p:txBody>
      </p:sp>
      <p:sp>
        <p:nvSpPr>
          <p:cNvPr id="31" name="Rectangle 31"/>
          <p:cNvSpPr>
            <a:spLocks noChangeArrowheads="1"/>
          </p:cNvSpPr>
          <p:nvPr/>
        </p:nvSpPr>
        <p:spPr bwMode="auto">
          <a:xfrm>
            <a:off x="6135688" y="3270250"/>
            <a:ext cx="19208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W</a:t>
            </a:r>
            <a:endParaRPr lang="en-CA" sz="2400">
              <a:latin typeface="Corbel" pitchFamily="34" charset="0"/>
            </a:endParaRPr>
          </a:p>
        </p:txBody>
      </p:sp>
      <p:sp>
        <p:nvSpPr>
          <p:cNvPr id="32" name="Line 32"/>
          <p:cNvSpPr>
            <a:spLocks noChangeShapeType="1"/>
          </p:cNvSpPr>
          <p:nvPr/>
        </p:nvSpPr>
        <p:spPr bwMode="auto">
          <a:xfrm flipH="1">
            <a:off x="6135688" y="3294063"/>
            <a:ext cx="153987" cy="1587"/>
          </a:xfrm>
          <a:prstGeom prst="line">
            <a:avLst/>
          </a:prstGeom>
          <a:noFill/>
          <a:ln w="22225">
            <a:solidFill>
              <a:srgbClr val="000000"/>
            </a:solidFill>
            <a:round/>
            <a:headEnd/>
            <a:tailEnd/>
          </a:ln>
        </p:spPr>
        <p:txBody>
          <a:bodyPr/>
          <a:lstStyle/>
          <a:p>
            <a:endParaRPr lang="en-US"/>
          </a:p>
        </p:txBody>
      </p:sp>
      <p:sp>
        <p:nvSpPr>
          <p:cNvPr id="33" name="Rectangle 33"/>
          <p:cNvSpPr>
            <a:spLocks noChangeArrowheads="1"/>
          </p:cNvSpPr>
          <p:nvPr/>
        </p:nvSpPr>
        <p:spPr bwMode="auto">
          <a:xfrm>
            <a:off x="5894388" y="3995738"/>
            <a:ext cx="485775"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Clock</a:t>
            </a:r>
            <a:endParaRPr lang="en-CA" sz="2400">
              <a:latin typeface="Corbel" pitchFamily="34" charset="0"/>
            </a:endParaRPr>
          </a:p>
        </p:txBody>
      </p:sp>
      <p:sp>
        <p:nvSpPr>
          <p:cNvPr id="34" name="Rectangle 34"/>
          <p:cNvSpPr>
            <a:spLocks noChangeArrowheads="1"/>
          </p:cNvSpPr>
          <p:nvPr/>
        </p:nvSpPr>
        <p:spPr bwMode="auto">
          <a:xfrm>
            <a:off x="2906713" y="2193925"/>
            <a:ext cx="666750"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Address</a:t>
            </a:r>
            <a:endParaRPr lang="en-CA" sz="2400">
              <a:latin typeface="Corbel" pitchFamily="34" charset="0"/>
            </a:endParaRPr>
          </a:p>
        </p:txBody>
      </p:sp>
      <p:sp>
        <p:nvSpPr>
          <p:cNvPr id="35" name="Rectangle 35"/>
          <p:cNvSpPr>
            <a:spLocks noChangeArrowheads="1"/>
          </p:cNvSpPr>
          <p:nvPr/>
        </p:nvSpPr>
        <p:spPr bwMode="auto">
          <a:xfrm>
            <a:off x="5586413" y="1909763"/>
            <a:ext cx="1095375"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Row/Column</a:t>
            </a:r>
            <a:endParaRPr lang="en-CA" sz="2400">
              <a:latin typeface="Corbel" pitchFamily="34" charset="0"/>
            </a:endParaRPr>
          </a:p>
        </p:txBody>
      </p:sp>
      <p:sp>
        <p:nvSpPr>
          <p:cNvPr id="36" name="Rectangle 36"/>
          <p:cNvSpPr>
            <a:spLocks noChangeArrowheads="1"/>
          </p:cNvSpPr>
          <p:nvPr/>
        </p:nvSpPr>
        <p:spPr bwMode="auto">
          <a:xfrm>
            <a:off x="5827713" y="2106613"/>
            <a:ext cx="61118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address</a:t>
            </a:r>
            <a:endParaRPr lang="en-CA" sz="2400">
              <a:latin typeface="Corbel" pitchFamily="34" charset="0"/>
            </a:endParaRPr>
          </a:p>
        </p:txBody>
      </p:sp>
      <p:sp>
        <p:nvSpPr>
          <p:cNvPr id="37" name="Rectangle 37"/>
          <p:cNvSpPr>
            <a:spLocks noChangeArrowheads="1"/>
          </p:cNvSpPr>
          <p:nvPr/>
        </p:nvSpPr>
        <p:spPr bwMode="auto">
          <a:xfrm>
            <a:off x="4311650" y="3028950"/>
            <a:ext cx="701675"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Memory</a:t>
            </a:r>
            <a:endParaRPr lang="en-CA" sz="2400">
              <a:latin typeface="Corbel" pitchFamily="34" charset="0"/>
            </a:endParaRPr>
          </a:p>
        </p:txBody>
      </p:sp>
      <p:sp>
        <p:nvSpPr>
          <p:cNvPr id="38" name="Rectangle 38"/>
          <p:cNvSpPr>
            <a:spLocks noChangeArrowheads="1"/>
          </p:cNvSpPr>
          <p:nvPr/>
        </p:nvSpPr>
        <p:spPr bwMode="auto">
          <a:xfrm>
            <a:off x="4268788" y="3249613"/>
            <a:ext cx="793750"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controller</a:t>
            </a:r>
            <a:endParaRPr lang="en-CA" sz="2400">
              <a:latin typeface="Corbel" pitchFamily="34" charset="0"/>
            </a:endParaRPr>
          </a:p>
        </p:txBody>
      </p:sp>
      <p:sp>
        <p:nvSpPr>
          <p:cNvPr id="39" name="Freeform 39"/>
          <p:cNvSpPr>
            <a:spLocks/>
          </p:cNvSpPr>
          <p:nvPr/>
        </p:nvSpPr>
        <p:spPr bwMode="auto">
          <a:xfrm>
            <a:off x="3806825" y="3008313"/>
            <a:ext cx="131763" cy="65087"/>
          </a:xfrm>
          <a:custGeom>
            <a:avLst/>
            <a:gdLst>
              <a:gd name="T0" fmla="*/ 0 w 6"/>
              <a:gd name="T1" fmla="*/ 3 h 3"/>
              <a:gd name="T2" fmla="*/ 6 w 6"/>
              <a:gd name="T3" fmla="*/ 1 h 3"/>
              <a:gd name="T4" fmla="*/ 0 w 6"/>
              <a:gd name="T5" fmla="*/ 0 h 3"/>
              <a:gd name="T6" fmla="*/ 0 w 6"/>
              <a:gd name="T7" fmla="*/ 1 h 3"/>
              <a:gd name="T8" fmla="*/ 0 w 6"/>
              <a:gd name="T9" fmla="*/ 3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2225">
            <a:solidFill>
              <a:srgbClr val="000000"/>
            </a:solidFill>
            <a:prstDash val="solid"/>
            <a:round/>
            <a:headEnd/>
            <a:tailEnd/>
          </a:ln>
        </p:spPr>
        <p:txBody>
          <a:bodyPr/>
          <a:lstStyle/>
          <a:p>
            <a:endParaRPr lang="en-US"/>
          </a:p>
        </p:txBody>
      </p:sp>
      <p:sp>
        <p:nvSpPr>
          <p:cNvPr id="40" name="Freeform 40"/>
          <p:cNvSpPr>
            <a:spLocks/>
          </p:cNvSpPr>
          <p:nvPr/>
        </p:nvSpPr>
        <p:spPr bwMode="auto">
          <a:xfrm>
            <a:off x="3806825" y="3008313"/>
            <a:ext cx="131763" cy="65087"/>
          </a:xfrm>
          <a:custGeom>
            <a:avLst/>
            <a:gdLst>
              <a:gd name="T0" fmla="*/ 0 w 83"/>
              <a:gd name="T1" fmla="*/ 41 h 41"/>
              <a:gd name="T2" fmla="*/ 83 w 83"/>
              <a:gd name="T3" fmla="*/ 14 h 41"/>
              <a:gd name="T4" fmla="*/ 0 w 83"/>
              <a:gd name="T5" fmla="*/ 0 h 41"/>
              <a:gd name="T6" fmla="*/ 0 w 83"/>
              <a:gd name="T7" fmla="*/ 14 h 41"/>
              <a:gd name="T8" fmla="*/ 0 w 83"/>
              <a:gd name="T9" fmla="*/ 41 h 41"/>
              <a:gd name="T10" fmla="*/ 0 60000 65536"/>
              <a:gd name="T11" fmla="*/ 0 60000 65536"/>
              <a:gd name="T12" fmla="*/ 0 60000 65536"/>
              <a:gd name="T13" fmla="*/ 0 60000 65536"/>
              <a:gd name="T14" fmla="*/ 0 60000 65536"/>
              <a:gd name="T15" fmla="*/ 0 w 83"/>
              <a:gd name="T16" fmla="*/ 0 h 41"/>
              <a:gd name="T17" fmla="*/ 83 w 83"/>
              <a:gd name="T18" fmla="*/ 41 h 41"/>
            </a:gdLst>
            <a:ahLst/>
            <a:cxnLst>
              <a:cxn ang="T10">
                <a:pos x="T0" y="T1"/>
              </a:cxn>
              <a:cxn ang="T11">
                <a:pos x="T2" y="T3"/>
              </a:cxn>
              <a:cxn ang="T12">
                <a:pos x="T4" y="T5"/>
              </a:cxn>
              <a:cxn ang="T13">
                <a:pos x="T6" y="T7"/>
              </a:cxn>
              <a:cxn ang="T14">
                <a:pos x="T8" y="T9"/>
              </a:cxn>
            </a:cxnLst>
            <a:rect l="T15" t="T16" r="T17" b="T18"/>
            <a:pathLst>
              <a:path w="83" h="41">
                <a:moveTo>
                  <a:pt x="0" y="41"/>
                </a:moveTo>
                <a:lnTo>
                  <a:pt x="83" y="14"/>
                </a:lnTo>
                <a:lnTo>
                  <a:pt x="0" y="0"/>
                </a:lnTo>
                <a:lnTo>
                  <a:pt x="0" y="14"/>
                </a:lnTo>
                <a:lnTo>
                  <a:pt x="0" y="41"/>
                </a:lnTo>
                <a:close/>
              </a:path>
            </a:pathLst>
          </a:custGeom>
          <a:solidFill>
            <a:srgbClr val="000000"/>
          </a:solidFill>
          <a:ln w="0">
            <a:solidFill>
              <a:srgbClr val="000000"/>
            </a:solidFill>
            <a:prstDash val="solid"/>
            <a:round/>
            <a:headEnd/>
            <a:tailEnd/>
          </a:ln>
        </p:spPr>
        <p:txBody>
          <a:bodyPr/>
          <a:lstStyle/>
          <a:p>
            <a:endParaRPr lang="en-US"/>
          </a:p>
        </p:txBody>
      </p:sp>
      <p:sp>
        <p:nvSpPr>
          <p:cNvPr id="41" name="Line 41"/>
          <p:cNvSpPr>
            <a:spLocks noChangeShapeType="1"/>
          </p:cNvSpPr>
          <p:nvPr/>
        </p:nvSpPr>
        <p:spPr bwMode="auto">
          <a:xfrm flipH="1">
            <a:off x="2400300" y="3030538"/>
            <a:ext cx="1406525" cy="1587"/>
          </a:xfrm>
          <a:prstGeom prst="line">
            <a:avLst/>
          </a:prstGeom>
          <a:noFill/>
          <a:ln w="22225">
            <a:solidFill>
              <a:srgbClr val="000000"/>
            </a:solidFill>
            <a:round/>
            <a:headEnd/>
            <a:tailEnd/>
          </a:ln>
        </p:spPr>
        <p:txBody>
          <a:bodyPr/>
          <a:lstStyle/>
          <a:p>
            <a:endParaRPr lang="en-US"/>
          </a:p>
        </p:txBody>
      </p:sp>
      <p:sp>
        <p:nvSpPr>
          <p:cNvPr id="42" name="Rectangle 42"/>
          <p:cNvSpPr>
            <a:spLocks noChangeArrowheads="1"/>
          </p:cNvSpPr>
          <p:nvPr/>
        </p:nvSpPr>
        <p:spPr bwMode="auto">
          <a:xfrm>
            <a:off x="2949575" y="2765425"/>
            <a:ext cx="134938"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R</a:t>
            </a:r>
            <a:endParaRPr lang="en-CA" sz="2400">
              <a:latin typeface="Corbel" pitchFamily="34" charset="0"/>
            </a:endParaRPr>
          </a:p>
        </p:txBody>
      </p:sp>
      <p:sp>
        <p:nvSpPr>
          <p:cNvPr id="43" name="Rectangle 43"/>
          <p:cNvSpPr>
            <a:spLocks noChangeArrowheads="1"/>
          </p:cNvSpPr>
          <p:nvPr/>
        </p:nvSpPr>
        <p:spPr bwMode="auto">
          <a:xfrm>
            <a:off x="3081338" y="2765425"/>
            <a:ext cx="57150"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a:t>
            </a:r>
            <a:endParaRPr lang="en-CA" sz="2400">
              <a:latin typeface="Corbel" pitchFamily="34" charset="0"/>
            </a:endParaRPr>
          </a:p>
        </p:txBody>
      </p:sp>
      <p:sp>
        <p:nvSpPr>
          <p:cNvPr id="44" name="Rectangle 44"/>
          <p:cNvSpPr>
            <a:spLocks noChangeArrowheads="1"/>
          </p:cNvSpPr>
          <p:nvPr/>
        </p:nvSpPr>
        <p:spPr bwMode="auto">
          <a:xfrm>
            <a:off x="3192463" y="2765425"/>
            <a:ext cx="19208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W</a:t>
            </a:r>
            <a:endParaRPr lang="en-CA" sz="2400">
              <a:latin typeface="Corbel" pitchFamily="34" charset="0"/>
            </a:endParaRPr>
          </a:p>
        </p:txBody>
      </p:sp>
      <p:sp>
        <p:nvSpPr>
          <p:cNvPr id="45" name="Line 45"/>
          <p:cNvSpPr>
            <a:spLocks noChangeShapeType="1"/>
          </p:cNvSpPr>
          <p:nvPr/>
        </p:nvSpPr>
        <p:spPr bwMode="auto">
          <a:xfrm flipH="1">
            <a:off x="3192463" y="2787650"/>
            <a:ext cx="152400" cy="1588"/>
          </a:xfrm>
          <a:prstGeom prst="line">
            <a:avLst/>
          </a:prstGeom>
          <a:noFill/>
          <a:ln w="22225">
            <a:solidFill>
              <a:srgbClr val="000000"/>
            </a:solidFill>
            <a:round/>
            <a:headEnd/>
            <a:tailEnd/>
          </a:ln>
        </p:spPr>
        <p:txBody>
          <a:bodyPr/>
          <a:lstStyle/>
          <a:p>
            <a:endParaRPr lang="en-US"/>
          </a:p>
        </p:txBody>
      </p:sp>
      <p:sp>
        <p:nvSpPr>
          <p:cNvPr id="46" name="Freeform 46"/>
          <p:cNvSpPr>
            <a:spLocks/>
          </p:cNvSpPr>
          <p:nvPr/>
        </p:nvSpPr>
        <p:spPr bwMode="auto">
          <a:xfrm>
            <a:off x="3806825" y="4040188"/>
            <a:ext cx="131763" cy="66675"/>
          </a:xfrm>
          <a:custGeom>
            <a:avLst/>
            <a:gdLst>
              <a:gd name="T0" fmla="*/ 0 w 6"/>
              <a:gd name="T1" fmla="*/ 3 h 3"/>
              <a:gd name="T2" fmla="*/ 6 w 6"/>
              <a:gd name="T3" fmla="*/ 1 h 3"/>
              <a:gd name="T4" fmla="*/ 0 w 6"/>
              <a:gd name="T5" fmla="*/ 0 h 3"/>
              <a:gd name="T6" fmla="*/ 0 w 6"/>
              <a:gd name="T7" fmla="*/ 1 h 3"/>
              <a:gd name="T8" fmla="*/ 0 w 6"/>
              <a:gd name="T9" fmla="*/ 3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2225">
            <a:solidFill>
              <a:srgbClr val="000000"/>
            </a:solidFill>
            <a:prstDash val="solid"/>
            <a:round/>
            <a:headEnd/>
            <a:tailEnd/>
          </a:ln>
        </p:spPr>
        <p:txBody>
          <a:bodyPr/>
          <a:lstStyle/>
          <a:p>
            <a:endParaRPr lang="en-US"/>
          </a:p>
        </p:txBody>
      </p:sp>
      <p:sp>
        <p:nvSpPr>
          <p:cNvPr id="47" name="Freeform 47"/>
          <p:cNvSpPr>
            <a:spLocks/>
          </p:cNvSpPr>
          <p:nvPr/>
        </p:nvSpPr>
        <p:spPr bwMode="auto">
          <a:xfrm>
            <a:off x="3806825" y="4040188"/>
            <a:ext cx="131763" cy="66675"/>
          </a:xfrm>
          <a:custGeom>
            <a:avLst/>
            <a:gdLst>
              <a:gd name="T0" fmla="*/ 0 w 83"/>
              <a:gd name="T1" fmla="*/ 42 h 42"/>
              <a:gd name="T2" fmla="*/ 83 w 83"/>
              <a:gd name="T3" fmla="*/ 14 h 42"/>
              <a:gd name="T4" fmla="*/ 0 w 83"/>
              <a:gd name="T5" fmla="*/ 0 h 42"/>
              <a:gd name="T6" fmla="*/ 0 w 83"/>
              <a:gd name="T7" fmla="*/ 14 h 42"/>
              <a:gd name="T8" fmla="*/ 0 w 83"/>
              <a:gd name="T9" fmla="*/ 42 h 42"/>
              <a:gd name="T10" fmla="*/ 0 60000 65536"/>
              <a:gd name="T11" fmla="*/ 0 60000 65536"/>
              <a:gd name="T12" fmla="*/ 0 60000 65536"/>
              <a:gd name="T13" fmla="*/ 0 60000 65536"/>
              <a:gd name="T14" fmla="*/ 0 60000 65536"/>
              <a:gd name="T15" fmla="*/ 0 w 83"/>
              <a:gd name="T16" fmla="*/ 0 h 42"/>
              <a:gd name="T17" fmla="*/ 83 w 83"/>
              <a:gd name="T18" fmla="*/ 42 h 42"/>
            </a:gdLst>
            <a:ahLst/>
            <a:cxnLst>
              <a:cxn ang="T10">
                <a:pos x="T0" y="T1"/>
              </a:cxn>
              <a:cxn ang="T11">
                <a:pos x="T2" y="T3"/>
              </a:cxn>
              <a:cxn ang="T12">
                <a:pos x="T4" y="T5"/>
              </a:cxn>
              <a:cxn ang="T13">
                <a:pos x="T6" y="T7"/>
              </a:cxn>
              <a:cxn ang="T14">
                <a:pos x="T8" y="T9"/>
              </a:cxn>
            </a:cxnLst>
            <a:rect l="T15" t="T16" r="T17" b="T18"/>
            <a:pathLst>
              <a:path w="83" h="42">
                <a:moveTo>
                  <a:pt x="0" y="42"/>
                </a:moveTo>
                <a:lnTo>
                  <a:pt x="83" y="14"/>
                </a:lnTo>
                <a:lnTo>
                  <a:pt x="0" y="0"/>
                </a:lnTo>
                <a:lnTo>
                  <a:pt x="0" y="14"/>
                </a:lnTo>
                <a:lnTo>
                  <a:pt x="0" y="42"/>
                </a:lnTo>
                <a:close/>
              </a:path>
            </a:pathLst>
          </a:custGeom>
          <a:solidFill>
            <a:srgbClr val="000000"/>
          </a:solidFill>
          <a:ln w="0">
            <a:solidFill>
              <a:srgbClr val="000000"/>
            </a:solidFill>
            <a:prstDash val="solid"/>
            <a:round/>
            <a:headEnd/>
            <a:tailEnd/>
          </a:ln>
        </p:spPr>
        <p:txBody>
          <a:bodyPr/>
          <a:lstStyle/>
          <a:p>
            <a:endParaRPr lang="en-US"/>
          </a:p>
        </p:txBody>
      </p:sp>
      <p:sp>
        <p:nvSpPr>
          <p:cNvPr id="48" name="Line 48"/>
          <p:cNvSpPr>
            <a:spLocks noChangeShapeType="1"/>
          </p:cNvSpPr>
          <p:nvPr/>
        </p:nvSpPr>
        <p:spPr bwMode="auto">
          <a:xfrm flipH="1">
            <a:off x="2400300" y="4062413"/>
            <a:ext cx="1406525" cy="1587"/>
          </a:xfrm>
          <a:prstGeom prst="line">
            <a:avLst/>
          </a:prstGeom>
          <a:noFill/>
          <a:ln w="22225">
            <a:solidFill>
              <a:srgbClr val="000000"/>
            </a:solidFill>
            <a:round/>
            <a:headEnd/>
            <a:tailEnd/>
          </a:ln>
        </p:spPr>
        <p:txBody>
          <a:bodyPr/>
          <a:lstStyle/>
          <a:p>
            <a:endParaRPr lang="en-US"/>
          </a:p>
        </p:txBody>
      </p:sp>
      <p:sp>
        <p:nvSpPr>
          <p:cNvPr id="49" name="Rectangle 49"/>
          <p:cNvSpPr>
            <a:spLocks noChangeArrowheads="1"/>
          </p:cNvSpPr>
          <p:nvPr/>
        </p:nvSpPr>
        <p:spPr bwMode="auto">
          <a:xfrm>
            <a:off x="2949575" y="3797300"/>
            <a:ext cx="485775"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Clock</a:t>
            </a:r>
            <a:endParaRPr lang="en-CA" sz="2400">
              <a:latin typeface="Corbel" pitchFamily="34" charset="0"/>
            </a:endParaRPr>
          </a:p>
        </p:txBody>
      </p:sp>
      <p:sp>
        <p:nvSpPr>
          <p:cNvPr id="50" name="Freeform 50"/>
          <p:cNvSpPr>
            <a:spLocks/>
          </p:cNvSpPr>
          <p:nvPr/>
        </p:nvSpPr>
        <p:spPr bwMode="auto">
          <a:xfrm>
            <a:off x="3806825" y="3535363"/>
            <a:ext cx="131763" cy="44450"/>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2225">
            <a:solidFill>
              <a:srgbClr val="000000"/>
            </a:solidFill>
            <a:prstDash val="solid"/>
            <a:round/>
            <a:headEnd/>
            <a:tailEnd/>
          </a:ln>
        </p:spPr>
        <p:txBody>
          <a:bodyPr/>
          <a:lstStyle/>
          <a:p>
            <a:endParaRPr lang="en-US"/>
          </a:p>
        </p:txBody>
      </p:sp>
      <p:sp>
        <p:nvSpPr>
          <p:cNvPr id="51" name="Freeform 51"/>
          <p:cNvSpPr>
            <a:spLocks/>
          </p:cNvSpPr>
          <p:nvPr/>
        </p:nvSpPr>
        <p:spPr bwMode="auto">
          <a:xfrm>
            <a:off x="3806825" y="3535363"/>
            <a:ext cx="131763" cy="44450"/>
          </a:xfrm>
          <a:custGeom>
            <a:avLst/>
            <a:gdLst>
              <a:gd name="T0" fmla="*/ 0 w 83"/>
              <a:gd name="T1" fmla="*/ 28 h 28"/>
              <a:gd name="T2" fmla="*/ 83 w 83"/>
              <a:gd name="T3" fmla="*/ 14 h 28"/>
              <a:gd name="T4" fmla="*/ 0 w 83"/>
              <a:gd name="T5" fmla="*/ 0 h 28"/>
              <a:gd name="T6" fmla="*/ 0 w 83"/>
              <a:gd name="T7" fmla="*/ 14 h 28"/>
              <a:gd name="T8" fmla="*/ 0 w 83"/>
              <a:gd name="T9" fmla="*/ 28 h 28"/>
              <a:gd name="T10" fmla="*/ 0 60000 65536"/>
              <a:gd name="T11" fmla="*/ 0 60000 65536"/>
              <a:gd name="T12" fmla="*/ 0 60000 65536"/>
              <a:gd name="T13" fmla="*/ 0 60000 65536"/>
              <a:gd name="T14" fmla="*/ 0 60000 65536"/>
              <a:gd name="T15" fmla="*/ 0 w 83"/>
              <a:gd name="T16" fmla="*/ 0 h 28"/>
              <a:gd name="T17" fmla="*/ 83 w 83"/>
              <a:gd name="T18" fmla="*/ 28 h 28"/>
            </a:gdLst>
            <a:ahLst/>
            <a:cxnLst>
              <a:cxn ang="T10">
                <a:pos x="T0" y="T1"/>
              </a:cxn>
              <a:cxn ang="T11">
                <a:pos x="T2" y="T3"/>
              </a:cxn>
              <a:cxn ang="T12">
                <a:pos x="T4" y="T5"/>
              </a:cxn>
              <a:cxn ang="T13">
                <a:pos x="T6" y="T7"/>
              </a:cxn>
              <a:cxn ang="T14">
                <a:pos x="T8" y="T9"/>
              </a:cxn>
            </a:cxnLst>
            <a:rect l="T15" t="T16" r="T17" b="T18"/>
            <a:pathLst>
              <a:path w="83" h="28">
                <a:moveTo>
                  <a:pt x="0" y="28"/>
                </a:moveTo>
                <a:lnTo>
                  <a:pt x="83" y="14"/>
                </a:lnTo>
                <a:lnTo>
                  <a:pt x="0" y="0"/>
                </a:lnTo>
                <a:lnTo>
                  <a:pt x="0" y="14"/>
                </a:lnTo>
                <a:lnTo>
                  <a:pt x="0" y="28"/>
                </a:lnTo>
                <a:close/>
              </a:path>
            </a:pathLst>
          </a:custGeom>
          <a:solidFill>
            <a:srgbClr val="000000"/>
          </a:solidFill>
          <a:ln w="0">
            <a:solidFill>
              <a:srgbClr val="000000"/>
            </a:solidFill>
            <a:prstDash val="solid"/>
            <a:round/>
            <a:headEnd/>
            <a:tailEnd/>
          </a:ln>
        </p:spPr>
        <p:txBody>
          <a:bodyPr/>
          <a:lstStyle/>
          <a:p>
            <a:endParaRPr lang="en-US"/>
          </a:p>
        </p:txBody>
      </p:sp>
      <p:sp>
        <p:nvSpPr>
          <p:cNvPr id="52" name="Line 52"/>
          <p:cNvSpPr>
            <a:spLocks noChangeShapeType="1"/>
          </p:cNvSpPr>
          <p:nvPr/>
        </p:nvSpPr>
        <p:spPr bwMode="auto">
          <a:xfrm flipH="1">
            <a:off x="2400300" y="3557588"/>
            <a:ext cx="1406525" cy="1587"/>
          </a:xfrm>
          <a:prstGeom prst="line">
            <a:avLst/>
          </a:prstGeom>
          <a:noFill/>
          <a:ln w="22225">
            <a:solidFill>
              <a:srgbClr val="000000"/>
            </a:solidFill>
            <a:round/>
            <a:headEnd/>
            <a:tailEnd/>
          </a:ln>
        </p:spPr>
        <p:txBody>
          <a:bodyPr/>
          <a:lstStyle/>
          <a:p>
            <a:endParaRPr lang="en-US"/>
          </a:p>
        </p:txBody>
      </p:sp>
      <p:sp>
        <p:nvSpPr>
          <p:cNvPr id="53" name="Rectangle 53"/>
          <p:cNvSpPr>
            <a:spLocks noChangeArrowheads="1"/>
          </p:cNvSpPr>
          <p:nvPr/>
        </p:nvSpPr>
        <p:spPr bwMode="auto">
          <a:xfrm>
            <a:off x="2862263" y="3270250"/>
            <a:ext cx="655637"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Request</a:t>
            </a:r>
            <a:endParaRPr lang="en-CA" sz="2400">
              <a:latin typeface="Corbel" pitchFamily="34" charset="0"/>
            </a:endParaRPr>
          </a:p>
        </p:txBody>
      </p:sp>
      <p:sp>
        <p:nvSpPr>
          <p:cNvPr id="54" name="Freeform 54"/>
          <p:cNvSpPr>
            <a:spLocks/>
          </p:cNvSpPr>
          <p:nvPr/>
        </p:nvSpPr>
        <p:spPr bwMode="auto">
          <a:xfrm>
            <a:off x="6772275" y="4238625"/>
            <a:ext cx="131763" cy="42863"/>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2225">
            <a:solidFill>
              <a:srgbClr val="000000"/>
            </a:solidFill>
            <a:prstDash val="solid"/>
            <a:round/>
            <a:headEnd/>
            <a:tailEnd/>
          </a:ln>
        </p:spPr>
        <p:txBody>
          <a:bodyPr/>
          <a:lstStyle/>
          <a:p>
            <a:endParaRPr lang="en-US"/>
          </a:p>
        </p:txBody>
      </p:sp>
      <p:sp>
        <p:nvSpPr>
          <p:cNvPr id="55" name="Freeform 55"/>
          <p:cNvSpPr>
            <a:spLocks/>
          </p:cNvSpPr>
          <p:nvPr/>
        </p:nvSpPr>
        <p:spPr bwMode="auto">
          <a:xfrm>
            <a:off x="6772275" y="4238625"/>
            <a:ext cx="131763" cy="42863"/>
          </a:xfrm>
          <a:custGeom>
            <a:avLst/>
            <a:gdLst>
              <a:gd name="T0" fmla="*/ 0 w 83"/>
              <a:gd name="T1" fmla="*/ 27 h 27"/>
              <a:gd name="T2" fmla="*/ 83 w 83"/>
              <a:gd name="T3" fmla="*/ 13 h 27"/>
              <a:gd name="T4" fmla="*/ 0 w 83"/>
              <a:gd name="T5" fmla="*/ 0 h 27"/>
              <a:gd name="T6" fmla="*/ 0 w 83"/>
              <a:gd name="T7" fmla="*/ 13 h 27"/>
              <a:gd name="T8" fmla="*/ 0 w 83"/>
              <a:gd name="T9" fmla="*/ 27 h 27"/>
              <a:gd name="T10" fmla="*/ 0 60000 65536"/>
              <a:gd name="T11" fmla="*/ 0 60000 65536"/>
              <a:gd name="T12" fmla="*/ 0 60000 65536"/>
              <a:gd name="T13" fmla="*/ 0 60000 65536"/>
              <a:gd name="T14" fmla="*/ 0 60000 65536"/>
              <a:gd name="T15" fmla="*/ 0 w 83"/>
              <a:gd name="T16" fmla="*/ 0 h 27"/>
              <a:gd name="T17" fmla="*/ 83 w 83"/>
              <a:gd name="T18" fmla="*/ 27 h 27"/>
            </a:gdLst>
            <a:ahLst/>
            <a:cxnLst>
              <a:cxn ang="T10">
                <a:pos x="T0" y="T1"/>
              </a:cxn>
              <a:cxn ang="T11">
                <a:pos x="T2" y="T3"/>
              </a:cxn>
              <a:cxn ang="T12">
                <a:pos x="T4" y="T5"/>
              </a:cxn>
              <a:cxn ang="T13">
                <a:pos x="T6" y="T7"/>
              </a:cxn>
              <a:cxn ang="T14">
                <a:pos x="T8" y="T9"/>
              </a:cxn>
            </a:cxnLst>
            <a:rect l="T15" t="T16" r="T17" b="T18"/>
            <a:pathLst>
              <a:path w="83" h="27">
                <a:moveTo>
                  <a:pt x="0" y="27"/>
                </a:moveTo>
                <a:lnTo>
                  <a:pt x="83" y="13"/>
                </a:lnTo>
                <a:lnTo>
                  <a:pt x="0" y="0"/>
                </a:lnTo>
                <a:lnTo>
                  <a:pt x="0" y="13"/>
                </a:lnTo>
                <a:lnTo>
                  <a:pt x="0" y="27"/>
                </a:lnTo>
                <a:close/>
              </a:path>
            </a:pathLst>
          </a:custGeom>
          <a:solidFill>
            <a:srgbClr val="000000"/>
          </a:solidFill>
          <a:ln w="0">
            <a:solidFill>
              <a:srgbClr val="000000"/>
            </a:solidFill>
            <a:prstDash val="solid"/>
            <a:round/>
            <a:headEnd/>
            <a:tailEnd/>
          </a:ln>
        </p:spPr>
        <p:txBody>
          <a:bodyPr/>
          <a:lstStyle/>
          <a:p>
            <a:endParaRPr lang="en-US"/>
          </a:p>
        </p:txBody>
      </p:sp>
      <p:sp>
        <p:nvSpPr>
          <p:cNvPr id="56" name="Line 56"/>
          <p:cNvSpPr>
            <a:spLocks noChangeShapeType="1"/>
          </p:cNvSpPr>
          <p:nvPr/>
        </p:nvSpPr>
        <p:spPr bwMode="auto">
          <a:xfrm flipH="1">
            <a:off x="5345113" y="4259263"/>
            <a:ext cx="1427162" cy="1587"/>
          </a:xfrm>
          <a:prstGeom prst="line">
            <a:avLst/>
          </a:prstGeom>
          <a:noFill/>
          <a:ln w="22225">
            <a:solidFill>
              <a:srgbClr val="000000"/>
            </a:solidFill>
            <a:round/>
            <a:headEnd/>
            <a:tailEnd/>
          </a:ln>
        </p:spPr>
        <p:txBody>
          <a:bodyPr/>
          <a:lstStyle/>
          <a:p>
            <a:endParaRPr lang="en-US"/>
          </a:p>
        </p:txBody>
      </p:sp>
      <p:sp>
        <p:nvSpPr>
          <p:cNvPr id="57" name="Rectangle 57"/>
          <p:cNvSpPr>
            <a:spLocks noChangeArrowheads="1"/>
          </p:cNvSpPr>
          <p:nvPr/>
        </p:nvSpPr>
        <p:spPr bwMode="auto">
          <a:xfrm>
            <a:off x="6003925" y="3622675"/>
            <a:ext cx="134938"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C</a:t>
            </a:r>
            <a:endParaRPr lang="en-CA" sz="2400">
              <a:latin typeface="Corbel" pitchFamily="34" charset="0"/>
            </a:endParaRPr>
          </a:p>
        </p:txBody>
      </p:sp>
      <p:sp>
        <p:nvSpPr>
          <p:cNvPr id="58" name="Rectangle 58"/>
          <p:cNvSpPr>
            <a:spLocks noChangeArrowheads="1"/>
          </p:cNvSpPr>
          <p:nvPr/>
        </p:nvSpPr>
        <p:spPr bwMode="auto">
          <a:xfrm>
            <a:off x="6135688" y="3622675"/>
            <a:ext cx="112712"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S</a:t>
            </a:r>
            <a:endParaRPr lang="en-CA" sz="2400">
              <a:latin typeface="Corbel" pitchFamily="34" charset="0"/>
            </a:endParaRPr>
          </a:p>
        </p:txBody>
      </p:sp>
      <p:sp>
        <p:nvSpPr>
          <p:cNvPr id="59" name="Line 59"/>
          <p:cNvSpPr>
            <a:spLocks noChangeShapeType="1"/>
          </p:cNvSpPr>
          <p:nvPr/>
        </p:nvSpPr>
        <p:spPr bwMode="auto">
          <a:xfrm flipH="1">
            <a:off x="6026150" y="3644900"/>
            <a:ext cx="196850" cy="1588"/>
          </a:xfrm>
          <a:prstGeom prst="line">
            <a:avLst/>
          </a:prstGeom>
          <a:noFill/>
          <a:ln w="22225">
            <a:solidFill>
              <a:srgbClr val="000000"/>
            </a:solidFill>
            <a:round/>
            <a:headEnd/>
            <a:tailEnd/>
          </a:ln>
        </p:spPr>
        <p:txBody>
          <a:bodyPr/>
          <a:lstStyle/>
          <a:p>
            <a:endParaRPr lang="en-US"/>
          </a:p>
        </p:txBody>
      </p:sp>
      <p:sp>
        <p:nvSpPr>
          <p:cNvPr id="60" name="Rectangle 60"/>
          <p:cNvSpPr>
            <a:spLocks noChangeArrowheads="1"/>
          </p:cNvSpPr>
          <p:nvPr/>
        </p:nvSpPr>
        <p:spPr bwMode="auto">
          <a:xfrm>
            <a:off x="4378325" y="4852988"/>
            <a:ext cx="384175"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Data</a:t>
            </a:r>
            <a:endParaRPr lang="en-CA" sz="2400">
              <a:latin typeface="Corbel" pitchFamily="34" charset="0"/>
            </a:endParaRPr>
          </a:p>
        </p:txBody>
      </p:sp>
      <p:sp>
        <p:nvSpPr>
          <p:cNvPr id="61" name="Rectangle 61"/>
          <p:cNvSpPr>
            <a:spLocks noChangeArrowheads="1"/>
          </p:cNvSpPr>
          <p:nvPr/>
        </p:nvSpPr>
        <p:spPr bwMode="auto">
          <a:xfrm>
            <a:off x="7256463" y="3490913"/>
            <a:ext cx="701675" cy="244475"/>
          </a:xfrm>
          <a:prstGeom prst="rect">
            <a:avLst/>
          </a:prstGeom>
          <a:noFill/>
          <a:ln w="9525">
            <a:noFill/>
            <a:miter lim="800000"/>
            <a:headEnd/>
            <a:tailEnd/>
          </a:ln>
        </p:spPr>
        <p:txBody>
          <a:bodyPr wrap="none" lIns="0" tIns="0" rIns="0" bIns="0">
            <a:spAutoFit/>
          </a:bodyPr>
          <a:lstStyle/>
          <a:p>
            <a:r>
              <a:rPr lang="en-CA" sz="1600">
                <a:solidFill>
                  <a:srgbClr val="000000"/>
                </a:solidFill>
                <a:latin typeface="Nimbus Roman No9 L" charset="0"/>
              </a:rPr>
              <a:t>Memory</a:t>
            </a:r>
            <a:endParaRPr lang="en-CA" sz="2400">
              <a:latin typeface="Corbel" pitchFamily="34" charset="0"/>
            </a:endParaRPr>
          </a:p>
        </p:txBody>
      </p:sp>
      <p:sp>
        <p:nvSpPr>
          <p:cNvPr id="62" name="Rectangle 62"/>
          <p:cNvSpPr>
            <a:spLocks noChangeArrowheads="1"/>
          </p:cNvSpPr>
          <p:nvPr/>
        </p:nvSpPr>
        <p:spPr bwMode="auto">
          <a:xfrm>
            <a:off x="995363" y="2217738"/>
            <a:ext cx="1384300" cy="2789237"/>
          </a:xfrm>
          <a:prstGeom prst="rect">
            <a:avLst/>
          </a:prstGeom>
          <a:noFill/>
          <a:ln w="22225">
            <a:solidFill>
              <a:schemeClr val="tx1"/>
            </a:solidFill>
            <a:miter lim="800000"/>
            <a:headEnd/>
            <a:tailEnd/>
          </a:ln>
        </p:spPr>
        <p:txBody>
          <a:bodyPr/>
          <a:lstStyle/>
          <a:p>
            <a:endParaRPr lang="en-US">
              <a:latin typeface="Corbel" pitchFamily="34" charset="0"/>
            </a:endParaRPr>
          </a:p>
        </p:txBody>
      </p:sp>
      <p:sp>
        <p:nvSpPr>
          <p:cNvPr id="63" name="Rectangle 63"/>
          <p:cNvSpPr>
            <a:spLocks noChangeArrowheads="1"/>
          </p:cNvSpPr>
          <p:nvPr/>
        </p:nvSpPr>
        <p:spPr bwMode="auto">
          <a:xfrm>
            <a:off x="6904038" y="2217738"/>
            <a:ext cx="1362075" cy="2789237"/>
          </a:xfrm>
          <a:prstGeom prst="rect">
            <a:avLst/>
          </a:prstGeom>
          <a:noFill/>
          <a:ln w="22225">
            <a:solidFill>
              <a:schemeClr val="tx1"/>
            </a:solidFill>
            <a:miter lim="800000"/>
            <a:headEnd/>
            <a:tailEnd/>
          </a:ln>
        </p:spPr>
        <p:txBody>
          <a:bodyPr/>
          <a:lstStyle/>
          <a:p>
            <a:endParaRPr lang="en-US">
              <a:latin typeface="Corbel" pitchFamily="34" charset="0"/>
            </a:endParaRPr>
          </a:p>
        </p:txBody>
      </p:sp>
      <p:sp>
        <p:nvSpPr>
          <p:cNvPr id="64" name="Rectangle 64"/>
          <p:cNvSpPr>
            <a:spLocks noChangeArrowheads="1"/>
          </p:cNvSpPr>
          <p:nvPr/>
        </p:nvSpPr>
        <p:spPr bwMode="auto">
          <a:xfrm>
            <a:off x="3983038" y="2217738"/>
            <a:ext cx="1362075" cy="2173287"/>
          </a:xfrm>
          <a:prstGeom prst="rect">
            <a:avLst/>
          </a:prstGeom>
          <a:noFill/>
          <a:ln w="22225">
            <a:solidFill>
              <a:schemeClr val="tx1"/>
            </a:solidFill>
            <a:miter lim="800000"/>
            <a:headEnd/>
            <a:tailEnd/>
          </a:ln>
        </p:spPr>
        <p:txBody>
          <a:bodyPr/>
          <a:lstStyle/>
          <a:p>
            <a:endParaRPr lang="en-US">
              <a:latin typeface="Corbel" pitchFamily="34" charset="0"/>
            </a:endParaRPr>
          </a:p>
        </p:txBody>
      </p:sp>
    </p:spTree>
    <p:extLst>
      <p:ext uri="{BB962C8B-B14F-4D97-AF65-F5344CB8AC3E}">
        <p14:creationId xmlns:p14="http://schemas.microsoft.com/office/powerpoint/2010/main" val="20263021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Refreshing overhead</a:t>
            </a:r>
          </a:p>
        </p:txBody>
      </p:sp>
      <p:sp>
        <p:nvSpPr>
          <p:cNvPr id="3" name="TextBox 2"/>
          <p:cNvSpPr txBox="1"/>
          <p:nvPr/>
        </p:nvSpPr>
        <p:spPr>
          <a:xfrm>
            <a:off x="121493" y="1143000"/>
            <a:ext cx="8489107" cy="4524315"/>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When used with  DRAM chips which do not have a self refreshing capability Memory controller has to provide all the information needed for refreshing</a:t>
            </a:r>
          </a:p>
          <a:p>
            <a:pPr marL="342900" indent="-342900">
              <a:buFont typeface="Wingdings" panose="05000000000000000000" pitchFamily="2" charset="2"/>
              <a:buChar char="q"/>
            </a:pPr>
            <a:r>
              <a:rPr lang="en-US" sz="2400" dirty="0"/>
              <a:t>Consider a memory of 8k= 8192 Rows</a:t>
            </a:r>
          </a:p>
          <a:p>
            <a:pPr marL="342900" indent="-342900">
              <a:buFont typeface="Wingdings" panose="05000000000000000000" pitchFamily="2" charset="2"/>
              <a:buChar char="q"/>
            </a:pPr>
            <a:r>
              <a:rPr lang="en-US" sz="2400" dirty="0"/>
              <a:t> 4 cycles to refresh each row then 8192 X 4 = 32768 cycles to refresh all rows</a:t>
            </a:r>
          </a:p>
          <a:p>
            <a:pPr marL="342900" indent="-342900">
              <a:buFont typeface="Wingdings" panose="05000000000000000000" pitchFamily="2" charset="2"/>
              <a:buChar char="q"/>
            </a:pPr>
            <a:r>
              <a:rPr lang="en-US" sz="2400" dirty="0"/>
              <a:t> In typical SDRAMs a typical refresh period is 64 </a:t>
            </a:r>
            <a:r>
              <a:rPr lang="en-US" sz="2400" dirty="0" err="1"/>
              <a:t>ms</a:t>
            </a:r>
            <a:endParaRPr lang="en-US" sz="2400" dirty="0"/>
          </a:p>
          <a:p>
            <a:pPr marL="342900" indent="-342900">
              <a:buFont typeface="Wingdings" panose="05000000000000000000" pitchFamily="2" charset="2"/>
              <a:buChar char="q"/>
            </a:pPr>
            <a:r>
              <a:rPr lang="en-US" sz="2400" dirty="0"/>
              <a:t> at a clock rate of 133Mhz </a:t>
            </a:r>
          </a:p>
          <a:p>
            <a:pPr marL="342900" indent="-342900">
              <a:buFont typeface="Wingdings" panose="05000000000000000000" pitchFamily="2" charset="2"/>
              <a:buChar char="q"/>
            </a:pPr>
            <a:r>
              <a:rPr lang="en-US" sz="2400" dirty="0"/>
              <a:t> time needed to refresh all rows = 32768/133MHz = 0.246ms</a:t>
            </a:r>
          </a:p>
          <a:p>
            <a:pPr marL="342900" indent="-342900">
              <a:buFont typeface="Wingdings" panose="05000000000000000000" pitchFamily="2" charset="2"/>
              <a:buChar char="q"/>
            </a:pPr>
            <a:r>
              <a:rPr lang="en-US" sz="2400" dirty="0"/>
              <a:t> overhead= 0.246/64= 0.0038 = 0.4% total time available for accessing memory</a:t>
            </a:r>
          </a:p>
        </p:txBody>
      </p:sp>
    </p:spTree>
    <p:extLst>
      <p:ext uri="{BB962C8B-B14F-4D97-AF65-F5344CB8AC3E}">
        <p14:creationId xmlns:p14="http://schemas.microsoft.com/office/powerpoint/2010/main" val="15868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28600"/>
            <a:ext cx="6324600" cy="461665"/>
          </a:xfrm>
          <a:prstGeom prst="rect">
            <a:avLst/>
          </a:prstGeom>
          <a:noFill/>
        </p:spPr>
        <p:txBody>
          <a:bodyPr wrap="square" rtlCol="0">
            <a:spAutoFit/>
          </a:bodyPr>
          <a:lstStyle/>
          <a:p>
            <a:r>
              <a:rPr lang="en-US" sz="2400" dirty="0">
                <a:solidFill>
                  <a:schemeClr val="accent1">
                    <a:satMod val="150000"/>
                  </a:schemeClr>
                </a:solidFill>
              </a:rPr>
              <a:t>Interleaving </a:t>
            </a:r>
            <a:endParaRPr lang="en-US" sz="2400" dirty="0"/>
          </a:p>
        </p:txBody>
      </p:sp>
      <p:sp>
        <p:nvSpPr>
          <p:cNvPr id="65" name="Content Placeholder 2"/>
          <p:cNvSpPr>
            <a:spLocks noGrp="1"/>
          </p:cNvSpPr>
          <p:nvPr>
            <p:ph idx="4294967295"/>
          </p:nvPr>
        </p:nvSpPr>
        <p:spPr>
          <a:xfrm>
            <a:off x="304800" y="1447800"/>
            <a:ext cx="8229600" cy="4625975"/>
          </a:xfrm>
          <a:prstGeom prst="rect">
            <a:avLst/>
          </a:prstGeom>
        </p:spPr>
        <p:txBody>
          <a:bodyPr rtlCol="0">
            <a:normAutofit fontScale="92500" lnSpcReduction="20000"/>
          </a:bodyPr>
          <a:lstStyle/>
          <a:p>
            <a:pPr marL="438912" indent="-320040" fontAlgn="auto">
              <a:spcBef>
                <a:spcPts val="0"/>
              </a:spcBef>
              <a:spcAft>
                <a:spcPts val="0"/>
              </a:spcAft>
              <a:buFont typeface="Wingdings 2"/>
              <a:buChar char=""/>
              <a:defRPr/>
            </a:pPr>
            <a:r>
              <a:rPr lang="en-US" dirty="0"/>
              <a:t>Divides the memory system into a number of memory modules. </a:t>
            </a:r>
            <a:r>
              <a:rPr lang="en-US" sz="1800" dirty="0"/>
              <a:t>Each module has its own address buffer register (ABR) and data buffer register (DBR).</a:t>
            </a:r>
          </a:p>
          <a:p>
            <a:pPr marL="438912" indent="-320040" fontAlgn="auto">
              <a:spcBef>
                <a:spcPts val="0"/>
              </a:spcBef>
              <a:spcAft>
                <a:spcPts val="0"/>
              </a:spcAft>
              <a:buFont typeface="Wingdings 2"/>
              <a:buChar char=""/>
              <a:defRPr/>
            </a:pPr>
            <a:r>
              <a:rPr lang="en-US" dirty="0"/>
              <a:t>Arranges addressing so that successive words in the address space are placed in different modules. </a:t>
            </a:r>
          </a:p>
          <a:p>
            <a:pPr marL="438912" indent="-320040" fontAlgn="auto">
              <a:spcBef>
                <a:spcPts val="0"/>
              </a:spcBef>
              <a:spcAft>
                <a:spcPts val="0"/>
              </a:spcAft>
              <a:buFont typeface="Wingdings 2"/>
              <a:buChar char=""/>
              <a:defRPr/>
            </a:pPr>
            <a:r>
              <a:rPr lang="en-US" dirty="0"/>
              <a:t>When requests for memory access involve consecutive addresses, the access will be to different modules.</a:t>
            </a:r>
          </a:p>
          <a:p>
            <a:pPr marL="438912" indent="-320040" fontAlgn="auto">
              <a:spcBef>
                <a:spcPts val="0"/>
              </a:spcBef>
              <a:spcAft>
                <a:spcPts val="0"/>
              </a:spcAft>
              <a:buFont typeface="Wingdings 2"/>
              <a:buChar char=""/>
              <a:defRPr/>
            </a:pPr>
            <a:r>
              <a:rPr lang="en-US" dirty="0"/>
              <a:t> Since parallel access to these modules is possible, the average rate of fetching words from the Main Memory can be increased.</a:t>
            </a:r>
            <a:endParaRPr lang="en-US" dirty="0">
              <a:solidFill>
                <a:schemeClr val="accent2"/>
              </a:solidFill>
            </a:endParaRPr>
          </a:p>
          <a:p>
            <a:pPr marL="438912" indent="-320040" fontAlgn="auto">
              <a:spcBef>
                <a:spcPts val="0"/>
              </a:spcBef>
              <a:spcAft>
                <a:spcPts val="0"/>
              </a:spcAft>
              <a:buFont typeface="Wingdings 2"/>
              <a:buChar char=""/>
              <a:defRPr/>
            </a:pPr>
            <a:endParaRPr lang="en-US" dirty="0"/>
          </a:p>
        </p:txBody>
      </p:sp>
    </p:spTree>
    <p:extLst>
      <p:ext uri="{BB962C8B-B14F-4D97-AF65-F5344CB8AC3E}">
        <p14:creationId xmlns:p14="http://schemas.microsoft.com/office/powerpoint/2010/main" val="3734028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93" y="165347"/>
            <a:ext cx="6526337" cy="596653"/>
          </a:xfrm>
        </p:spPr>
        <p:txBody>
          <a:bodyPr/>
          <a:lstStyle/>
          <a:p>
            <a:pPr algn="ctr"/>
            <a:r>
              <a:rPr lang="en-US" sz="2800" b="0" dirty="0">
                <a:solidFill>
                  <a:schemeClr val="accent1">
                    <a:satMod val="150000"/>
                  </a:schemeClr>
                </a:solidFill>
              </a:rPr>
              <a:t>Methods of address layouts</a:t>
            </a:r>
            <a:endParaRPr lang="en-US" sz="2800" b="0" dirty="0"/>
          </a:p>
        </p:txBody>
      </p:sp>
      <p:sp>
        <p:nvSpPr>
          <p:cNvPr id="6" name="Rectangle 91"/>
          <p:cNvSpPr>
            <a:spLocks noChangeArrowheads="1"/>
          </p:cNvSpPr>
          <p:nvPr/>
        </p:nvSpPr>
        <p:spPr bwMode="auto">
          <a:xfrm>
            <a:off x="289665" y="1141156"/>
            <a:ext cx="4495800" cy="2667000"/>
          </a:xfrm>
          <a:prstGeom prst="rect">
            <a:avLst/>
          </a:prstGeom>
          <a:noFill/>
          <a:ln w="12700">
            <a:noFill/>
            <a:miter lim="800000"/>
            <a:headEnd/>
            <a:tailEnd/>
          </a:ln>
        </p:spPr>
        <p:txBody>
          <a:bodyPr wrap="none" anchor="ctr"/>
          <a:lstStyle/>
          <a:p>
            <a:pPr fontAlgn="auto">
              <a:spcBef>
                <a:spcPts val="0"/>
              </a:spcBef>
              <a:spcAft>
                <a:spcPts val="0"/>
              </a:spcAft>
              <a:defRPr/>
            </a:pPr>
            <a:endParaRPr lang="en-US">
              <a:latin typeface="+mn-lt"/>
            </a:endParaRPr>
          </a:p>
        </p:txBody>
      </p:sp>
      <p:grpSp>
        <p:nvGrpSpPr>
          <p:cNvPr id="7" name="Group 92"/>
          <p:cNvGrpSpPr>
            <a:grpSpLocks/>
          </p:cNvGrpSpPr>
          <p:nvPr/>
        </p:nvGrpSpPr>
        <p:grpSpPr bwMode="auto">
          <a:xfrm>
            <a:off x="365865" y="1143000"/>
            <a:ext cx="4233863" cy="2362200"/>
            <a:chOff x="2090738" y="1560513"/>
            <a:chExt cx="4406900" cy="2554287"/>
          </a:xfrm>
          <a:noFill/>
        </p:grpSpPr>
        <p:sp>
          <p:nvSpPr>
            <p:cNvPr id="8" name="Rectangle 4"/>
            <p:cNvSpPr>
              <a:spLocks noChangeArrowheads="1"/>
            </p:cNvSpPr>
            <p:nvPr/>
          </p:nvSpPr>
          <p:spPr bwMode="auto">
            <a:xfrm>
              <a:off x="4629150" y="1560513"/>
              <a:ext cx="109538" cy="182562"/>
            </a:xfrm>
            <a:prstGeom prst="rect">
              <a:avLst/>
            </a:prstGeom>
            <a:grpFill/>
            <a:ln w="9525">
              <a:noFill/>
              <a:miter lim="800000"/>
              <a:headEnd/>
              <a:tailEnd/>
            </a:ln>
          </p:spPr>
          <p:txBody>
            <a:bodyPr wrap="none" lIns="0" tIns="0" rIns="0" bIns="0">
              <a:spAutoFit/>
            </a:bodyPr>
            <a:lstStyle/>
            <a:p>
              <a:r>
                <a:rPr lang="en-CA" sz="1200" i="1">
                  <a:solidFill>
                    <a:srgbClr val="000000"/>
                  </a:solidFill>
                  <a:latin typeface="Nimbus Roman No9 L" charset="0"/>
                </a:rPr>
                <a:t>m</a:t>
              </a:r>
              <a:endParaRPr lang="en-CA" sz="2400">
                <a:latin typeface="Corbel" pitchFamily="34" charset="0"/>
              </a:endParaRPr>
            </a:p>
          </p:txBody>
        </p:sp>
        <p:sp>
          <p:nvSpPr>
            <p:cNvPr id="9" name="Rectangle 5"/>
            <p:cNvSpPr>
              <a:spLocks noChangeArrowheads="1"/>
            </p:cNvSpPr>
            <p:nvPr/>
          </p:nvSpPr>
          <p:spPr bwMode="auto">
            <a:xfrm>
              <a:off x="4733925" y="1560513"/>
              <a:ext cx="258763"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 bits</a:t>
              </a:r>
              <a:endParaRPr lang="en-CA" sz="2400">
                <a:latin typeface="Corbel" pitchFamily="34" charset="0"/>
              </a:endParaRPr>
            </a:p>
          </p:txBody>
        </p:sp>
        <p:sp>
          <p:nvSpPr>
            <p:cNvPr id="10" name="Rectangle 6"/>
            <p:cNvSpPr>
              <a:spLocks noChangeArrowheads="1"/>
            </p:cNvSpPr>
            <p:nvPr/>
          </p:nvSpPr>
          <p:spPr bwMode="auto">
            <a:xfrm>
              <a:off x="4208463" y="1858963"/>
              <a:ext cx="1152525"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Address in module</a:t>
              </a:r>
              <a:endParaRPr lang="en-CA" sz="2400">
                <a:latin typeface="Corbel" pitchFamily="34" charset="0"/>
              </a:endParaRPr>
            </a:p>
          </p:txBody>
        </p:sp>
        <p:sp>
          <p:nvSpPr>
            <p:cNvPr id="11" name="Rectangle 7"/>
            <p:cNvSpPr>
              <a:spLocks noChangeArrowheads="1"/>
            </p:cNvSpPr>
            <p:nvPr/>
          </p:nvSpPr>
          <p:spPr bwMode="auto">
            <a:xfrm>
              <a:off x="5732463" y="1858963"/>
              <a:ext cx="765175"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MM address</a:t>
              </a:r>
              <a:endParaRPr lang="en-CA" sz="2400">
                <a:latin typeface="Corbel" pitchFamily="34" charset="0"/>
              </a:endParaRPr>
            </a:p>
          </p:txBody>
        </p:sp>
        <p:sp>
          <p:nvSpPr>
            <p:cNvPr id="12" name="Freeform 8"/>
            <p:cNvSpPr>
              <a:spLocks/>
            </p:cNvSpPr>
            <p:nvPr/>
          </p:nvSpPr>
          <p:spPr bwMode="auto">
            <a:xfrm>
              <a:off x="5486400" y="1665288"/>
              <a:ext cx="104775" cy="34925"/>
            </a:xfrm>
            <a:custGeom>
              <a:avLst/>
              <a:gdLst>
                <a:gd name="T0" fmla="*/ 0 w 6"/>
                <a:gd name="T1" fmla="*/ 34925 h 2"/>
                <a:gd name="T2" fmla="*/ 104775 w 6"/>
                <a:gd name="T3" fmla="*/ 17463 h 2"/>
                <a:gd name="T4" fmla="*/ 0 w 6"/>
                <a:gd name="T5" fmla="*/ 0 h 2"/>
                <a:gd name="T6" fmla="*/ 0 w 6"/>
                <a:gd name="T7" fmla="*/ 17463 h 2"/>
                <a:gd name="T8" fmla="*/ 0 w 6"/>
                <a:gd name="T9" fmla="*/ 34925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grpFill/>
            <a:ln w="17463">
              <a:solidFill>
                <a:srgbClr val="000000"/>
              </a:solidFill>
              <a:round/>
              <a:headEnd/>
              <a:tailEnd/>
            </a:ln>
          </p:spPr>
          <p:txBody>
            <a:bodyPr/>
            <a:lstStyle/>
            <a:p>
              <a:endParaRPr lang="en-US"/>
            </a:p>
          </p:txBody>
        </p:sp>
        <p:sp>
          <p:nvSpPr>
            <p:cNvPr id="13" name="Freeform 9"/>
            <p:cNvSpPr>
              <a:spLocks/>
            </p:cNvSpPr>
            <p:nvPr/>
          </p:nvSpPr>
          <p:spPr bwMode="auto">
            <a:xfrm>
              <a:off x="5486400" y="1665288"/>
              <a:ext cx="104775" cy="34925"/>
            </a:xfrm>
            <a:custGeom>
              <a:avLst/>
              <a:gdLst>
                <a:gd name="T0" fmla="*/ 0 w 66"/>
                <a:gd name="T1" fmla="*/ 34925 h 22"/>
                <a:gd name="T2" fmla="*/ 104775 w 66"/>
                <a:gd name="T3" fmla="*/ 17463 h 22"/>
                <a:gd name="T4" fmla="*/ 0 w 66"/>
                <a:gd name="T5" fmla="*/ 0 h 22"/>
                <a:gd name="T6" fmla="*/ 0 w 66"/>
                <a:gd name="T7" fmla="*/ 17463 h 22"/>
                <a:gd name="T8" fmla="*/ 0 w 66"/>
                <a:gd name="T9" fmla="*/ 34925 h 22"/>
                <a:gd name="T10" fmla="*/ 0 60000 65536"/>
                <a:gd name="T11" fmla="*/ 0 60000 65536"/>
                <a:gd name="T12" fmla="*/ 0 60000 65536"/>
                <a:gd name="T13" fmla="*/ 0 60000 65536"/>
                <a:gd name="T14" fmla="*/ 0 60000 65536"/>
                <a:gd name="T15" fmla="*/ 0 w 66"/>
                <a:gd name="T16" fmla="*/ 0 h 22"/>
                <a:gd name="T17" fmla="*/ 66 w 66"/>
                <a:gd name="T18" fmla="*/ 22 h 22"/>
              </a:gdLst>
              <a:ahLst/>
              <a:cxnLst>
                <a:cxn ang="T10">
                  <a:pos x="T0" y="T1"/>
                </a:cxn>
                <a:cxn ang="T11">
                  <a:pos x="T2" y="T3"/>
                </a:cxn>
                <a:cxn ang="T12">
                  <a:pos x="T4" y="T5"/>
                </a:cxn>
                <a:cxn ang="T13">
                  <a:pos x="T6" y="T7"/>
                </a:cxn>
                <a:cxn ang="T14">
                  <a:pos x="T8" y="T9"/>
                </a:cxn>
              </a:cxnLst>
              <a:rect l="T15" t="T16" r="T17" b="T18"/>
              <a:pathLst>
                <a:path w="66" h="22">
                  <a:moveTo>
                    <a:pt x="0" y="22"/>
                  </a:moveTo>
                  <a:lnTo>
                    <a:pt x="66" y="11"/>
                  </a:lnTo>
                  <a:lnTo>
                    <a:pt x="0" y="0"/>
                  </a:lnTo>
                  <a:lnTo>
                    <a:pt x="0" y="11"/>
                  </a:lnTo>
                  <a:lnTo>
                    <a:pt x="0" y="22"/>
                  </a:lnTo>
                  <a:close/>
                </a:path>
              </a:pathLst>
            </a:custGeom>
            <a:grpFill/>
            <a:ln w="0">
              <a:solidFill>
                <a:srgbClr val="000000"/>
              </a:solidFill>
              <a:round/>
              <a:headEnd/>
              <a:tailEnd/>
            </a:ln>
          </p:spPr>
          <p:txBody>
            <a:bodyPr/>
            <a:lstStyle/>
            <a:p>
              <a:endParaRPr lang="en-US"/>
            </a:p>
          </p:txBody>
        </p:sp>
        <p:sp>
          <p:nvSpPr>
            <p:cNvPr id="14" name="Line 10"/>
            <p:cNvSpPr>
              <a:spLocks noChangeShapeType="1"/>
            </p:cNvSpPr>
            <p:nvPr/>
          </p:nvSpPr>
          <p:spPr bwMode="auto">
            <a:xfrm flipH="1">
              <a:off x="5048250" y="1682750"/>
              <a:ext cx="420688" cy="1588"/>
            </a:xfrm>
            <a:prstGeom prst="line">
              <a:avLst/>
            </a:prstGeom>
            <a:grpFill/>
            <a:ln w="17463">
              <a:solidFill>
                <a:srgbClr val="000000"/>
              </a:solidFill>
              <a:round/>
              <a:headEnd/>
              <a:tailEnd/>
            </a:ln>
          </p:spPr>
          <p:txBody>
            <a:bodyPr/>
            <a:lstStyle/>
            <a:p>
              <a:endParaRPr lang="en-US"/>
            </a:p>
          </p:txBody>
        </p:sp>
        <p:sp>
          <p:nvSpPr>
            <p:cNvPr id="15" name="Freeform 11"/>
            <p:cNvSpPr>
              <a:spLocks/>
            </p:cNvSpPr>
            <p:nvPr/>
          </p:nvSpPr>
          <p:spPr bwMode="auto">
            <a:xfrm>
              <a:off x="4051300" y="1665288"/>
              <a:ext cx="104775" cy="34925"/>
            </a:xfrm>
            <a:custGeom>
              <a:avLst/>
              <a:gdLst>
                <a:gd name="T0" fmla="*/ 104775 w 6"/>
                <a:gd name="T1" fmla="*/ 0 h 2"/>
                <a:gd name="T2" fmla="*/ 0 w 6"/>
                <a:gd name="T3" fmla="*/ 17463 h 2"/>
                <a:gd name="T4" fmla="*/ 104775 w 6"/>
                <a:gd name="T5" fmla="*/ 34925 h 2"/>
                <a:gd name="T6" fmla="*/ 104775 w 6"/>
                <a:gd name="T7" fmla="*/ 17463 h 2"/>
                <a:gd name="T8" fmla="*/ 104775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grpFill/>
            <a:ln w="17463">
              <a:solidFill>
                <a:srgbClr val="000000"/>
              </a:solidFill>
              <a:round/>
              <a:headEnd/>
              <a:tailEnd/>
            </a:ln>
          </p:spPr>
          <p:txBody>
            <a:bodyPr/>
            <a:lstStyle/>
            <a:p>
              <a:endParaRPr lang="en-US"/>
            </a:p>
          </p:txBody>
        </p:sp>
        <p:sp>
          <p:nvSpPr>
            <p:cNvPr id="16" name="Freeform 12"/>
            <p:cNvSpPr>
              <a:spLocks/>
            </p:cNvSpPr>
            <p:nvPr/>
          </p:nvSpPr>
          <p:spPr bwMode="auto">
            <a:xfrm>
              <a:off x="4051300" y="1665288"/>
              <a:ext cx="104775" cy="34925"/>
            </a:xfrm>
            <a:custGeom>
              <a:avLst/>
              <a:gdLst>
                <a:gd name="T0" fmla="*/ 104775 w 66"/>
                <a:gd name="T1" fmla="*/ 0 h 22"/>
                <a:gd name="T2" fmla="*/ 0 w 66"/>
                <a:gd name="T3" fmla="*/ 17463 h 22"/>
                <a:gd name="T4" fmla="*/ 104775 w 66"/>
                <a:gd name="T5" fmla="*/ 34925 h 22"/>
                <a:gd name="T6" fmla="*/ 104775 w 66"/>
                <a:gd name="T7" fmla="*/ 17463 h 22"/>
                <a:gd name="T8" fmla="*/ 104775 w 66"/>
                <a:gd name="T9" fmla="*/ 0 h 22"/>
                <a:gd name="T10" fmla="*/ 0 60000 65536"/>
                <a:gd name="T11" fmla="*/ 0 60000 65536"/>
                <a:gd name="T12" fmla="*/ 0 60000 65536"/>
                <a:gd name="T13" fmla="*/ 0 60000 65536"/>
                <a:gd name="T14" fmla="*/ 0 60000 65536"/>
                <a:gd name="T15" fmla="*/ 0 w 66"/>
                <a:gd name="T16" fmla="*/ 0 h 22"/>
                <a:gd name="T17" fmla="*/ 66 w 66"/>
                <a:gd name="T18" fmla="*/ 22 h 22"/>
              </a:gdLst>
              <a:ahLst/>
              <a:cxnLst>
                <a:cxn ang="T10">
                  <a:pos x="T0" y="T1"/>
                </a:cxn>
                <a:cxn ang="T11">
                  <a:pos x="T2" y="T3"/>
                </a:cxn>
                <a:cxn ang="T12">
                  <a:pos x="T4" y="T5"/>
                </a:cxn>
                <a:cxn ang="T13">
                  <a:pos x="T6" y="T7"/>
                </a:cxn>
                <a:cxn ang="T14">
                  <a:pos x="T8" y="T9"/>
                </a:cxn>
              </a:cxnLst>
              <a:rect l="T15" t="T16" r="T17" b="T18"/>
              <a:pathLst>
                <a:path w="66" h="22">
                  <a:moveTo>
                    <a:pt x="66" y="0"/>
                  </a:moveTo>
                  <a:lnTo>
                    <a:pt x="0" y="11"/>
                  </a:lnTo>
                  <a:lnTo>
                    <a:pt x="66" y="22"/>
                  </a:lnTo>
                  <a:lnTo>
                    <a:pt x="66" y="11"/>
                  </a:lnTo>
                  <a:lnTo>
                    <a:pt x="66" y="0"/>
                  </a:lnTo>
                  <a:close/>
                </a:path>
              </a:pathLst>
            </a:custGeom>
            <a:grpFill/>
            <a:ln w="0">
              <a:solidFill>
                <a:srgbClr val="000000"/>
              </a:solidFill>
              <a:round/>
              <a:headEnd/>
              <a:tailEnd/>
            </a:ln>
          </p:spPr>
          <p:txBody>
            <a:bodyPr/>
            <a:lstStyle/>
            <a:p>
              <a:endParaRPr lang="en-US"/>
            </a:p>
          </p:txBody>
        </p:sp>
        <p:sp>
          <p:nvSpPr>
            <p:cNvPr id="17" name="Line 13"/>
            <p:cNvSpPr>
              <a:spLocks noChangeShapeType="1"/>
            </p:cNvSpPr>
            <p:nvPr/>
          </p:nvSpPr>
          <p:spPr bwMode="auto">
            <a:xfrm>
              <a:off x="4156075" y="1682750"/>
              <a:ext cx="420688" cy="1588"/>
            </a:xfrm>
            <a:prstGeom prst="line">
              <a:avLst/>
            </a:prstGeom>
            <a:grpFill/>
            <a:ln w="17463">
              <a:solidFill>
                <a:srgbClr val="000000"/>
              </a:solidFill>
              <a:round/>
              <a:headEnd/>
              <a:tailEnd/>
            </a:ln>
          </p:spPr>
          <p:txBody>
            <a:bodyPr/>
            <a:lstStyle/>
            <a:p>
              <a:endParaRPr lang="en-US"/>
            </a:p>
          </p:txBody>
        </p:sp>
        <p:sp>
          <p:nvSpPr>
            <p:cNvPr id="18" name="Freeform 14"/>
            <p:cNvSpPr>
              <a:spLocks/>
            </p:cNvSpPr>
            <p:nvPr/>
          </p:nvSpPr>
          <p:spPr bwMode="auto">
            <a:xfrm>
              <a:off x="3894138" y="1665288"/>
              <a:ext cx="104775" cy="34925"/>
            </a:xfrm>
            <a:custGeom>
              <a:avLst/>
              <a:gdLst>
                <a:gd name="T0" fmla="*/ 0 w 6"/>
                <a:gd name="T1" fmla="*/ 34925 h 2"/>
                <a:gd name="T2" fmla="*/ 104775 w 6"/>
                <a:gd name="T3" fmla="*/ 17463 h 2"/>
                <a:gd name="T4" fmla="*/ 0 w 6"/>
                <a:gd name="T5" fmla="*/ 0 h 2"/>
                <a:gd name="T6" fmla="*/ 0 w 6"/>
                <a:gd name="T7" fmla="*/ 17463 h 2"/>
                <a:gd name="T8" fmla="*/ 0 w 6"/>
                <a:gd name="T9" fmla="*/ 34925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grpFill/>
            <a:ln w="17463">
              <a:solidFill>
                <a:srgbClr val="000000"/>
              </a:solidFill>
              <a:round/>
              <a:headEnd/>
              <a:tailEnd/>
            </a:ln>
          </p:spPr>
          <p:txBody>
            <a:bodyPr/>
            <a:lstStyle/>
            <a:p>
              <a:endParaRPr lang="en-US"/>
            </a:p>
          </p:txBody>
        </p:sp>
        <p:sp>
          <p:nvSpPr>
            <p:cNvPr id="19" name="Freeform 15"/>
            <p:cNvSpPr>
              <a:spLocks/>
            </p:cNvSpPr>
            <p:nvPr/>
          </p:nvSpPr>
          <p:spPr bwMode="auto">
            <a:xfrm>
              <a:off x="3894138" y="1665288"/>
              <a:ext cx="104775" cy="34925"/>
            </a:xfrm>
            <a:custGeom>
              <a:avLst/>
              <a:gdLst>
                <a:gd name="T0" fmla="*/ 0 w 66"/>
                <a:gd name="T1" fmla="*/ 34925 h 22"/>
                <a:gd name="T2" fmla="*/ 104775 w 66"/>
                <a:gd name="T3" fmla="*/ 17463 h 22"/>
                <a:gd name="T4" fmla="*/ 0 w 66"/>
                <a:gd name="T5" fmla="*/ 0 h 22"/>
                <a:gd name="T6" fmla="*/ 0 w 66"/>
                <a:gd name="T7" fmla="*/ 17463 h 22"/>
                <a:gd name="T8" fmla="*/ 0 w 66"/>
                <a:gd name="T9" fmla="*/ 34925 h 22"/>
                <a:gd name="T10" fmla="*/ 0 60000 65536"/>
                <a:gd name="T11" fmla="*/ 0 60000 65536"/>
                <a:gd name="T12" fmla="*/ 0 60000 65536"/>
                <a:gd name="T13" fmla="*/ 0 60000 65536"/>
                <a:gd name="T14" fmla="*/ 0 60000 65536"/>
                <a:gd name="T15" fmla="*/ 0 w 66"/>
                <a:gd name="T16" fmla="*/ 0 h 22"/>
                <a:gd name="T17" fmla="*/ 66 w 66"/>
                <a:gd name="T18" fmla="*/ 22 h 22"/>
              </a:gdLst>
              <a:ahLst/>
              <a:cxnLst>
                <a:cxn ang="T10">
                  <a:pos x="T0" y="T1"/>
                </a:cxn>
                <a:cxn ang="T11">
                  <a:pos x="T2" y="T3"/>
                </a:cxn>
                <a:cxn ang="T12">
                  <a:pos x="T4" y="T5"/>
                </a:cxn>
                <a:cxn ang="T13">
                  <a:pos x="T6" y="T7"/>
                </a:cxn>
                <a:cxn ang="T14">
                  <a:pos x="T8" y="T9"/>
                </a:cxn>
              </a:cxnLst>
              <a:rect l="T15" t="T16" r="T17" b="T18"/>
              <a:pathLst>
                <a:path w="66" h="22">
                  <a:moveTo>
                    <a:pt x="0" y="22"/>
                  </a:moveTo>
                  <a:lnTo>
                    <a:pt x="66" y="11"/>
                  </a:lnTo>
                  <a:lnTo>
                    <a:pt x="0" y="0"/>
                  </a:lnTo>
                  <a:lnTo>
                    <a:pt x="0" y="11"/>
                  </a:lnTo>
                  <a:lnTo>
                    <a:pt x="0" y="22"/>
                  </a:lnTo>
                  <a:close/>
                </a:path>
              </a:pathLst>
            </a:custGeom>
            <a:grpFill/>
            <a:ln w="0">
              <a:solidFill>
                <a:srgbClr val="000000"/>
              </a:solidFill>
              <a:round/>
              <a:headEnd/>
              <a:tailEnd/>
            </a:ln>
          </p:spPr>
          <p:txBody>
            <a:bodyPr/>
            <a:lstStyle/>
            <a:p>
              <a:endParaRPr lang="en-US"/>
            </a:p>
          </p:txBody>
        </p:sp>
        <p:sp>
          <p:nvSpPr>
            <p:cNvPr id="20" name="Line 16"/>
            <p:cNvSpPr>
              <a:spLocks noChangeShapeType="1"/>
            </p:cNvSpPr>
            <p:nvPr/>
          </p:nvSpPr>
          <p:spPr bwMode="auto">
            <a:xfrm flipH="1">
              <a:off x="3806825" y="1682750"/>
              <a:ext cx="87313" cy="1588"/>
            </a:xfrm>
            <a:prstGeom prst="line">
              <a:avLst/>
            </a:prstGeom>
            <a:grpFill/>
            <a:ln w="17463">
              <a:solidFill>
                <a:srgbClr val="000000"/>
              </a:solidFill>
              <a:round/>
              <a:headEnd/>
              <a:tailEnd/>
            </a:ln>
          </p:spPr>
          <p:txBody>
            <a:bodyPr/>
            <a:lstStyle/>
            <a:p>
              <a:endParaRPr lang="en-US"/>
            </a:p>
          </p:txBody>
        </p:sp>
        <p:sp>
          <p:nvSpPr>
            <p:cNvPr id="21" name="Freeform 17"/>
            <p:cNvSpPr>
              <a:spLocks/>
            </p:cNvSpPr>
            <p:nvPr/>
          </p:nvSpPr>
          <p:spPr bwMode="auto">
            <a:xfrm>
              <a:off x="3141663" y="1665288"/>
              <a:ext cx="104775" cy="34925"/>
            </a:xfrm>
            <a:custGeom>
              <a:avLst/>
              <a:gdLst>
                <a:gd name="T0" fmla="*/ 104775 w 6"/>
                <a:gd name="T1" fmla="*/ 0 h 2"/>
                <a:gd name="T2" fmla="*/ 0 w 6"/>
                <a:gd name="T3" fmla="*/ 17463 h 2"/>
                <a:gd name="T4" fmla="*/ 104775 w 6"/>
                <a:gd name="T5" fmla="*/ 34925 h 2"/>
                <a:gd name="T6" fmla="*/ 104775 w 6"/>
                <a:gd name="T7" fmla="*/ 17463 h 2"/>
                <a:gd name="T8" fmla="*/ 104775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grpFill/>
            <a:ln w="17463">
              <a:solidFill>
                <a:srgbClr val="000000"/>
              </a:solidFill>
              <a:round/>
              <a:headEnd/>
              <a:tailEnd/>
            </a:ln>
          </p:spPr>
          <p:txBody>
            <a:bodyPr/>
            <a:lstStyle/>
            <a:p>
              <a:endParaRPr lang="en-US"/>
            </a:p>
          </p:txBody>
        </p:sp>
        <p:sp>
          <p:nvSpPr>
            <p:cNvPr id="22" name="Freeform 18"/>
            <p:cNvSpPr>
              <a:spLocks/>
            </p:cNvSpPr>
            <p:nvPr/>
          </p:nvSpPr>
          <p:spPr bwMode="auto">
            <a:xfrm>
              <a:off x="3141663" y="1665288"/>
              <a:ext cx="104775" cy="34925"/>
            </a:xfrm>
            <a:custGeom>
              <a:avLst/>
              <a:gdLst>
                <a:gd name="T0" fmla="*/ 104775 w 66"/>
                <a:gd name="T1" fmla="*/ 0 h 22"/>
                <a:gd name="T2" fmla="*/ 0 w 66"/>
                <a:gd name="T3" fmla="*/ 17463 h 22"/>
                <a:gd name="T4" fmla="*/ 104775 w 66"/>
                <a:gd name="T5" fmla="*/ 34925 h 22"/>
                <a:gd name="T6" fmla="*/ 104775 w 66"/>
                <a:gd name="T7" fmla="*/ 17463 h 22"/>
                <a:gd name="T8" fmla="*/ 104775 w 66"/>
                <a:gd name="T9" fmla="*/ 0 h 22"/>
                <a:gd name="T10" fmla="*/ 0 60000 65536"/>
                <a:gd name="T11" fmla="*/ 0 60000 65536"/>
                <a:gd name="T12" fmla="*/ 0 60000 65536"/>
                <a:gd name="T13" fmla="*/ 0 60000 65536"/>
                <a:gd name="T14" fmla="*/ 0 60000 65536"/>
                <a:gd name="T15" fmla="*/ 0 w 66"/>
                <a:gd name="T16" fmla="*/ 0 h 22"/>
                <a:gd name="T17" fmla="*/ 66 w 66"/>
                <a:gd name="T18" fmla="*/ 22 h 22"/>
              </a:gdLst>
              <a:ahLst/>
              <a:cxnLst>
                <a:cxn ang="T10">
                  <a:pos x="T0" y="T1"/>
                </a:cxn>
                <a:cxn ang="T11">
                  <a:pos x="T2" y="T3"/>
                </a:cxn>
                <a:cxn ang="T12">
                  <a:pos x="T4" y="T5"/>
                </a:cxn>
                <a:cxn ang="T13">
                  <a:pos x="T6" y="T7"/>
                </a:cxn>
                <a:cxn ang="T14">
                  <a:pos x="T8" y="T9"/>
                </a:cxn>
              </a:cxnLst>
              <a:rect l="T15" t="T16" r="T17" b="T18"/>
              <a:pathLst>
                <a:path w="66" h="22">
                  <a:moveTo>
                    <a:pt x="66" y="0"/>
                  </a:moveTo>
                  <a:lnTo>
                    <a:pt x="0" y="11"/>
                  </a:lnTo>
                  <a:lnTo>
                    <a:pt x="66" y="22"/>
                  </a:lnTo>
                  <a:lnTo>
                    <a:pt x="66" y="11"/>
                  </a:lnTo>
                  <a:lnTo>
                    <a:pt x="66" y="0"/>
                  </a:lnTo>
                  <a:close/>
                </a:path>
              </a:pathLst>
            </a:custGeom>
            <a:grpFill/>
            <a:ln w="0">
              <a:solidFill>
                <a:srgbClr val="000000"/>
              </a:solidFill>
              <a:round/>
              <a:headEnd/>
              <a:tailEnd/>
            </a:ln>
          </p:spPr>
          <p:txBody>
            <a:bodyPr/>
            <a:lstStyle/>
            <a:p>
              <a:endParaRPr lang="en-US"/>
            </a:p>
          </p:txBody>
        </p:sp>
        <p:sp>
          <p:nvSpPr>
            <p:cNvPr id="23" name="Line 19"/>
            <p:cNvSpPr>
              <a:spLocks noChangeShapeType="1"/>
            </p:cNvSpPr>
            <p:nvPr/>
          </p:nvSpPr>
          <p:spPr bwMode="auto">
            <a:xfrm>
              <a:off x="3263900" y="1682750"/>
              <a:ext cx="87313" cy="1588"/>
            </a:xfrm>
            <a:prstGeom prst="line">
              <a:avLst/>
            </a:prstGeom>
            <a:grpFill/>
            <a:ln w="17463">
              <a:solidFill>
                <a:srgbClr val="000000"/>
              </a:solidFill>
              <a:round/>
              <a:headEnd/>
              <a:tailEnd/>
            </a:ln>
          </p:spPr>
          <p:txBody>
            <a:bodyPr/>
            <a:lstStyle/>
            <a:p>
              <a:endParaRPr lang="en-US"/>
            </a:p>
          </p:txBody>
        </p:sp>
        <p:sp>
          <p:nvSpPr>
            <p:cNvPr id="24" name="Rectangle 20"/>
            <p:cNvSpPr>
              <a:spLocks noChangeArrowheads="1"/>
            </p:cNvSpPr>
            <p:nvPr/>
          </p:nvSpPr>
          <p:spPr bwMode="auto">
            <a:xfrm>
              <a:off x="4348163" y="3765550"/>
              <a:ext cx="42862" cy="182563"/>
            </a:xfrm>
            <a:prstGeom prst="rect">
              <a:avLst/>
            </a:prstGeom>
            <a:grpFill/>
            <a:ln w="9525">
              <a:noFill/>
              <a:miter lim="800000"/>
              <a:headEnd/>
              <a:tailEnd/>
            </a:ln>
          </p:spPr>
          <p:txBody>
            <a:bodyPr wrap="none" lIns="0" tIns="0" rIns="0" bIns="0">
              <a:spAutoFit/>
            </a:bodyPr>
            <a:lstStyle/>
            <a:p>
              <a:r>
                <a:rPr lang="en-CA" sz="1200" i="1">
                  <a:solidFill>
                    <a:srgbClr val="000000"/>
                  </a:solidFill>
                  <a:latin typeface="Nimbus Roman No9 L" charset="0"/>
                </a:rPr>
                <a:t>i</a:t>
              </a:r>
              <a:endParaRPr lang="en-CA" sz="2400">
                <a:latin typeface="Corbel" pitchFamily="34" charset="0"/>
              </a:endParaRPr>
            </a:p>
          </p:txBody>
        </p:sp>
        <p:sp>
          <p:nvSpPr>
            <p:cNvPr id="25" name="Rectangle 21"/>
            <p:cNvSpPr>
              <a:spLocks noChangeArrowheads="1"/>
            </p:cNvSpPr>
            <p:nvPr/>
          </p:nvSpPr>
          <p:spPr bwMode="auto">
            <a:xfrm>
              <a:off x="3403600" y="1560513"/>
              <a:ext cx="68263" cy="182562"/>
            </a:xfrm>
            <a:prstGeom prst="rect">
              <a:avLst/>
            </a:prstGeom>
            <a:grpFill/>
            <a:ln w="9525">
              <a:noFill/>
              <a:miter lim="800000"/>
              <a:headEnd/>
              <a:tailEnd/>
            </a:ln>
          </p:spPr>
          <p:txBody>
            <a:bodyPr wrap="none" lIns="0" tIns="0" rIns="0" bIns="0">
              <a:spAutoFit/>
            </a:bodyPr>
            <a:lstStyle/>
            <a:p>
              <a:r>
                <a:rPr lang="en-CA" sz="1200" i="1">
                  <a:solidFill>
                    <a:srgbClr val="000000"/>
                  </a:solidFill>
                  <a:latin typeface="Nimbus Roman No9 L" charset="0"/>
                </a:rPr>
                <a:t>k</a:t>
              </a:r>
              <a:endParaRPr lang="en-CA" sz="2400">
                <a:latin typeface="Corbel" pitchFamily="34" charset="0"/>
              </a:endParaRPr>
            </a:p>
          </p:txBody>
        </p:sp>
        <p:sp>
          <p:nvSpPr>
            <p:cNvPr id="26" name="Rectangle 22"/>
            <p:cNvSpPr>
              <a:spLocks noChangeArrowheads="1"/>
            </p:cNvSpPr>
            <p:nvPr/>
          </p:nvSpPr>
          <p:spPr bwMode="auto">
            <a:xfrm>
              <a:off x="3473450" y="1560513"/>
              <a:ext cx="258763"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 bits</a:t>
              </a:r>
              <a:endParaRPr lang="en-CA" sz="2400">
                <a:latin typeface="Corbel" pitchFamily="34" charset="0"/>
              </a:endParaRPr>
            </a:p>
          </p:txBody>
        </p:sp>
        <p:sp>
          <p:nvSpPr>
            <p:cNvPr id="27" name="Rectangle 23"/>
            <p:cNvSpPr>
              <a:spLocks noChangeArrowheads="1"/>
            </p:cNvSpPr>
            <p:nvPr/>
          </p:nvSpPr>
          <p:spPr bwMode="auto">
            <a:xfrm>
              <a:off x="2651125" y="3556000"/>
              <a:ext cx="474663" cy="182563"/>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28" name="Rectangle 24"/>
            <p:cNvSpPr>
              <a:spLocks noChangeArrowheads="1"/>
            </p:cNvSpPr>
            <p:nvPr/>
          </p:nvSpPr>
          <p:spPr bwMode="auto">
            <a:xfrm>
              <a:off x="4121150" y="3556000"/>
              <a:ext cx="474663" cy="182563"/>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29" name="Rectangle 25"/>
            <p:cNvSpPr>
              <a:spLocks noChangeArrowheads="1"/>
            </p:cNvSpPr>
            <p:nvPr/>
          </p:nvSpPr>
          <p:spPr bwMode="auto">
            <a:xfrm>
              <a:off x="5591175" y="3538538"/>
              <a:ext cx="474663"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30" name="Rectangle 26"/>
            <p:cNvSpPr>
              <a:spLocks noChangeArrowheads="1"/>
            </p:cNvSpPr>
            <p:nvPr/>
          </p:nvSpPr>
          <p:spPr bwMode="auto">
            <a:xfrm>
              <a:off x="3316288" y="1858963"/>
              <a:ext cx="474662"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31" name="Line 27"/>
            <p:cNvSpPr>
              <a:spLocks noChangeShapeType="1"/>
            </p:cNvSpPr>
            <p:nvPr/>
          </p:nvSpPr>
          <p:spPr bwMode="auto">
            <a:xfrm flipV="1">
              <a:off x="4033838" y="1787525"/>
              <a:ext cx="1587" cy="350838"/>
            </a:xfrm>
            <a:prstGeom prst="line">
              <a:avLst/>
            </a:prstGeom>
            <a:grpFill/>
            <a:ln w="17463">
              <a:solidFill>
                <a:srgbClr val="000000"/>
              </a:solidFill>
              <a:round/>
              <a:headEnd/>
              <a:tailEnd/>
            </a:ln>
          </p:spPr>
          <p:txBody>
            <a:bodyPr/>
            <a:lstStyle/>
            <a:p>
              <a:endParaRPr lang="en-US"/>
            </a:p>
          </p:txBody>
        </p:sp>
        <p:sp>
          <p:nvSpPr>
            <p:cNvPr id="32" name="Rectangle 28"/>
            <p:cNvSpPr>
              <a:spLocks noChangeArrowheads="1"/>
            </p:cNvSpPr>
            <p:nvPr/>
          </p:nvSpPr>
          <p:spPr bwMode="auto">
            <a:xfrm>
              <a:off x="3124200" y="1787525"/>
              <a:ext cx="2484438" cy="350838"/>
            </a:xfrm>
            <a:prstGeom prst="rect">
              <a:avLst/>
            </a:prstGeom>
            <a:grpFill/>
            <a:ln w="17463">
              <a:solidFill>
                <a:srgbClr val="000000"/>
              </a:solidFill>
              <a:miter lim="800000"/>
              <a:headEnd/>
              <a:tailEnd/>
            </a:ln>
          </p:spPr>
          <p:txBody>
            <a:bodyPr/>
            <a:lstStyle/>
            <a:p>
              <a:endParaRPr lang="en-US">
                <a:latin typeface="Corbel" pitchFamily="34" charset="0"/>
              </a:endParaRPr>
            </a:p>
          </p:txBody>
        </p:sp>
        <p:sp>
          <p:nvSpPr>
            <p:cNvPr id="33" name="Line 29"/>
            <p:cNvSpPr>
              <a:spLocks noChangeShapeType="1"/>
            </p:cNvSpPr>
            <p:nvPr/>
          </p:nvSpPr>
          <p:spPr bwMode="auto">
            <a:xfrm>
              <a:off x="4873625" y="2592388"/>
              <a:ext cx="174625" cy="1587"/>
            </a:xfrm>
            <a:prstGeom prst="line">
              <a:avLst/>
            </a:prstGeom>
            <a:grpFill/>
            <a:ln w="17526">
              <a:solidFill>
                <a:schemeClr val="tx1"/>
              </a:solidFill>
              <a:round/>
              <a:headEnd/>
              <a:tailEnd/>
            </a:ln>
          </p:spPr>
          <p:txBody>
            <a:bodyPr/>
            <a:lstStyle/>
            <a:p>
              <a:endParaRPr lang="en-US"/>
            </a:p>
          </p:txBody>
        </p:sp>
        <p:sp>
          <p:nvSpPr>
            <p:cNvPr id="34" name="Line 30"/>
            <p:cNvSpPr>
              <a:spLocks noChangeShapeType="1"/>
            </p:cNvSpPr>
            <p:nvPr/>
          </p:nvSpPr>
          <p:spPr bwMode="auto">
            <a:xfrm flipH="1">
              <a:off x="2090738" y="2592388"/>
              <a:ext cx="2678112" cy="1587"/>
            </a:xfrm>
            <a:prstGeom prst="line">
              <a:avLst/>
            </a:prstGeom>
            <a:grpFill/>
            <a:ln w="17526">
              <a:solidFill>
                <a:schemeClr val="tx1"/>
              </a:solidFill>
              <a:round/>
              <a:headEnd/>
              <a:tailEnd/>
            </a:ln>
          </p:spPr>
          <p:txBody>
            <a:bodyPr/>
            <a:lstStyle/>
            <a:p>
              <a:endParaRPr lang="en-US"/>
            </a:p>
          </p:txBody>
        </p:sp>
        <p:sp>
          <p:nvSpPr>
            <p:cNvPr id="35" name="Line 31"/>
            <p:cNvSpPr>
              <a:spLocks noChangeShapeType="1"/>
            </p:cNvSpPr>
            <p:nvPr/>
          </p:nvSpPr>
          <p:spPr bwMode="auto">
            <a:xfrm flipH="1">
              <a:off x="5102225" y="2698750"/>
              <a:ext cx="506413" cy="1588"/>
            </a:xfrm>
            <a:prstGeom prst="line">
              <a:avLst/>
            </a:prstGeom>
            <a:grpFill/>
            <a:ln w="17463">
              <a:solidFill>
                <a:srgbClr val="000000"/>
              </a:solidFill>
              <a:round/>
              <a:headEnd/>
              <a:tailEnd/>
            </a:ln>
          </p:spPr>
          <p:txBody>
            <a:bodyPr/>
            <a:lstStyle/>
            <a:p>
              <a:endParaRPr lang="en-US"/>
            </a:p>
          </p:txBody>
        </p:sp>
        <p:sp>
          <p:nvSpPr>
            <p:cNvPr id="36" name="Line 32"/>
            <p:cNvSpPr>
              <a:spLocks noChangeShapeType="1"/>
            </p:cNvSpPr>
            <p:nvPr/>
          </p:nvSpPr>
          <p:spPr bwMode="auto">
            <a:xfrm flipH="1">
              <a:off x="3630613" y="2698750"/>
              <a:ext cx="1365250" cy="1588"/>
            </a:xfrm>
            <a:prstGeom prst="line">
              <a:avLst/>
            </a:prstGeom>
            <a:grpFill/>
            <a:ln w="17463">
              <a:solidFill>
                <a:srgbClr val="000000"/>
              </a:solidFill>
              <a:round/>
              <a:headEnd/>
              <a:tailEnd/>
            </a:ln>
          </p:spPr>
          <p:txBody>
            <a:bodyPr/>
            <a:lstStyle/>
            <a:p>
              <a:endParaRPr lang="en-US"/>
            </a:p>
          </p:txBody>
        </p:sp>
        <p:sp>
          <p:nvSpPr>
            <p:cNvPr id="37" name="Line 33"/>
            <p:cNvSpPr>
              <a:spLocks noChangeShapeType="1"/>
            </p:cNvSpPr>
            <p:nvPr/>
          </p:nvSpPr>
          <p:spPr bwMode="auto">
            <a:xfrm flipH="1">
              <a:off x="2668588" y="2698750"/>
              <a:ext cx="839787" cy="1588"/>
            </a:xfrm>
            <a:prstGeom prst="line">
              <a:avLst/>
            </a:prstGeom>
            <a:grpFill/>
            <a:ln w="17463">
              <a:solidFill>
                <a:srgbClr val="000000"/>
              </a:solidFill>
              <a:round/>
              <a:headEnd/>
              <a:tailEnd/>
            </a:ln>
          </p:spPr>
          <p:txBody>
            <a:bodyPr/>
            <a:lstStyle/>
            <a:p>
              <a:endParaRPr lang="en-US"/>
            </a:p>
          </p:txBody>
        </p:sp>
        <p:sp>
          <p:nvSpPr>
            <p:cNvPr id="38" name="Freeform 34"/>
            <p:cNvSpPr>
              <a:spLocks/>
            </p:cNvSpPr>
            <p:nvPr/>
          </p:nvSpPr>
          <p:spPr bwMode="auto">
            <a:xfrm>
              <a:off x="2651125" y="2873375"/>
              <a:ext cx="34925" cy="104775"/>
            </a:xfrm>
            <a:custGeom>
              <a:avLst/>
              <a:gdLst>
                <a:gd name="T0" fmla="*/ 0 w 2"/>
                <a:gd name="T1" fmla="*/ 0 h 6"/>
                <a:gd name="T2" fmla="*/ 17463 w 2"/>
                <a:gd name="T3" fmla="*/ 104775 h 6"/>
                <a:gd name="T4" fmla="*/ 34925 w 2"/>
                <a:gd name="T5" fmla="*/ 0 h 6"/>
                <a:gd name="T6" fmla="*/ 17463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grpFill/>
            <a:ln w="17463">
              <a:solidFill>
                <a:srgbClr val="000000"/>
              </a:solidFill>
              <a:round/>
              <a:headEnd/>
              <a:tailEnd/>
            </a:ln>
          </p:spPr>
          <p:txBody>
            <a:bodyPr/>
            <a:lstStyle/>
            <a:p>
              <a:endParaRPr lang="en-US"/>
            </a:p>
          </p:txBody>
        </p:sp>
        <p:sp>
          <p:nvSpPr>
            <p:cNvPr id="39" name="Freeform 35"/>
            <p:cNvSpPr>
              <a:spLocks/>
            </p:cNvSpPr>
            <p:nvPr/>
          </p:nvSpPr>
          <p:spPr bwMode="auto">
            <a:xfrm>
              <a:off x="2651125" y="2873375"/>
              <a:ext cx="34925" cy="104775"/>
            </a:xfrm>
            <a:custGeom>
              <a:avLst/>
              <a:gdLst>
                <a:gd name="T0" fmla="*/ 0 w 22"/>
                <a:gd name="T1" fmla="*/ 0 h 66"/>
                <a:gd name="T2" fmla="*/ 17463 w 22"/>
                <a:gd name="T3" fmla="*/ 104775 h 66"/>
                <a:gd name="T4" fmla="*/ 34925 w 22"/>
                <a:gd name="T5" fmla="*/ 0 h 66"/>
                <a:gd name="T6" fmla="*/ 17463 w 22"/>
                <a:gd name="T7" fmla="*/ 0 h 66"/>
                <a:gd name="T8" fmla="*/ 0 w 22"/>
                <a:gd name="T9" fmla="*/ 0 h 66"/>
                <a:gd name="T10" fmla="*/ 0 60000 65536"/>
                <a:gd name="T11" fmla="*/ 0 60000 65536"/>
                <a:gd name="T12" fmla="*/ 0 60000 65536"/>
                <a:gd name="T13" fmla="*/ 0 60000 65536"/>
                <a:gd name="T14" fmla="*/ 0 60000 65536"/>
                <a:gd name="T15" fmla="*/ 0 w 22"/>
                <a:gd name="T16" fmla="*/ 0 h 66"/>
                <a:gd name="T17" fmla="*/ 22 w 22"/>
                <a:gd name="T18" fmla="*/ 66 h 66"/>
              </a:gdLst>
              <a:ahLst/>
              <a:cxnLst>
                <a:cxn ang="T10">
                  <a:pos x="T0" y="T1"/>
                </a:cxn>
                <a:cxn ang="T11">
                  <a:pos x="T2" y="T3"/>
                </a:cxn>
                <a:cxn ang="T12">
                  <a:pos x="T4" y="T5"/>
                </a:cxn>
                <a:cxn ang="T13">
                  <a:pos x="T6" y="T7"/>
                </a:cxn>
                <a:cxn ang="T14">
                  <a:pos x="T8" y="T9"/>
                </a:cxn>
              </a:cxnLst>
              <a:rect l="T15" t="T16" r="T17" b="T18"/>
              <a:pathLst>
                <a:path w="22" h="66">
                  <a:moveTo>
                    <a:pt x="0" y="0"/>
                  </a:moveTo>
                  <a:lnTo>
                    <a:pt x="11" y="66"/>
                  </a:lnTo>
                  <a:lnTo>
                    <a:pt x="22" y="0"/>
                  </a:lnTo>
                  <a:lnTo>
                    <a:pt x="11" y="0"/>
                  </a:lnTo>
                  <a:lnTo>
                    <a:pt x="0" y="0"/>
                  </a:lnTo>
                  <a:close/>
                </a:path>
              </a:pathLst>
            </a:custGeom>
            <a:grpFill/>
            <a:ln w="0">
              <a:solidFill>
                <a:srgbClr val="000000"/>
              </a:solidFill>
              <a:round/>
              <a:headEnd/>
              <a:tailEnd/>
            </a:ln>
          </p:spPr>
          <p:txBody>
            <a:bodyPr/>
            <a:lstStyle/>
            <a:p>
              <a:endParaRPr lang="en-US"/>
            </a:p>
          </p:txBody>
        </p:sp>
        <p:sp>
          <p:nvSpPr>
            <p:cNvPr id="40" name="Line 36"/>
            <p:cNvSpPr>
              <a:spLocks noChangeShapeType="1"/>
            </p:cNvSpPr>
            <p:nvPr/>
          </p:nvSpPr>
          <p:spPr bwMode="auto">
            <a:xfrm flipV="1">
              <a:off x="2668588" y="2698750"/>
              <a:ext cx="1587" cy="157163"/>
            </a:xfrm>
            <a:prstGeom prst="line">
              <a:avLst/>
            </a:prstGeom>
            <a:grpFill/>
            <a:ln w="17463">
              <a:solidFill>
                <a:srgbClr val="000000"/>
              </a:solidFill>
              <a:round/>
              <a:headEnd/>
              <a:tailEnd/>
            </a:ln>
          </p:spPr>
          <p:txBody>
            <a:bodyPr/>
            <a:lstStyle/>
            <a:p>
              <a:endParaRPr lang="en-US"/>
            </a:p>
          </p:txBody>
        </p:sp>
        <p:sp>
          <p:nvSpPr>
            <p:cNvPr id="41" name="Freeform 37"/>
            <p:cNvSpPr>
              <a:spLocks/>
            </p:cNvSpPr>
            <p:nvPr/>
          </p:nvSpPr>
          <p:spPr bwMode="auto">
            <a:xfrm>
              <a:off x="4121150" y="2873375"/>
              <a:ext cx="34925" cy="104775"/>
            </a:xfrm>
            <a:custGeom>
              <a:avLst/>
              <a:gdLst>
                <a:gd name="T0" fmla="*/ 0 w 2"/>
                <a:gd name="T1" fmla="*/ 0 h 6"/>
                <a:gd name="T2" fmla="*/ 17463 w 2"/>
                <a:gd name="T3" fmla="*/ 104775 h 6"/>
                <a:gd name="T4" fmla="*/ 34925 w 2"/>
                <a:gd name="T5" fmla="*/ 0 h 6"/>
                <a:gd name="T6" fmla="*/ 17463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grpFill/>
            <a:ln w="17463">
              <a:solidFill>
                <a:srgbClr val="000000"/>
              </a:solidFill>
              <a:round/>
              <a:headEnd/>
              <a:tailEnd/>
            </a:ln>
          </p:spPr>
          <p:txBody>
            <a:bodyPr/>
            <a:lstStyle/>
            <a:p>
              <a:endParaRPr lang="en-US"/>
            </a:p>
          </p:txBody>
        </p:sp>
        <p:sp>
          <p:nvSpPr>
            <p:cNvPr id="42" name="Freeform 38"/>
            <p:cNvSpPr>
              <a:spLocks/>
            </p:cNvSpPr>
            <p:nvPr/>
          </p:nvSpPr>
          <p:spPr bwMode="auto">
            <a:xfrm>
              <a:off x="4121150" y="2873375"/>
              <a:ext cx="34925" cy="104775"/>
            </a:xfrm>
            <a:custGeom>
              <a:avLst/>
              <a:gdLst>
                <a:gd name="T0" fmla="*/ 0 w 22"/>
                <a:gd name="T1" fmla="*/ 0 h 66"/>
                <a:gd name="T2" fmla="*/ 17463 w 22"/>
                <a:gd name="T3" fmla="*/ 104775 h 66"/>
                <a:gd name="T4" fmla="*/ 34925 w 22"/>
                <a:gd name="T5" fmla="*/ 0 h 66"/>
                <a:gd name="T6" fmla="*/ 17463 w 22"/>
                <a:gd name="T7" fmla="*/ 0 h 66"/>
                <a:gd name="T8" fmla="*/ 0 w 22"/>
                <a:gd name="T9" fmla="*/ 0 h 66"/>
                <a:gd name="T10" fmla="*/ 0 60000 65536"/>
                <a:gd name="T11" fmla="*/ 0 60000 65536"/>
                <a:gd name="T12" fmla="*/ 0 60000 65536"/>
                <a:gd name="T13" fmla="*/ 0 60000 65536"/>
                <a:gd name="T14" fmla="*/ 0 60000 65536"/>
                <a:gd name="T15" fmla="*/ 0 w 22"/>
                <a:gd name="T16" fmla="*/ 0 h 66"/>
                <a:gd name="T17" fmla="*/ 22 w 22"/>
                <a:gd name="T18" fmla="*/ 66 h 66"/>
              </a:gdLst>
              <a:ahLst/>
              <a:cxnLst>
                <a:cxn ang="T10">
                  <a:pos x="T0" y="T1"/>
                </a:cxn>
                <a:cxn ang="T11">
                  <a:pos x="T2" y="T3"/>
                </a:cxn>
                <a:cxn ang="T12">
                  <a:pos x="T4" y="T5"/>
                </a:cxn>
                <a:cxn ang="T13">
                  <a:pos x="T6" y="T7"/>
                </a:cxn>
                <a:cxn ang="T14">
                  <a:pos x="T8" y="T9"/>
                </a:cxn>
              </a:cxnLst>
              <a:rect l="T15" t="T16" r="T17" b="T18"/>
              <a:pathLst>
                <a:path w="22" h="66">
                  <a:moveTo>
                    <a:pt x="0" y="0"/>
                  </a:moveTo>
                  <a:lnTo>
                    <a:pt x="11" y="66"/>
                  </a:lnTo>
                  <a:lnTo>
                    <a:pt x="22" y="0"/>
                  </a:lnTo>
                  <a:lnTo>
                    <a:pt x="11" y="0"/>
                  </a:lnTo>
                  <a:lnTo>
                    <a:pt x="0" y="0"/>
                  </a:lnTo>
                  <a:close/>
                </a:path>
              </a:pathLst>
            </a:custGeom>
            <a:grpFill/>
            <a:ln w="0">
              <a:solidFill>
                <a:srgbClr val="000000"/>
              </a:solidFill>
              <a:round/>
              <a:headEnd/>
              <a:tailEnd/>
            </a:ln>
          </p:spPr>
          <p:txBody>
            <a:bodyPr/>
            <a:lstStyle/>
            <a:p>
              <a:endParaRPr lang="en-US"/>
            </a:p>
          </p:txBody>
        </p:sp>
        <p:sp>
          <p:nvSpPr>
            <p:cNvPr id="43" name="Line 39"/>
            <p:cNvSpPr>
              <a:spLocks noChangeShapeType="1"/>
            </p:cNvSpPr>
            <p:nvPr/>
          </p:nvSpPr>
          <p:spPr bwMode="auto">
            <a:xfrm flipV="1">
              <a:off x="4138613" y="2698750"/>
              <a:ext cx="1587" cy="157163"/>
            </a:xfrm>
            <a:prstGeom prst="line">
              <a:avLst/>
            </a:prstGeom>
            <a:grpFill/>
            <a:ln w="17463">
              <a:solidFill>
                <a:srgbClr val="000000"/>
              </a:solidFill>
              <a:round/>
              <a:headEnd/>
              <a:tailEnd/>
            </a:ln>
          </p:spPr>
          <p:txBody>
            <a:bodyPr/>
            <a:lstStyle/>
            <a:p>
              <a:endParaRPr lang="en-US"/>
            </a:p>
          </p:txBody>
        </p:sp>
        <p:sp>
          <p:nvSpPr>
            <p:cNvPr id="44" name="Freeform 40"/>
            <p:cNvSpPr>
              <a:spLocks/>
            </p:cNvSpPr>
            <p:nvPr/>
          </p:nvSpPr>
          <p:spPr bwMode="auto">
            <a:xfrm>
              <a:off x="5591175" y="2873375"/>
              <a:ext cx="52388" cy="104775"/>
            </a:xfrm>
            <a:custGeom>
              <a:avLst/>
              <a:gdLst>
                <a:gd name="T0" fmla="*/ 0 w 3"/>
                <a:gd name="T1" fmla="*/ 0 h 6"/>
                <a:gd name="T2" fmla="*/ 17463 w 3"/>
                <a:gd name="T3" fmla="*/ 104775 h 6"/>
                <a:gd name="T4" fmla="*/ 52388 w 3"/>
                <a:gd name="T5" fmla="*/ 0 h 6"/>
                <a:gd name="T6" fmla="*/ 17463 w 3"/>
                <a:gd name="T7" fmla="*/ 0 h 6"/>
                <a:gd name="T8" fmla="*/ 0 w 3"/>
                <a:gd name="T9" fmla="*/ 0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0" y="0"/>
                  </a:moveTo>
                  <a:lnTo>
                    <a:pt x="1" y="6"/>
                  </a:lnTo>
                  <a:lnTo>
                    <a:pt x="3" y="0"/>
                  </a:lnTo>
                  <a:lnTo>
                    <a:pt x="1" y="0"/>
                  </a:lnTo>
                  <a:lnTo>
                    <a:pt x="0" y="0"/>
                  </a:lnTo>
                </a:path>
              </a:pathLst>
            </a:custGeom>
            <a:grpFill/>
            <a:ln w="17463">
              <a:solidFill>
                <a:srgbClr val="000000"/>
              </a:solidFill>
              <a:round/>
              <a:headEnd/>
              <a:tailEnd/>
            </a:ln>
          </p:spPr>
          <p:txBody>
            <a:bodyPr/>
            <a:lstStyle/>
            <a:p>
              <a:endParaRPr lang="en-US"/>
            </a:p>
          </p:txBody>
        </p:sp>
        <p:sp>
          <p:nvSpPr>
            <p:cNvPr id="45" name="Freeform 41"/>
            <p:cNvSpPr>
              <a:spLocks/>
            </p:cNvSpPr>
            <p:nvPr/>
          </p:nvSpPr>
          <p:spPr bwMode="auto">
            <a:xfrm>
              <a:off x="5591175" y="2873375"/>
              <a:ext cx="52388" cy="104775"/>
            </a:xfrm>
            <a:custGeom>
              <a:avLst/>
              <a:gdLst>
                <a:gd name="T0" fmla="*/ 0 w 33"/>
                <a:gd name="T1" fmla="*/ 0 h 66"/>
                <a:gd name="T2" fmla="*/ 17463 w 33"/>
                <a:gd name="T3" fmla="*/ 104775 h 66"/>
                <a:gd name="T4" fmla="*/ 52388 w 33"/>
                <a:gd name="T5" fmla="*/ 0 h 66"/>
                <a:gd name="T6" fmla="*/ 17463 w 33"/>
                <a:gd name="T7" fmla="*/ 0 h 66"/>
                <a:gd name="T8" fmla="*/ 0 w 33"/>
                <a:gd name="T9" fmla="*/ 0 h 66"/>
                <a:gd name="T10" fmla="*/ 0 60000 65536"/>
                <a:gd name="T11" fmla="*/ 0 60000 65536"/>
                <a:gd name="T12" fmla="*/ 0 60000 65536"/>
                <a:gd name="T13" fmla="*/ 0 60000 65536"/>
                <a:gd name="T14" fmla="*/ 0 60000 65536"/>
                <a:gd name="T15" fmla="*/ 0 w 33"/>
                <a:gd name="T16" fmla="*/ 0 h 66"/>
                <a:gd name="T17" fmla="*/ 33 w 33"/>
                <a:gd name="T18" fmla="*/ 66 h 66"/>
              </a:gdLst>
              <a:ahLst/>
              <a:cxnLst>
                <a:cxn ang="T10">
                  <a:pos x="T0" y="T1"/>
                </a:cxn>
                <a:cxn ang="T11">
                  <a:pos x="T2" y="T3"/>
                </a:cxn>
                <a:cxn ang="T12">
                  <a:pos x="T4" y="T5"/>
                </a:cxn>
                <a:cxn ang="T13">
                  <a:pos x="T6" y="T7"/>
                </a:cxn>
                <a:cxn ang="T14">
                  <a:pos x="T8" y="T9"/>
                </a:cxn>
              </a:cxnLst>
              <a:rect l="T15" t="T16" r="T17" b="T18"/>
              <a:pathLst>
                <a:path w="33" h="66">
                  <a:moveTo>
                    <a:pt x="0" y="0"/>
                  </a:moveTo>
                  <a:lnTo>
                    <a:pt x="11" y="66"/>
                  </a:lnTo>
                  <a:lnTo>
                    <a:pt x="33" y="0"/>
                  </a:lnTo>
                  <a:lnTo>
                    <a:pt x="11" y="0"/>
                  </a:lnTo>
                  <a:lnTo>
                    <a:pt x="0" y="0"/>
                  </a:lnTo>
                  <a:close/>
                </a:path>
              </a:pathLst>
            </a:custGeom>
            <a:grpFill/>
            <a:ln w="0">
              <a:solidFill>
                <a:srgbClr val="000000"/>
              </a:solidFill>
              <a:round/>
              <a:headEnd/>
              <a:tailEnd/>
            </a:ln>
          </p:spPr>
          <p:txBody>
            <a:bodyPr/>
            <a:lstStyle/>
            <a:p>
              <a:endParaRPr lang="en-US"/>
            </a:p>
          </p:txBody>
        </p:sp>
        <p:sp>
          <p:nvSpPr>
            <p:cNvPr id="46" name="Line 42"/>
            <p:cNvSpPr>
              <a:spLocks noChangeShapeType="1"/>
            </p:cNvSpPr>
            <p:nvPr/>
          </p:nvSpPr>
          <p:spPr bwMode="auto">
            <a:xfrm flipV="1">
              <a:off x="5608638" y="2698750"/>
              <a:ext cx="1587" cy="157163"/>
            </a:xfrm>
            <a:prstGeom prst="line">
              <a:avLst/>
            </a:prstGeom>
            <a:grpFill/>
            <a:ln w="17463">
              <a:solidFill>
                <a:srgbClr val="000000"/>
              </a:solidFill>
              <a:round/>
              <a:headEnd/>
              <a:tailEnd/>
            </a:ln>
          </p:spPr>
          <p:txBody>
            <a:bodyPr/>
            <a:lstStyle/>
            <a:p>
              <a:endParaRPr lang="en-US"/>
            </a:p>
          </p:txBody>
        </p:sp>
        <p:sp>
          <p:nvSpPr>
            <p:cNvPr id="47" name="Freeform 43"/>
            <p:cNvSpPr>
              <a:spLocks/>
            </p:cNvSpPr>
            <p:nvPr/>
          </p:nvSpPr>
          <p:spPr bwMode="auto">
            <a:xfrm>
              <a:off x="3789363" y="3590925"/>
              <a:ext cx="104775" cy="34925"/>
            </a:xfrm>
            <a:custGeom>
              <a:avLst/>
              <a:gdLst>
                <a:gd name="T0" fmla="*/ 0 w 6"/>
                <a:gd name="T1" fmla="*/ 34925 h 2"/>
                <a:gd name="T2" fmla="*/ 104775 w 6"/>
                <a:gd name="T3" fmla="*/ 17463 h 2"/>
                <a:gd name="T4" fmla="*/ 0 w 6"/>
                <a:gd name="T5" fmla="*/ 0 h 2"/>
                <a:gd name="T6" fmla="*/ 0 w 6"/>
                <a:gd name="T7" fmla="*/ 17463 h 2"/>
                <a:gd name="T8" fmla="*/ 0 w 6"/>
                <a:gd name="T9" fmla="*/ 34925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grpFill/>
            <a:ln w="17526">
              <a:solidFill>
                <a:schemeClr val="tx1"/>
              </a:solidFill>
              <a:round/>
              <a:headEnd/>
              <a:tailEnd/>
            </a:ln>
          </p:spPr>
          <p:txBody>
            <a:bodyPr/>
            <a:lstStyle/>
            <a:p>
              <a:endParaRPr lang="en-US"/>
            </a:p>
          </p:txBody>
        </p:sp>
        <p:sp>
          <p:nvSpPr>
            <p:cNvPr id="48" name="Freeform 44"/>
            <p:cNvSpPr>
              <a:spLocks/>
            </p:cNvSpPr>
            <p:nvPr/>
          </p:nvSpPr>
          <p:spPr bwMode="auto">
            <a:xfrm>
              <a:off x="3789363" y="3590925"/>
              <a:ext cx="104775" cy="34925"/>
            </a:xfrm>
            <a:custGeom>
              <a:avLst/>
              <a:gdLst>
                <a:gd name="T0" fmla="*/ 0 w 66"/>
                <a:gd name="T1" fmla="*/ 34925 h 22"/>
                <a:gd name="T2" fmla="*/ 104775 w 66"/>
                <a:gd name="T3" fmla="*/ 17463 h 22"/>
                <a:gd name="T4" fmla="*/ 0 w 66"/>
                <a:gd name="T5" fmla="*/ 0 h 22"/>
                <a:gd name="T6" fmla="*/ 0 w 66"/>
                <a:gd name="T7" fmla="*/ 17463 h 22"/>
                <a:gd name="T8" fmla="*/ 0 w 66"/>
                <a:gd name="T9" fmla="*/ 34925 h 22"/>
                <a:gd name="T10" fmla="*/ 0 60000 65536"/>
                <a:gd name="T11" fmla="*/ 0 60000 65536"/>
                <a:gd name="T12" fmla="*/ 0 60000 65536"/>
                <a:gd name="T13" fmla="*/ 0 60000 65536"/>
                <a:gd name="T14" fmla="*/ 0 60000 65536"/>
                <a:gd name="T15" fmla="*/ 0 w 66"/>
                <a:gd name="T16" fmla="*/ 0 h 22"/>
                <a:gd name="T17" fmla="*/ 66 w 66"/>
                <a:gd name="T18" fmla="*/ 22 h 22"/>
              </a:gdLst>
              <a:ahLst/>
              <a:cxnLst>
                <a:cxn ang="T10">
                  <a:pos x="T0" y="T1"/>
                </a:cxn>
                <a:cxn ang="T11">
                  <a:pos x="T2" y="T3"/>
                </a:cxn>
                <a:cxn ang="T12">
                  <a:pos x="T4" y="T5"/>
                </a:cxn>
                <a:cxn ang="T13">
                  <a:pos x="T6" y="T7"/>
                </a:cxn>
                <a:cxn ang="T14">
                  <a:pos x="T8" y="T9"/>
                </a:cxn>
              </a:cxnLst>
              <a:rect l="T15" t="T16" r="T17" b="T18"/>
              <a:pathLst>
                <a:path w="66" h="22">
                  <a:moveTo>
                    <a:pt x="0" y="22"/>
                  </a:moveTo>
                  <a:lnTo>
                    <a:pt x="66" y="11"/>
                  </a:lnTo>
                  <a:lnTo>
                    <a:pt x="0" y="0"/>
                  </a:lnTo>
                  <a:lnTo>
                    <a:pt x="0" y="11"/>
                  </a:lnTo>
                  <a:lnTo>
                    <a:pt x="0" y="22"/>
                  </a:lnTo>
                  <a:close/>
                </a:path>
              </a:pathLst>
            </a:custGeom>
            <a:grpFill/>
            <a:ln w="0">
              <a:solidFill>
                <a:schemeClr val="tx1"/>
              </a:solidFill>
              <a:round/>
              <a:headEnd/>
              <a:tailEnd/>
            </a:ln>
          </p:spPr>
          <p:txBody>
            <a:bodyPr/>
            <a:lstStyle/>
            <a:p>
              <a:endParaRPr lang="en-US"/>
            </a:p>
          </p:txBody>
        </p:sp>
        <p:sp>
          <p:nvSpPr>
            <p:cNvPr id="49" name="Freeform 45"/>
            <p:cNvSpPr>
              <a:spLocks/>
            </p:cNvSpPr>
            <p:nvPr/>
          </p:nvSpPr>
          <p:spPr bwMode="auto">
            <a:xfrm>
              <a:off x="3578225" y="2312988"/>
              <a:ext cx="193675" cy="1295400"/>
            </a:xfrm>
            <a:custGeom>
              <a:avLst/>
              <a:gdLst>
                <a:gd name="T0" fmla="*/ 193675 w 11"/>
                <a:gd name="T1" fmla="*/ 1295400 h 74"/>
                <a:gd name="T2" fmla="*/ 0 w 11"/>
                <a:gd name="T3" fmla="*/ 1295400 h 74"/>
                <a:gd name="T4" fmla="*/ 0 w 11"/>
                <a:gd name="T5" fmla="*/ 0 h 74"/>
                <a:gd name="T6" fmla="*/ 0 60000 65536"/>
                <a:gd name="T7" fmla="*/ 0 60000 65536"/>
                <a:gd name="T8" fmla="*/ 0 60000 65536"/>
                <a:gd name="T9" fmla="*/ 0 w 11"/>
                <a:gd name="T10" fmla="*/ 0 h 74"/>
                <a:gd name="T11" fmla="*/ 11 w 11"/>
                <a:gd name="T12" fmla="*/ 74 h 74"/>
              </a:gdLst>
              <a:ahLst/>
              <a:cxnLst>
                <a:cxn ang="T6">
                  <a:pos x="T0" y="T1"/>
                </a:cxn>
                <a:cxn ang="T7">
                  <a:pos x="T2" y="T3"/>
                </a:cxn>
                <a:cxn ang="T8">
                  <a:pos x="T4" y="T5"/>
                </a:cxn>
              </a:cxnLst>
              <a:rect l="T9" t="T10" r="T11" b="T12"/>
              <a:pathLst>
                <a:path w="11" h="74">
                  <a:moveTo>
                    <a:pt x="11" y="74"/>
                  </a:moveTo>
                  <a:lnTo>
                    <a:pt x="0" y="74"/>
                  </a:lnTo>
                  <a:lnTo>
                    <a:pt x="0" y="0"/>
                  </a:lnTo>
                </a:path>
              </a:pathLst>
            </a:custGeom>
            <a:grpFill/>
            <a:ln w="17526">
              <a:solidFill>
                <a:schemeClr val="tx1"/>
              </a:solidFill>
              <a:round/>
              <a:headEnd/>
              <a:tailEnd/>
            </a:ln>
          </p:spPr>
          <p:txBody>
            <a:bodyPr/>
            <a:lstStyle/>
            <a:p>
              <a:endParaRPr lang="en-US"/>
            </a:p>
          </p:txBody>
        </p:sp>
        <p:sp>
          <p:nvSpPr>
            <p:cNvPr id="50" name="Freeform 46"/>
            <p:cNvSpPr>
              <a:spLocks/>
            </p:cNvSpPr>
            <p:nvPr/>
          </p:nvSpPr>
          <p:spPr bwMode="auto">
            <a:xfrm>
              <a:off x="5259388" y="3590925"/>
              <a:ext cx="104775" cy="34925"/>
            </a:xfrm>
            <a:custGeom>
              <a:avLst/>
              <a:gdLst>
                <a:gd name="T0" fmla="*/ 0 w 6"/>
                <a:gd name="T1" fmla="*/ 34925 h 2"/>
                <a:gd name="T2" fmla="*/ 104775 w 6"/>
                <a:gd name="T3" fmla="*/ 17463 h 2"/>
                <a:gd name="T4" fmla="*/ 0 w 6"/>
                <a:gd name="T5" fmla="*/ 0 h 2"/>
                <a:gd name="T6" fmla="*/ 0 w 6"/>
                <a:gd name="T7" fmla="*/ 17463 h 2"/>
                <a:gd name="T8" fmla="*/ 0 w 6"/>
                <a:gd name="T9" fmla="*/ 34925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grpFill/>
            <a:ln w="17526">
              <a:solidFill>
                <a:schemeClr val="tx1"/>
              </a:solidFill>
              <a:round/>
              <a:headEnd/>
              <a:tailEnd/>
            </a:ln>
          </p:spPr>
          <p:txBody>
            <a:bodyPr/>
            <a:lstStyle/>
            <a:p>
              <a:endParaRPr lang="en-US"/>
            </a:p>
          </p:txBody>
        </p:sp>
        <p:sp>
          <p:nvSpPr>
            <p:cNvPr id="51" name="Freeform 47"/>
            <p:cNvSpPr>
              <a:spLocks/>
            </p:cNvSpPr>
            <p:nvPr/>
          </p:nvSpPr>
          <p:spPr bwMode="auto">
            <a:xfrm>
              <a:off x="5259388" y="3551238"/>
              <a:ext cx="104775" cy="74612"/>
            </a:xfrm>
            <a:custGeom>
              <a:avLst/>
              <a:gdLst>
                <a:gd name="T0" fmla="*/ 0 w 66"/>
                <a:gd name="T1" fmla="*/ 74612 h 22"/>
                <a:gd name="T2" fmla="*/ 104775 w 66"/>
                <a:gd name="T3" fmla="*/ 37306 h 22"/>
                <a:gd name="T4" fmla="*/ 0 w 66"/>
                <a:gd name="T5" fmla="*/ 0 h 22"/>
                <a:gd name="T6" fmla="*/ 0 w 66"/>
                <a:gd name="T7" fmla="*/ 37306 h 22"/>
                <a:gd name="T8" fmla="*/ 0 w 66"/>
                <a:gd name="T9" fmla="*/ 74612 h 22"/>
                <a:gd name="T10" fmla="*/ 0 60000 65536"/>
                <a:gd name="T11" fmla="*/ 0 60000 65536"/>
                <a:gd name="T12" fmla="*/ 0 60000 65536"/>
                <a:gd name="T13" fmla="*/ 0 60000 65536"/>
                <a:gd name="T14" fmla="*/ 0 60000 65536"/>
                <a:gd name="T15" fmla="*/ 0 w 66"/>
                <a:gd name="T16" fmla="*/ 0 h 22"/>
                <a:gd name="T17" fmla="*/ 66 w 66"/>
                <a:gd name="T18" fmla="*/ 22 h 22"/>
              </a:gdLst>
              <a:ahLst/>
              <a:cxnLst>
                <a:cxn ang="T10">
                  <a:pos x="T0" y="T1"/>
                </a:cxn>
                <a:cxn ang="T11">
                  <a:pos x="T2" y="T3"/>
                </a:cxn>
                <a:cxn ang="T12">
                  <a:pos x="T4" y="T5"/>
                </a:cxn>
                <a:cxn ang="T13">
                  <a:pos x="T6" y="T7"/>
                </a:cxn>
                <a:cxn ang="T14">
                  <a:pos x="T8" y="T9"/>
                </a:cxn>
              </a:cxnLst>
              <a:rect l="T15" t="T16" r="T17" b="T18"/>
              <a:pathLst>
                <a:path w="66" h="22">
                  <a:moveTo>
                    <a:pt x="0" y="22"/>
                  </a:moveTo>
                  <a:lnTo>
                    <a:pt x="66" y="11"/>
                  </a:lnTo>
                  <a:lnTo>
                    <a:pt x="0" y="0"/>
                  </a:lnTo>
                  <a:lnTo>
                    <a:pt x="0" y="11"/>
                  </a:lnTo>
                  <a:lnTo>
                    <a:pt x="0" y="22"/>
                  </a:lnTo>
                  <a:close/>
                </a:path>
              </a:pathLst>
            </a:custGeom>
            <a:grpFill/>
            <a:ln w="0">
              <a:solidFill>
                <a:schemeClr val="tx1"/>
              </a:solidFill>
              <a:round/>
              <a:headEnd/>
              <a:tailEnd/>
            </a:ln>
          </p:spPr>
          <p:txBody>
            <a:bodyPr/>
            <a:lstStyle/>
            <a:p>
              <a:endParaRPr lang="en-US"/>
            </a:p>
          </p:txBody>
        </p:sp>
        <p:sp>
          <p:nvSpPr>
            <p:cNvPr id="52" name="Freeform 48"/>
            <p:cNvSpPr>
              <a:spLocks/>
            </p:cNvSpPr>
            <p:nvPr/>
          </p:nvSpPr>
          <p:spPr bwMode="auto">
            <a:xfrm>
              <a:off x="5048250" y="2592388"/>
              <a:ext cx="193675" cy="1016000"/>
            </a:xfrm>
            <a:custGeom>
              <a:avLst/>
              <a:gdLst>
                <a:gd name="T0" fmla="*/ 193675 w 11"/>
                <a:gd name="T1" fmla="*/ 1016000 h 58"/>
                <a:gd name="T2" fmla="*/ 0 w 11"/>
                <a:gd name="T3" fmla="*/ 1016000 h 58"/>
                <a:gd name="T4" fmla="*/ 0 w 11"/>
                <a:gd name="T5" fmla="*/ 0 h 58"/>
                <a:gd name="T6" fmla="*/ 0 60000 65536"/>
                <a:gd name="T7" fmla="*/ 0 60000 65536"/>
                <a:gd name="T8" fmla="*/ 0 60000 65536"/>
                <a:gd name="T9" fmla="*/ 0 w 11"/>
                <a:gd name="T10" fmla="*/ 0 h 58"/>
                <a:gd name="T11" fmla="*/ 11 w 11"/>
                <a:gd name="T12" fmla="*/ 58 h 58"/>
              </a:gdLst>
              <a:ahLst/>
              <a:cxnLst>
                <a:cxn ang="T6">
                  <a:pos x="T0" y="T1"/>
                </a:cxn>
                <a:cxn ang="T7">
                  <a:pos x="T2" y="T3"/>
                </a:cxn>
                <a:cxn ang="T8">
                  <a:pos x="T4" y="T5"/>
                </a:cxn>
              </a:cxnLst>
              <a:rect l="T9" t="T10" r="T11" b="T12"/>
              <a:pathLst>
                <a:path w="11" h="58">
                  <a:moveTo>
                    <a:pt x="11" y="58"/>
                  </a:moveTo>
                  <a:lnTo>
                    <a:pt x="0" y="58"/>
                  </a:lnTo>
                  <a:lnTo>
                    <a:pt x="0" y="0"/>
                  </a:lnTo>
                </a:path>
              </a:pathLst>
            </a:custGeom>
            <a:grpFill/>
            <a:ln w="17526">
              <a:solidFill>
                <a:schemeClr val="tx1"/>
              </a:solidFill>
              <a:round/>
              <a:headEnd/>
              <a:tailEnd/>
            </a:ln>
          </p:spPr>
          <p:txBody>
            <a:bodyPr/>
            <a:lstStyle/>
            <a:p>
              <a:endParaRPr lang="en-US"/>
            </a:p>
          </p:txBody>
        </p:sp>
        <p:sp>
          <p:nvSpPr>
            <p:cNvPr id="53" name="Freeform 49"/>
            <p:cNvSpPr>
              <a:spLocks/>
            </p:cNvSpPr>
            <p:nvPr/>
          </p:nvSpPr>
          <p:spPr bwMode="auto">
            <a:xfrm>
              <a:off x="2300288" y="3590925"/>
              <a:ext cx="106362" cy="34925"/>
            </a:xfrm>
            <a:custGeom>
              <a:avLst/>
              <a:gdLst>
                <a:gd name="T0" fmla="*/ 0 w 6"/>
                <a:gd name="T1" fmla="*/ 34925 h 2"/>
                <a:gd name="T2" fmla="*/ 106362 w 6"/>
                <a:gd name="T3" fmla="*/ 17463 h 2"/>
                <a:gd name="T4" fmla="*/ 0 w 6"/>
                <a:gd name="T5" fmla="*/ 0 h 2"/>
                <a:gd name="T6" fmla="*/ 0 w 6"/>
                <a:gd name="T7" fmla="*/ 17463 h 2"/>
                <a:gd name="T8" fmla="*/ 0 w 6"/>
                <a:gd name="T9" fmla="*/ 34925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grpFill/>
            <a:ln w="17526">
              <a:solidFill>
                <a:schemeClr val="tx1"/>
              </a:solidFill>
              <a:round/>
              <a:headEnd/>
              <a:tailEnd/>
            </a:ln>
          </p:spPr>
          <p:txBody>
            <a:bodyPr/>
            <a:lstStyle/>
            <a:p>
              <a:endParaRPr lang="en-US"/>
            </a:p>
          </p:txBody>
        </p:sp>
        <p:sp>
          <p:nvSpPr>
            <p:cNvPr id="54" name="Freeform 50"/>
            <p:cNvSpPr>
              <a:spLocks/>
            </p:cNvSpPr>
            <p:nvPr/>
          </p:nvSpPr>
          <p:spPr bwMode="auto">
            <a:xfrm>
              <a:off x="2300288" y="3590925"/>
              <a:ext cx="106362" cy="34925"/>
            </a:xfrm>
            <a:custGeom>
              <a:avLst/>
              <a:gdLst>
                <a:gd name="T0" fmla="*/ 0 w 67"/>
                <a:gd name="T1" fmla="*/ 34925 h 22"/>
                <a:gd name="T2" fmla="*/ 106362 w 67"/>
                <a:gd name="T3" fmla="*/ 17463 h 22"/>
                <a:gd name="T4" fmla="*/ 0 w 67"/>
                <a:gd name="T5" fmla="*/ 0 h 22"/>
                <a:gd name="T6" fmla="*/ 0 w 67"/>
                <a:gd name="T7" fmla="*/ 17463 h 22"/>
                <a:gd name="T8" fmla="*/ 0 w 67"/>
                <a:gd name="T9" fmla="*/ 34925 h 22"/>
                <a:gd name="T10" fmla="*/ 0 60000 65536"/>
                <a:gd name="T11" fmla="*/ 0 60000 65536"/>
                <a:gd name="T12" fmla="*/ 0 60000 65536"/>
                <a:gd name="T13" fmla="*/ 0 60000 65536"/>
                <a:gd name="T14" fmla="*/ 0 60000 65536"/>
                <a:gd name="T15" fmla="*/ 0 w 67"/>
                <a:gd name="T16" fmla="*/ 0 h 22"/>
                <a:gd name="T17" fmla="*/ 67 w 67"/>
                <a:gd name="T18" fmla="*/ 22 h 22"/>
              </a:gdLst>
              <a:ahLst/>
              <a:cxnLst>
                <a:cxn ang="T10">
                  <a:pos x="T0" y="T1"/>
                </a:cxn>
                <a:cxn ang="T11">
                  <a:pos x="T2" y="T3"/>
                </a:cxn>
                <a:cxn ang="T12">
                  <a:pos x="T4" y="T5"/>
                </a:cxn>
                <a:cxn ang="T13">
                  <a:pos x="T6" y="T7"/>
                </a:cxn>
                <a:cxn ang="T14">
                  <a:pos x="T8" y="T9"/>
                </a:cxn>
              </a:cxnLst>
              <a:rect l="T15" t="T16" r="T17" b="T18"/>
              <a:pathLst>
                <a:path w="67" h="22">
                  <a:moveTo>
                    <a:pt x="0" y="22"/>
                  </a:moveTo>
                  <a:lnTo>
                    <a:pt x="67" y="11"/>
                  </a:lnTo>
                  <a:lnTo>
                    <a:pt x="0" y="0"/>
                  </a:lnTo>
                  <a:lnTo>
                    <a:pt x="0" y="11"/>
                  </a:lnTo>
                  <a:lnTo>
                    <a:pt x="0" y="22"/>
                  </a:lnTo>
                  <a:close/>
                </a:path>
              </a:pathLst>
            </a:custGeom>
            <a:grpFill/>
            <a:ln w="0">
              <a:solidFill>
                <a:schemeClr val="tx1"/>
              </a:solidFill>
              <a:round/>
              <a:headEnd/>
              <a:tailEnd/>
            </a:ln>
          </p:spPr>
          <p:txBody>
            <a:bodyPr/>
            <a:lstStyle/>
            <a:p>
              <a:endParaRPr lang="en-US"/>
            </a:p>
          </p:txBody>
        </p:sp>
        <p:sp>
          <p:nvSpPr>
            <p:cNvPr id="55" name="Freeform 51"/>
            <p:cNvSpPr>
              <a:spLocks/>
            </p:cNvSpPr>
            <p:nvPr/>
          </p:nvSpPr>
          <p:spPr bwMode="auto">
            <a:xfrm>
              <a:off x="2090738" y="2592388"/>
              <a:ext cx="209550" cy="1016000"/>
            </a:xfrm>
            <a:custGeom>
              <a:avLst/>
              <a:gdLst>
                <a:gd name="T0" fmla="*/ 209550 w 12"/>
                <a:gd name="T1" fmla="*/ 1016000 h 58"/>
                <a:gd name="T2" fmla="*/ 0 w 12"/>
                <a:gd name="T3" fmla="*/ 1016000 h 58"/>
                <a:gd name="T4" fmla="*/ 0 w 12"/>
                <a:gd name="T5" fmla="*/ 0 h 58"/>
                <a:gd name="T6" fmla="*/ 0 60000 65536"/>
                <a:gd name="T7" fmla="*/ 0 60000 65536"/>
                <a:gd name="T8" fmla="*/ 0 60000 65536"/>
                <a:gd name="T9" fmla="*/ 0 w 12"/>
                <a:gd name="T10" fmla="*/ 0 h 58"/>
                <a:gd name="T11" fmla="*/ 12 w 12"/>
                <a:gd name="T12" fmla="*/ 58 h 58"/>
              </a:gdLst>
              <a:ahLst/>
              <a:cxnLst>
                <a:cxn ang="T6">
                  <a:pos x="T0" y="T1"/>
                </a:cxn>
                <a:cxn ang="T7">
                  <a:pos x="T2" y="T3"/>
                </a:cxn>
                <a:cxn ang="T8">
                  <a:pos x="T4" y="T5"/>
                </a:cxn>
              </a:cxnLst>
              <a:rect l="T9" t="T10" r="T11" b="T12"/>
              <a:pathLst>
                <a:path w="12" h="58">
                  <a:moveTo>
                    <a:pt x="12" y="58"/>
                  </a:moveTo>
                  <a:lnTo>
                    <a:pt x="0" y="58"/>
                  </a:lnTo>
                  <a:lnTo>
                    <a:pt x="0" y="0"/>
                  </a:lnTo>
                </a:path>
              </a:pathLst>
            </a:custGeom>
            <a:grpFill/>
            <a:ln w="17526">
              <a:solidFill>
                <a:schemeClr val="tx1"/>
              </a:solidFill>
              <a:round/>
              <a:headEnd/>
              <a:tailEnd/>
            </a:ln>
          </p:spPr>
          <p:txBody>
            <a:bodyPr/>
            <a:lstStyle/>
            <a:p>
              <a:endParaRPr lang="en-US"/>
            </a:p>
          </p:txBody>
        </p:sp>
        <p:sp>
          <p:nvSpPr>
            <p:cNvPr id="56" name="Line 52"/>
            <p:cNvSpPr>
              <a:spLocks noChangeShapeType="1"/>
            </p:cNvSpPr>
            <p:nvPr/>
          </p:nvSpPr>
          <p:spPr bwMode="auto">
            <a:xfrm flipV="1">
              <a:off x="2895600" y="3100388"/>
              <a:ext cx="1588" cy="333375"/>
            </a:xfrm>
            <a:prstGeom prst="line">
              <a:avLst/>
            </a:prstGeom>
            <a:grpFill/>
            <a:ln w="17463">
              <a:solidFill>
                <a:srgbClr val="000000"/>
              </a:solidFill>
              <a:round/>
              <a:headEnd/>
              <a:tailEnd/>
            </a:ln>
          </p:spPr>
          <p:txBody>
            <a:bodyPr/>
            <a:lstStyle/>
            <a:p>
              <a:endParaRPr lang="en-US"/>
            </a:p>
          </p:txBody>
        </p:sp>
        <p:sp>
          <p:nvSpPr>
            <p:cNvPr id="57" name="Line 53"/>
            <p:cNvSpPr>
              <a:spLocks noChangeShapeType="1"/>
            </p:cNvSpPr>
            <p:nvPr/>
          </p:nvSpPr>
          <p:spPr bwMode="auto">
            <a:xfrm flipH="1">
              <a:off x="2441575" y="3433763"/>
              <a:ext cx="909638" cy="1587"/>
            </a:xfrm>
            <a:prstGeom prst="line">
              <a:avLst/>
            </a:prstGeom>
            <a:grpFill/>
            <a:ln w="17463">
              <a:solidFill>
                <a:srgbClr val="000000"/>
              </a:solidFill>
              <a:round/>
              <a:headEnd/>
              <a:tailEnd/>
            </a:ln>
          </p:spPr>
          <p:txBody>
            <a:bodyPr/>
            <a:lstStyle/>
            <a:p>
              <a:endParaRPr lang="en-US"/>
            </a:p>
          </p:txBody>
        </p:sp>
        <p:sp>
          <p:nvSpPr>
            <p:cNvPr id="58" name="Rectangle 54"/>
            <p:cNvSpPr>
              <a:spLocks noChangeArrowheads="1"/>
            </p:cNvSpPr>
            <p:nvPr/>
          </p:nvSpPr>
          <p:spPr bwMode="auto">
            <a:xfrm>
              <a:off x="2441575" y="3100388"/>
              <a:ext cx="909638" cy="1014412"/>
            </a:xfrm>
            <a:prstGeom prst="rect">
              <a:avLst/>
            </a:prstGeom>
            <a:grpFill/>
            <a:ln w="17463">
              <a:solidFill>
                <a:srgbClr val="000000"/>
              </a:solidFill>
              <a:miter lim="800000"/>
              <a:headEnd/>
              <a:tailEnd/>
            </a:ln>
          </p:spPr>
          <p:txBody>
            <a:bodyPr/>
            <a:lstStyle/>
            <a:p>
              <a:endParaRPr lang="en-US">
                <a:latin typeface="Corbel" pitchFamily="34" charset="0"/>
              </a:endParaRPr>
            </a:p>
          </p:txBody>
        </p:sp>
        <p:sp>
          <p:nvSpPr>
            <p:cNvPr id="59" name="Rectangle 55"/>
            <p:cNvSpPr>
              <a:spLocks noChangeArrowheads="1"/>
            </p:cNvSpPr>
            <p:nvPr/>
          </p:nvSpPr>
          <p:spPr bwMode="auto">
            <a:xfrm>
              <a:off x="2965450" y="3170238"/>
              <a:ext cx="312738"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DBR</a:t>
              </a:r>
              <a:endParaRPr lang="en-CA" sz="2400">
                <a:latin typeface="Corbel" pitchFamily="34" charset="0"/>
              </a:endParaRPr>
            </a:p>
          </p:txBody>
        </p:sp>
        <p:sp>
          <p:nvSpPr>
            <p:cNvPr id="60" name="Rectangle 56"/>
            <p:cNvSpPr>
              <a:spLocks noChangeArrowheads="1"/>
            </p:cNvSpPr>
            <p:nvPr/>
          </p:nvSpPr>
          <p:spPr bwMode="auto">
            <a:xfrm>
              <a:off x="2493963" y="3170238"/>
              <a:ext cx="312737"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ABR</a:t>
              </a:r>
              <a:endParaRPr lang="en-CA" sz="2400">
                <a:latin typeface="Corbel" pitchFamily="34" charset="0"/>
              </a:endParaRPr>
            </a:p>
          </p:txBody>
        </p:sp>
        <p:sp>
          <p:nvSpPr>
            <p:cNvPr id="61" name="Line 57"/>
            <p:cNvSpPr>
              <a:spLocks noChangeShapeType="1"/>
            </p:cNvSpPr>
            <p:nvPr/>
          </p:nvSpPr>
          <p:spPr bwMode="auto">
            <a:xfrm flipV="1">
              <a:off x="4365625" y="3100388"/>
              <a:ext cx="1588" cy="333375"/>
            </a:xfrm>
            <a:prstGeom prst="line">
              <a:avLst/>
            </a:prstGeom>
            <a:grpFill/>
            <a:ln w="17463">
              <a:solidFill>
                <a:srgbClr val="000000"/>
              </a:solidFill>
              <a:round/>
              <a:headEnd/>
              <a:tailEnd/>
            </a:ln>
          </p:spPr>
          <p:txBody>
            <a:bodyPr/>
            <a:lstStyle/>
            <a:p>
              <a:endParaRPr lang="en-US"/>
            </a:p>
          </p:txBody>
        </p:sp>
        <p:sp>
          <p:nvSpPr>
            <p:cNvPr id="62" name="Line 58"/>
            <p:cNvSpPr>
              <a:spLocks noChangeShapeType="1"/>
            </p:cNvSpPr>
            <p:nvPr/>
          </p:nvSpPr>
          <p:spPr bwMode="auto">
            <a:xfrm flipH="1">
              <a:off x="3911600" y="3433763"/>
              <a:ext cx="909638" cy="1587"/>
            </a:xfrm>
            <a:prstGeom prst="line">
              <a:avLst/>
            </a:prstGeom>
            <a:grpFill/>
            <a:ln w="17463">
              <a:solidFill>
                <a:srgbClr val="000000"/>
              </a:solidFill>
              <a:round/>
              <a:headEnd/>
              <a:tailEnd/>
            </a:ln>
          </p:spPr>
          <p:txBody>
            <a:bodyPr/>
            <a:lstStyle/>
            <a:p>
              <a:endParaRPr lang="en-US"/>
            </a:p>
          </p:txBody>
        </p:sp>
        <p:sp>
          <p:nvSpPr>
            <p:cNvPr id="63" name="Rectangle 59"/>
            <p:cNvSpPr>
              <a:spLocks noChangeArrowheads="1"/>
            </p:cNvSpPr>
            <p:nvPr/>
          </p:nvSpPr>
          <p:spPr bwMode="auto">
            <a:xfrm>
              <a:off x="3911600" y="3100388"/>
              <a:ext cx="909638" cy="1014412"/>
            </a:xfrm>
            <a:prstGeom prst="rect">
              <a:avLst/>
            </a:prstGeom>
            <a:grpFill/>
            <a:ln w="17463">
              <a:solidFill>
                <a:srgbClr val="000000"/>
              </a:solidFill>
              <a:miter lim="800000"/>
              <a:headEnd/>
              <a:tailEnd/>
            </a:ln>
          </p:spPr>
          <p:txBody>
            <a:bodyPr/>
            <a:lstStyle/>
            <a:p>
              <a:endParaRPr lang="en-US">
                <a:latin typeface="Corbel" pitchFamily="34" charset="0"/>
              </a:endParaRPr>
            </a:p>
          </p:txBody>
        </p:sp>
        <p:sp>
          <p:nvSpPr>
            <p:cNvPr id="64" name="Rectangle 60"/>
            <p:cNvSpPr>
              <a:spLocks noChangeArrowheads="1"/>
            </p:cNvSpPr>
            <p:nvPr/>
          </p:nvSpPr>
          <p:spPr bwMode="auto">
            <a:xfrm>
              <a:off x="4437063" y="3170238"/>
              <a:ext cx="312737"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DBR</a:t>
              </a:r>
              <a:endParaRPr lang="en-CA" sz="2400">
                <a:latin typeface="Corbel" pitchFamily="34" charset="0"/>
              </a:endParaRPr>
            </a:p>
          </p:txBody>
        </p:sp>
        <p:sp>
          <p:nvSpPr>
            <p:cNvPr id="65" name="Rectangle 61"/>
            <p:cNvSpPr>
              <a:spLocks noChangeArrowheads="1"/>
            </p:cNvSpPr>
            <p:nvPr/>
          </p:nvSpPr>
          <p:spPr bwMode="auto">
            <a:xfrm>
              <a:off x="3981450" y="3170238"/>
              <a:ext cx="312738"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ABR</a:t>
              </a:r>
              <a:endParaRPr lang="en-CA" sz="2400">
                <a:latin typeface="Corbel" pitchFamily="34" charset="0"/>
              </a:endParaRPr>
            </a:p>
          </p:txBody>
        </p:sp>
        <p:sp>
          <p:nvSpPr>
            <p:cNvPr id="66" name="Rectangle 62"/>
            <p:cNvSpPr>
              <a:spLocks noChangeArrowheads="1"/>
            </p:cNvSpPr>
            <p:nvPr/>
          </p:nvSpPr>
          <p:spPr bwMode="auto">
            <a:xfrm>
              <a:off x="5451475" y="3170238"/>
              <a:ext cx="312738"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ABR</a:t>
              </a:r>
              <a:endParaRPr lang="en-CA" sz="2400">
                <a:latin typeface="Corbel" pitchFamily="34" charset="0"/>
              </a:endParaRPr>
            </a:p>
          </p:txBody>
        </p:sp>
        <p:sp>
          <p:nvSpPr>
            <p:cNvPr id="67" name="Rectangle 63"/>
            <p:cNvSpPr>
              <a:spLocks noChangeArrowheads="1"/>
            </p:cNvSpPr>
            <p:nvPr/>
          </p:nvSpPr>
          <p:spPr bwMode="auto">
            <a:xfrm>
              <a:off x="5907088" y="3170238"/>
              <a:ext cx="312737"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DBR</a:t>
              </a:r>
              <a:endParaRPr lang="en-CA" sz="2400">
                <a:latin typeface="Corbel" pitchFamily="34" charset="0"/>
              </a:endParaRPr>
            </a:p>
          </p:txBody>
        </p:sp>
        <p:sp>
          <p:nvSpPr>
            <p:cNvPr id="68" name="Rectangle 64"/>
            <p:cNvSpPr>
              <a:spLocks noChangeArrowheads="1"/>
            </p:cNvSpPr>
            <p:nvPr/>
          </p:nvSpPr>
          <p:spPr bwMode="auto">
            <a:xfrm>
              <a:off x="5381625" y="3100388"/>
              <a:ext cx="909638" cy="1014412"/>
            </a:xfrm>
            <a:prstGeom prst="rect">
              <a:avLst/>
            </a:prstGeom>
            <a:grpFill/>
            <a:ln w="17463">
              <a:solidFill>
                <a:srgbClr val="000000"/>
              </a:solidFill>
              <a:miter lim="800000"/>
              <a:headEnd/>
              <a:tailEnd/>
            </a:ln>
          </p:spPr>
          <p:txBody>
            <a:bodyPr/>
            <a:lstStyle/>
            <a:p>
              <a:endParaRPr lang="en-US">
                <a:latin typeface="Corbel" pitchFamily="34" charset="0"/>
              </a:endParaRPr>
            </a:p>
          </p:txBody>
        </p:sp>
        <p:sp>
          <p:nvSpPr>
            <p:cNvPr id="69" name="Line 65"/>
            <p:cNvSpPr>
              <a:spLocks noChangeShapeType="1"/>
            </p:cNvSpPr>
            <p:nvPr/>
          </p:nvSpPr>
          <p:spPr bwMode="auto">
            <a:xfrm flipH="1">
              <a:off x="5381625" y="3433763"/>
              <a:ext cx="909638" cy="1587"/>
            </a:xfrm>
            <a:prstGeom prst="line">
              <a:avLst/>
            </a:prstGeom>
            <a:grpFill/>
            <a:ln w="17463">
              <a:solidFill>
                <a:srgbClr val="000000"/>
              </a:solidFill>
              <a:round/>
              <a:headEnd/>
              <a:tailEnd/>
            </a:ln>
          </p:spPr>
          <p:txBody>
            <a:bodyPr/>
            <a:lstStyle/>
            <a:p>
              <a:endParaRPr lang="en-US"/>
            </a:p>
          </p:txBody>
        </p:sp>
        <p:sp>
          <p:nvSpPr>
            <p:cNvPr id="70" name="Line 66"/>
            <p:cNvSpPr>
              <a:spLocks noChangeShapeType="1"/>
            </p:cNvSpPr>
            <p:nvPr/>
          </p:nvSpPr>
          <p:spPr bwMode="auto">
            <a:xfrm flipV="1">
              <a:off x="5837238" y="3100388"/>
              <a:ext cx="1587" cy="333375"/>
            </a:xfrm>
            <a:prstGeom prst="line">
              <a:avLst/>
            </a:prstGeom>
            <a:grpFill/>
            <a:ln w="17463">
              <a:solidFill>
                <a:srgbClr val="000000"/>
              </a:solidFill>
              <a:round/>
              <a:headEnd/>
              <a:tailEnd/>
            </a:ln>
          </p:spPr>
          <p:txBody>
            <a:bodyPr/>
            <a:lstStyle/>
            <a:p>
              <a:endParaRPr lang="en-US"/>
            </a:p>
          </p:txBody>
        </p:sp>
        <p:sp>
          <p:nvSpPr>
            <p:cNvPr id="71" name="Rectangle 67"/>
            <p:cNvSpPr>
              <a:spLocks noChangeArrowheads="1"/>
            </p:cNvSpPr>
            <p:nvPr/>
          </p:nvSpPr>
          <p:spPr bwMode="auto">
            <a:xfrm>
              <a:off x="2843213" y="3765550"/>
              <a:ext cx="76200" cy="182563"/>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0</a:t>
              </a:r>
              <a:endParaRPr lang="en-CA" sz="2400">
                <a:latin typeface="Corbel" pitchFamily="34" charset="0"/>
              </a:endParaRPr>
            </a:p>
          </p:txBody>
        </p:sp>
        <p:sp>
          <p:nvSpPr>
            <p:cNvPr id="72" name="Freeform 68"/>
            <p:cNvSpPr>
              <a:spLocks/>
            </p:cNvSpPr>
            <p:nvPr/>
          </p:nvSpPr>
          <p:spPr bwMode="auto">
            <a:xfrm>
              <a:off x="3141663" y="2190750"/>
              <a:ext cx="822325" cy="122238"/>
            </a:xfrm>
            <a:custGeom>
              <a:avLst/>
              <a:gdLst>
                <a:gd name="T0" fmla="*/ 822325 w 47"/>
                <a:gd name="T1" fmla="*/ 0 h 7"/>
                <a:gd name="T2" fmla="*/ 822325 w 47"/>
                <a:gd name="T3" fmla="*/ 122238 h 7"/>
                <a:gd name="T4" fmla="*/ 717347 w 47"/>
                <a:gd name="T5" fmla="*/ 122238 h 7"/>
                <a:gd name="T6" fmla="*/ 104978 w 47"/>
                <a:gd name="T7" fmla="*/ 122238 h 7"/>
                <a:gd name="T8" fmla="*/ 0 w 47"/>
                <a:gd name="T9" fmla="*/ 122238 h 7"/>
                <a:gd name="T10" fmla="*/ 0 w 47"/>
                <a:gd name="T11" fmla="*/ 0 h 7"/>
                <a:gd name="T12" fmla="*/ 0 60000 65536"/>
                <a:gd name="T13" fmla="*/ 0 60000 65536"/>
                <a:gd name="T14" fmla="*/ 0 60000 65536"/>
                <a:gd name="T15" fmla="*/ 0 60000 65536"/>
                <a:gd name="T16" fmla="*/ 0 60000 65536"/>
                <a:gd name="T17" fmla="*/ 0 60000 65536"/>
                <a:gd name="T18" fmla="*/ 0 w 47"/>
                <a:gd name="T19" fmla="*/ 0 h 7"/>
                <a:gd name="T20" fmla="*/ 47 w 47"/>
                <a:gd name="T21" fmla="*/ 7 h 7"/>
              </a:gdLst>
              <a:ahLst/>
              <a:cxnLst>
                <a:cxn ang="T12">
                  <a:pos x="T0" y="T1"/>
                </a:cxn>
                <a:cxn ang="T13">
                  <a:pos x="T2" y="T3"/>
                </a:cxn>
                <a:cxn ang="T14">
                  <a:pos x="T4" y="T5"/>
                </a:cxn>
                <a:cxn ang="T15">
                  <a:pos x="T6" y="T7"/>
                </a:cxn>
                <a:cxn ang="T16">
                  <a:pos x="T8" y="T9"/>
                </a:cxn>
                <a:cxn ang="T17">
                  <a:pos x="T10" y="T11"/>
                </a:cxn>
              </a:cxnLst>
              <a:rect l="T18" t="T19" r="T20" b="T21"/>
              <a:pathLst>
                <a:path w="47" h="7">
                  <a:moveTo>
                    <a:pt x="47" y="0"/>
                  </a:moveTo>
                  <a:lnTo>
                    <a:pt x="47" y="7"/>
                  </a:lnTo>
                  <a:lnTo>
                    <a:pt x="41" y="7"/>
                  </a:lnTo>
                  <a:lnTo>
                    <a:pt x="6" y="7"/>
                  </a:lnTo>
                  <a:lnTo>
                    <a:pt x="0" y="7"/>
                  </a:lnTo>
                  <a:lnTo>
                    <a:pt x="0" y="0"/>
                  </a:lnTo>
                </a:path>
              </a:pathLst>
            </a:custGeom>
            <a:grpFill/>
            <a:ln w="17526">
              <a:solidFill>
                <a:schemeClr val="tx1"/>
              </a:solidFill>
              <a:round/>
              <a:headEnd/>
              <a:tailEnd/>
            </a:ln>
          </p:spPr>
          <p:txBody>
            <a:bodyPr/>
            <a:lstStyle/>
            <a:p>
              <a:endParaRPr lang="en-US"/>
            </a:p>
          </p:txBody>
        </p:sp>
        <p:sp>
          <p:nvSpPr>
            <p:cNvPr id="73" name="Freeform 69"/>
            <p:cNvSpPr>
              <a:spLocks/>
            </p:cNvSpPr>
            <p:nvPr/>
          </p:nvSpPr>
          <p:spPr bwMode="auto">
            <a:xfrm>
              <a:off x="4086225" y="2190750"/>
              <a:ext cx="1487488" cy="122238"/>
            </a:xfrm>
            <a:custGeom>
              <a:avLst/>
              <a:gdLst>
                <a:gd name="T0" fmla="*/ 1487488 w 85"/>
                <a:gd name="T1" fmla="*/ 0 h 7"/>
                <a:gd name="T2" fmla="*/ 1487488 w 85"/>
                <a:gd name="T3" fmla="*/ 122238 h 7"/>
                <a:gd name="T4" fmla="*/ 1364989 w 85"/>
                <a:gd name="T5" fmla="*/ 122238 h 7"/>
                <a:gd name="T6" fmla="*/ 104999 w 85"/>
                <a:gd name="T7" fmla="*/ 122238 h 7"/>
                <a:gd name="T8" fmla="*/ 0 w 85"/>
                <a:gd name="T9" fmla="*/ 122238 h 7"/>
                <a:gd name="T10" fmla="*/ 0 w 85"/>
                <a:gd name="T11" fmla="*/ 0 h 7"/>
                <a:gd name="T12" fmla="*/ 0 60000 65536"/>
                <a:gd name="T13" fmla="*/ 0 60000 65536"/>
                <a:gd name="T14" fmla="*/ 0 60000 65536"/>
                <a:gd name="T15" fmla="*/ 0 60000 65536"/>
                <a:gd name="T16" fmla="*/ 0 60000 65536"/>
                <a:gd name="T17" fmla="*/ 0 60000 65536"/>
                <a:gd name="T18" fmla="*/ 0 w 85"/>
                <a:gd name="T19" fmla="*/ 0 h 7"/>
                <a:gd name="T20" fmla="*/ 85 w 85"/>
                <a:gd name="T21" fmla="*/ 7 h 7"/>
              </a:gdLst>
              <a:ahLst/>
              <a:cxnLst>
                <a:cxn ang="T12">
                  <a:pos x="T0" y="T1"/>
                </a:cxn>
                <a:cxn ang="T13">
                  <a:pos x="T2" y="T3"/>
                </a:cxn>
                <a:cxn ang="T14">
                  <a:pos x="T4" y="T5"/>
                </a:cxn>
                <a:cxn ang="T15">
                  <a:pos x="T6" y="T7"/>
                </a:cxn>
                <a:cxn ang="T16">
                  <a:pos x="T8" y="T9"/>
                </a:cxn>
                <a:cxn ang="T17">
                  <a:pos x="T10" y="T11"/>
                </a:cxn>
              </a:cxnLst>
              <a:rect l="T18" t="T19" r="T20" b="T21"/>
              <a:pathLst>
                <a:path w="85" h="7">
                  <a:moveTo>
                    <a:pt x="85" y="0"/>
                  </a:moveTo>
                  <a:lnTo>
                    <a:pt x="85" y="7"/>
                  </a:lnTo>
                  <a:lnTo>
                    <a:pt x="78" y="7"/>
                  </a:lnTo>
                  <a:lnTo>
                    <a:pt x="6" y="7"/>
                  </a:lnTo>
                  <a:lnTo>
                    <a:pt x="0" y="7"/>
                  </a:lnTo>
                  <a:lnTo>
                    <a:pt x="0" y="0"/>
                  </a:lnTo>
                </a:path>
              </a:pathLst>
            </a:custGeom>
            <a:grpFill/>
            <a:ln w="17463">
              <a:solidFill>
                <a:srgbClr val="000000"/>
              </a:solidFill>
              <a:round/>
              <a:headEnd/>
              <a:tailEnd/>
            </a:ln>
          </p:spPr>
          <p:txBody>
            <a:bodyPr/>
            <a:lstStyle/>
            <a:p>
              <a:endParaRPr lang="en-US"/>
            </a:p>
          </p:txBody>
        </p:sp>
        <p:sp>
          <p:nvSpPr>
            <p:cNvPr id="74" name="Freeform 70"/>
            <p:cNvSpPr>
              <a:spLocks/>
            </p:cNvSpPr>
            <p:nvPr/>
          </p:nvSpPr>
          <p:spPr bwMode="auto">
            <a:xfrm>
              <a:off x="2441575" y="2995613"/>
              <a:ext cx="454025" cy="52387"/>
            </a:xfrm>
            <a:custGeom>
              <a:avLst/>
              <a:gdLst>
                <a:gd name="T0" fmla="*/ 454025 w 26"/>
                <a:gd name="T1" fmla="*/ 52387 h 3"/>
                <a:gd name="T2" fmla="*/ 454025 w 26"/>
                <a:gd name="T3" fmla="*/ 0 h 3"/>
                <a:gd name="T4" fmla="*/ 331788 w 26"/>
                <a:gd name="T5" fmla="*/ 0 h 3"/>
                <a:gd name="T6" fmla="*/ 104775 w 26"/>
                <a:gd name="T7" fmla="*/ 0 h 3"/>
                <a:gd name="T8" fmla="*/ 0 w 26"/>
                <a:gd name="T9" fmla="*/ 0 h 3"/>
                <a:gd name="T10" fmla="*/ 0 w 26"/>
                <a:gd name="T11" fmla="*/ 52387 h 3"/>
                <a:gd name="T12" fmla="*/ 0 60000 65536"/>
                <a:gd name="T13" fmla="*/ 0 60000 65536"/>
                <a:gd name="T14" fmla="*/ 0 60000 65536"/>
                <a:gd name="T15" fmla="*/ 0 60000 65536"/>
                <a:gd name="T16" fmla="*/ 0 60000 65536"/>
                <a:gd name="T17" fmla="*/ 0 60000 65536"/>
                <a:gd name="T18" fmla="*/ 0 w 26"/>
                <a:gd name="T19" fmla="*/ 0 h 3"/>
                <a:gd name="T20" fmla="*/ 26 w 26"/>
                <a:gd name="T21" fmla="*/ 3 h 3"/>
              </a:gdLst>
              <a:ahLst/>
              <a:cxnLst>
                <a:cxn ang="T12">
                  <a:pos x="T0" y="T1"/>
                </a:cxn>
                <a:cxn ang="T13">
                  <a:pos x="T2" y="T3"/>
                </a:cxn>
                <a:cxn ang="T14">
                  <a:pos x="T4" y="T5"/>
                </a:cxn>
                <a:cxn ang="T15">
                  <a:pos x="T6" y="T7"/>
                </a:cxn>
                <a:cxn ang="T16">
                  <a:pos x="T8" y="T9"/>
                </a:cxn>
                <a:cxn ang="T17">
                  <a:pos x="T10" y="T11"/>
                </a:cxn>
              </a:cxnLst>
              <a:rect l="T18" t="T19" r="T20" b="T21"/>
              <a:pathLst>
                <a:path w="26" h="3">
                  <a:moveTo>
                    <a:pt x="26" y="3"/>
                  </a:moveTo>
                  <a:lnTo>
                    <a:pt x="26" y="0"/>
                  </a:lnTo>
                  <a:lnTo>
                    <a:pt x="19" y="0"/>
                  </a:lnTo>
                  <a:lnTo>
                    <a:pt x="6" y="0"/>
                  </a:lnTo>
                  <a:lnTo>
                    <a:pt x="0" y="0"/>
                  </a:lnTo>
                  <a:lnTo>
                    <a:pt x="0" y="3"/>
                  </a:lnTo>
                </a:path>
              </a:pathLst>
            </a:custGeom>
            <a:grpFill/>
            <a:ln w="17463">
              <a:solidFill>
                <a:srgbClr val="000000"/>
              </a:solidFill>
              <a:round/>
              <a:headEnd/>
              <a:tailEnd/>
            </a:ln>
          </p:spPr>
          <p:txBody>
            <a:bodyPr/>
            <a:lstStyle/>
            <a:p>
              <a:endParaRPr lang="en-US"/>
            </a:p>
          </p:txBody>
        </p:sp>
        <p:sp>
          <p:nvSpPr>
            <p:cNvPr id="75" name="Freeform 71"/>
            <p:cNvSpPr>
              <a:spLocks/>
            </p:cNvSpPr>
            <p:nvPr/>
          </p:nvSpPr>
          <p:spPr bwMode="auto">
            <a:xfrm>
              <a:off x="3911600" y="2995613"/>
              <a:ext cx="454025" cy="52387"/>
            </a:xfrm>
            <a:custGeom>
              <a:avLst/>
              <a:gdLst>
                <a:gd name="T0" fmla="*/ 454025 w 26"/>
                <a:gd name="T1" fmla="*/ 52387 h 3"/>
                <a:gd name="T2" fmla="*/ 454025 w 26"/>
                <a:gd name="T3" fmla="*/ 0 h 3"/>
                <a:gd name="T4" fmla="*/ 349250 w 26"/>
                <a:gd name="T5" fmla="*/ 0 h 3"/>
                <a:gd name="T6" fmla="*/ 122237 w 26"/>
                <a:gd name="T7" fmla="*/ 0 h 3"/>
                <a:gd name="T8" fmla="*/ 0 w 26"/>
                <a:gd name="T9" fmla="*/ 0 h 3"/>
                <a:gd name="T10" fmla="*/ 0 w 26"/>
                <a:gd name="T11" fmla="*/ 52387 h 3"/>
                <a:gd name="T12" fmla="*/ 0 60000 65536"/>
                <a:gd name="T13" fmla="*/ 0 60000 65536"/>
                <a:gd name="T14" fmla="*/ 0 60000 65536"/>
                <a:gd name="T15" fmla="*/ 0 60000 65536"/>
                <a:gd name="T16" fmla="*/ 0 60000 65536"/>
                <a:gd name="T17" fmla="*/ 0 60000 65536"/>
                <a:gd name="T18" fmla="*/ 0 w 26"/>
                <a:gd name="T19" fmla="*/ 0 h 3"/>
                <a:gd name="T20" fmla="*/ 26 w 26"/>
                <a:gd name="T21" fmla="*/ 3 h 3"/>
              </a:gdLst>
              <a:ahLst/>
              <a:cxnLst>
                <a:cxn ang="T12">
                  <a:pos x="T0" y="T1"/>
                </a:cxn>
                <a:cxn ang="T13">
                  <a:pos x="T2" y="T3"/>
                </a:cxn>
                <a:cxn ang="T14">
                  <a:pos x="T4" y="T5"/>
                </a:cxn>
                <a:cxn ang="T15">
                  <a:pos x="T6" y="T7"/>
                </a:cxn>
                <a:cxn ang="T16">
                  <a:pos x="T8" y="T9"/>
                </a:cxn>
                <a:cxn ang="T17">
                  <a:pos x="T10" y="T11"/>
                </a:cxn>
              </a:cxnLst>
              <a:rect l="T18" t="T19" r="T20" b="T21"/>
              <a:pathLst>
                <a:path w="26" h="3">
                  <a:moveTo>
                    <a:pt x="26" y="3"/>
                  </a:moveTo>
                  <a:lnTo>
                    <a:pt x="26" y="0"/>
                  </a:lnTo>
                  <a:lnTo>
                    <a:pt x="20" y="0"/>
                  </a:lnTo>
                  <a:lnTo>
                    <a:pt x="7" y="0"/>
                  </a:lnTo>
                  <a:lnTo>
                    <a:pt x="0" y="0"/>
                  </a:lnTo>
                  <a:lnTo>
                    <a:pt x="0" y="3"/>
                  </a:lnTo>
                </a:path>
              </a:pathLst>
            </a:custGeom>
            <a:grpFill/>
            <a:ln w="17463">
              <a:solidFill>
                <a:srgbClr val="000000"/>
              </a:solidFill>
              <a:round/>
              <a:headEnd/>
              <a:tailEnd/>
            </a:ln>
          </p:spPr>
          <p:txBody>
            <a:bodyPr/>
            <a:lstStyle/>
            <a:p>
              <a:endParaRPr lang="en-US"/>
            </a:p>
          </p:txBody>
        </p:sp>
        <p:sp>
          <p:nvSpPr>
            <p:cNvPr id="76" name="Freeform 72"/>
            <p:cNvSpPr>
              <a:spLocks/>
            </p:cNvSpPr>
            <p:nvPr/>
          </p:nvSpPr>
          <p:spPr bwMode="auto">
            <a:xfrm>
              <a:off x="5381625" y="2995613"/>
              <a:ext cx="455613" cy="52387"/>
            </a:xfrm>
            <a:custGeom>
              <a:avLst/>
              <a:gdLst>
                <a:gd name="T0" fmla="*/ 455613 w 26"/>
                <a:gd name="T1" fmla="*/ 52387 h 3"/>
                <a:gd name="T2" fmla="*/ 455613 w 26"/>
                <a:gd name="T3" fmla="*/ 0 h 3"/>
                <a:gd name="T4" fmla="*/ 350472 w 26"/>
                <a:gd name="T5" fmla="*/ 0 h 3"/>
                <a:gd name="T6" fmla="*/ 122665 w 26"/>
                <a:gd name="T7" fmla="*/ 0 h 3"/>
                <a:gd name="T8" fmla="*/ 0 w 26"/>
                <a:gd name="T9" fmla="*/ 0 h 3"/>
                <a:gd name="T10" fmla="*/ 0 w 26"/>
                <a:gd name="T11" fmla="*/ 52387 h 3"/>
                <a:gd name="T12" fmla="*/ 0 60000 65536"/>
                <a:gd name="T13" fmla="*/ 0 60000 65536"/>
                <a:gd name="T14" fmla="*/ 0 60000 65536"/>
                <a:gd name="T15" fmla="*/ 0 60000 65536"/>
                <a:gd name="T16" fmla="*/ 0 60000 65536"/>
                <a:gd name="T17" fmla="*/ 0 60000 65536"/>
                <a:gd name="T18" fmla="*/ 0 w 26"/>
                <a:gd name="T19" fmla="*/ 0 h 3"/>
                <a:gd name="T20" fmla="*/ 26 w 26"/>
                <a:gd name="T21" fmla="*/ 3 h 3"/>
              </a:gdLst>
              <a:ahLst/>
              <a:cxnLst>
                <a:cxn ang="T12">
                  <a:pos x="T0" y="T1"/>
                </a:cxn>
                <a:cxn ang="T13">
                  <a:pos x="T2" y="T3"/>
                </a:cxn>
                <a:cxn ang="T14">
                  <a:pos x="T4" y="T5"/>
                </a:cxn>
                <a:cxn ang="T15">
                  <a:pos x="T6" y="T7"/>
                </a:cxn>
                <a:cxn ang="T16">
                  <a:pos x="T8" y="T9"/>
                </a:cxn>
                <a:cxn ang="T17">
                  <a:pos x="T10" y="T11"/>
                </a:cxn>
              </a:cxnLst>
              <a:rect l="T18" t="T19" r="T20" b="T21"/>
              <a:pathLst>
                <a:path w="26" h="3">
                  <a:moveTo>
                    <a:pt x="26" y="3"/>
                  </a:moveTo>
                  <a:lnTo>
                    <a:pt x="26" y="0"/>
                  </a:lnTo>
                  <a:lnTo>
                    <a:pt x="20" y="0"/>
                  </a:lnTo>
                  <a:lnTo>
                    <a:pt x="7" y="0"/>
                  </a:lnTo>
                  <a:lnTo>
                    <a:pt x="0" y="0"/>
                  </a:lnTo>
                  <a:lnTo>
                    <a:pt x="0" y="3"/>
                  </a:lnTo>
                </a:path>
              </a:pathLst>
            </a:custGeom>
            <a:grpFill/>
            <a:ln w="17463">
              <a:solidFill>
                <a:srgbClr val="000000"/>
              </a:solidFill>
              <a:round/>
              <a:headEnd/>
              <a:tailEnd/>
            </a:ln>
          </p:spPr>
          <p:txBody>
            <a:bodyPr/>
            <a:lstStyle/>
            <a:p>
              <a:endParaRPr lang="en-US"/>
            </a:p>
          </p:txBody>
        </p:sp>
        <p:sp>
          <p:nvSpPr>
            <p:cNvPr id="77" name="Rectangle 73"/>
            <p:cNvSpPr>
              <a:spLocks noChangeArrowheads="1"/>
            </p:cNvSpPr>
            <p:nvPr/>
          </p:nvSpPr>
          <p:spPr bwMode="auto">
            <a:xfrm>
              <a:off x="5695950" y="3748088"/>
              <a:ext cx="76200" cy="182562"/>
            </a:xfrm>
            <a:prstGeom prst="rect">
              <a:avLst/>
            </a:prstGeom>
            <a:grpFill/>
            <a:ln w="9525">
              <a:noFill/>
              <a:miter lim="800000"/>
              <a:headEnd/>
              <a:tailEnd/>
            </a:ln>
          </p:spPr>
          <p:txBody>
            <a:bodyPr wrap="none" lIns="0" tIns="0" rIns="0" bIns="0">
              <a:spAutoFit/>
            </a:bodyPr>
            <a:lstStyle/>
            <a:p>
              <a:r>
                <a:rPr lang="en-CA" sz="1200" i="1">
                  <a:solidFill>
                    <a:srgbClr val="000000"/>
                  </a:solidFill>
                  <a:latin typeface="Nimbus Roman No9 L" charset="0"/>
                </a:rPr>
                <a:t>n</a:t>
              </a:r>
              <a:endParaRPr lang="en-CA" sz="2400">
                <a:latin typeface="Corbel" pitchFamily="34" charset="0"/>
              </a:endParaRPr>
            </a:p>
          </p:txBody>
        </p:sp>
        <p:sp>
          <p:nvSpPr>
            <p:cNvPr id="78" name="Rectangle 74"/>
            <p:cNvSpPr>
              <a:spLocks noChangeArrowheads="1"/>
            </p:cNvSpPr>
            <p:nvPr/>
          </p:nvSpPr>
          <p:spPr bwMode="auto">
            <a:xfrm>
              <a:off x="5924550" y="3748088"/>
              <a:ext cx="76200"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1</a:t>
              </a:r>
              <a:endParaRPr lang="en-CA" sz="2400">
                <a:latin typeface="Corbel" pitchFamily="34" charset="0"/>
              </a:endParaRPr>
            </a:p>
          </p:txBody>
        </p:sp>
        <p:sp>
          <p:nvSpPr>
            <p:cNvPr id="79" name="Rectangle 75"/>
            <p:cNvSpPr>
              <a:spLocks noChangeArrowheads="1"/>
            </p:cNvSpPr>
            <p:nvPr/>
          </p:nvSpPr>
          <p:spPr bwMode="auto">
            <a:xfrm>
              <a:off x="5802313" y="3748088"/>
              <a:ext cx="50800" cy="182562"/>
            </a:xfrm>
            <a:prstGeom prst="rect">
              <a:avLst/>
            </a:prstGeom>
            <a:grpFill/>
            <a:ln w="9525">
              <a:noFill/>
              <a:miter lim="800000"/>
              <a:headEnd/>
              <a:tailEnd/>
            </a:ln>
          </p:spPr>
          <p:txBody>
            <a:bodyPr wrap="none" lIns="0" tIns="0" rIns="0" bIns="0">
              <a:spAutoFit/>
            </a:bodyPr>
            <a:lstStyle/>
            <a:p>
              <a:r>
                <a:rPr lang="en-CA" sz="1200">
                  <a:solidFill>
                    <a:srgbClr val="000000"/>
                  </a:solidFill>
                  <a:latin typeface="Nimbus Roman No9 L" charset="0"/>
                </a:rPr>
                <a:t>-</a:t>
              </a:r>
              <a:endParaRPr lang="en-CA" sz="2400">
                <a:latin typeface="Corbel" pitchFamily="34" charset="0"/>
              </a:endParaRPr>
            </a:p>
          </p:txBody>
        </p:sp>
        <p:sp>
          <p:nvSpPr>
            <p:cNvPr id="80" name="Line 76"/>
            <p:cNvSpPr>
              <a:spLocks noChangeShapeType="1"/>
            </p:cNvSpPr>
            <p:nvPr/>
          </p:nvSpPr>
          <p:spPr bwMode="auto">
            <a:xfrm flipV="1">
              <a:off x="4821238" y="2312988"/>
              <a:ext cx="1587" cy="385762"/>
            </a:xfrm>
            <a:prstGeom prst="line">
              <a:avLst/>
            </a:prstGeom>
            <a:grpFill/>
            <a:ln w="17463">
              <a:solidFill>
                <a:srgbClr val="000000"/>
              </a:solidFill>
              <a:round/>
              <a:headEnd/>
              <a:tailEnd/>
            </a:ln>
          </p:spPr>
          <p:txBody>
            <a:bodyPr/>
            <a:lstStyle/>
            <a:p>
              <a:endParaRPr lang="en-US"/>
            </a:p>
          </p:txBody>
        </p:sp>
        <p:sp>
          <p:nvSpPr>
            <p:cNvPr id="81" name="Freeform 77"/>
            <p:cNvSpPr>
              <a:spLocks/>
            </p:cNvSpPr>
            <p:nvPr/>
          </p:nvSpPr>
          <p:spPr bwMode="auto">
            <a:xfrm>
              <a:off x="3543300" y="2260600"/>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grpFill/>
            <a:ln w="0">
              <a:solidFill>
                <a:srgbClr val="00FFFF"/>
              </a:solidFill>
              <a:round/>
              <a:headEnd/>
              <a:tailEnd/>
            </a:ln>
          </p:spPr>
          <p:txBody>
            <a:bodyPr/>
            <a:lstStyle/>
            <a:p>
              <a:endParaRPr lang="en-US"/>
            </a:p>
          </p:txBody>
        </p:sp>
        <p:sp>
          <p:nvSpPr>
            <p:cNvPr id="82" name="Freeform 78"/>
            <p:cNvSpPr>
              <a:spLocks/>
            </p:cNvSpPr>
            <p:nvPr/>
          </p:nvSpPr>
          <p:spPr bwMode="auto">
            <a:xfrm>
              <a:off x="3543300" y="2278063"/>
              <a:ext cx="52388" cy="52387"/>
            </a:xfrm>
            <a:custGeom>
              <a:avLst/>
              <a:gdLst>
                <a:gd name="T0" fmla="*/ 34925 w 3"/>
                <a:gd name="T1" fmla="*/ 0 h 3"/>
                <a:gd name="T2" fmla="*/ 17463 w 3"/>
                <a:gd name="T3" fmla="*/ 17462 h 3"/>
                <a:gd name="T4" fmla="*/ 0 w 3"/>
                <a:gd name="T5" fmla="*/ 34925 h 3"/>
                <a:gd name="T6" fmla="*/ 17463 w 3"/>
                <a:gd name="T7" fmla="*/ 52387 h 3"/>
                <a:gd name="T8" fmla="*/ 34925 w 3"/>
                <a:gd name="T9" fmla="*/ 52387 h 3"/>
                <a:gd name="T10" fmla="*/ 52388 w 3"/>
                <a:gd name="T11" fmla="*/ 52387 h 3"/>
                <a:gd name="T12" fmla="*/ 52388 w 3"/>
                <a:gd name="T13" fmla="*/ 34925 h 3"/>
                <a:gd name="T14" fmla="*/ 52388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grpFill/>
            <a:ln w="17526">
              <a:solidFill>
                <a:schemeClr val="tx1"/>
              </a:solidFill>
              <a:round/>
              <a:headEnd/>
              <a:tailEnd/>
            </a:ln>
          </p:spPr>
          <p:txBody>
            <a:bodyPr/>
            <a:lstStyle/>
            <a:p>
              <a:endParaRPr lang="en-US"/>
            </a:p>
          </p:txBody>
        </p:sp>
        <p:sp>
          <p:nvSpPr>
            <p:cNvPr id="83" name="Freeform 79"/>
            <p:cNvSpPr>
              <a:spLocks/>
            </p:cNvSpPr>
            <p:nvPr/>
          </p:nvSpPr>
          <p:spPr bwMode="auto">
            <a:xfrm>
              <a:off x="4103688" y="2663825"/>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grpFill/>
            <a:ln w="0">
              <a:solidFill>
                <a:srgbClr val="000000"/>
              </a:solidFill>
              <a:round/>
              <a:headEnd/>
              <a:tailEnd/>
            </a:ln>
          </p:spPr>
          <p:txBody>
            <a:bodyPr/>
            <a:lstStyle/>
            <a:p>
              <a:endParaRPr lang="en-US"/>
            </a:p>
          </p:txBody>
        </p:sp>
        <p:sp>
          <p:nvSpPr>
            <p:cNvPr id="84" name="Freeform 80"/>
            <p:cNvSpPr>
              <a:spLocks/>
            </p:cNvSpPr>
            <p:nvPr/>
          </p:nvSpPr>
          <p:spPr bwMode="auto">
            <a:xfrm>
              <a:off x="4103688" y="2663825"/>
              <a:ext cx="52387" cy="52388"/>
            </a:xfrm>
            <a:custGeom>
              <a:avLst/>
              <a:gdLst>
                <a:gd name="T0" fmla="*/ 34925 w 3"/>
                <a:gd name="T1" fmla="*/ 0 h 3"/>
                <a:gd name="T2" fmla="*/ 17462 w 3"/>
                <a:gd name="T3" fmla="*/ 17463 h 3"/>
                <a:gd name="T4" fmla="*/ 0 w 3"/>
                <a:gd name="T5" fmla="*/ 34925 h 3"/>
                <a:gd name="T6" fmla="*/ 17462 w 3"/>
                <a:gd name="T7" fmla="*/ 52388 h 3"/>
                <a:gd name="T8" fmla="*/ 34925 w 3"/>
                <a:gd name="T9" fmla="*/ 52388 h 3"/>
                <a:gd name="T10" fmla="*/ 52387 w 3"/>
                <a:gd name="T11" fmla="*/ 52388 h 3"/>
                <a:gd name="T12" fmla="*/ 52387 w 3"/>
                <a:gd name="T13" fmla="*/ 34925 h 3"/>
                <a:gd name="T14" fmla="*/ 52387 w 3"/>
                <a:gd name="T15" fmla="*/ 17463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grpFill/>
            <a:ln w="17463">
              <a:solidFill>
                <a:srgbClr val="000000"/>
              </a:solidFill>
              <a:round/>
              <a:headEnd/>
              <a:tailEnd/>
            </a:ln>
          </p:spPr>
          <p:txBody>
            <a:bodyPr/>
            <a:lstStyle/>
            <a:p>
              <a:endParaRPr lang="en-US"/>
            </a:p>
          </p:txBody>
        </p:sp>
        <p:sp>
          <p:nvSpPr>
            <p:cNvPr id="85" name="Freeform 81"/>
            <p:cNvSpPr>
              <a:spLocks/>
            </p:cNvSpPr>
            <p:nvPr/>
          </p:nvSpPr>
          <p:spPr bwMode="auto">
            <a:xfrm>
              <a:off x="4786313" y="2663825"/>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grpFill/>
            <a:ln w="0">
              <a:solidFill>
                <a:srgbClr val="000000"/>
              </a:solidFill>
              <a:round/>
              <a:headEnd/>
              <a:tailEnd/>
            </a:ln>
          </p:spPr>
          <p:txBody>
            <a:bodyPr/>
            <a:lstStyle/>
            <a:p>
              <a:endParaRPr lang="en-US"/>
            </a:p>
          </p:txBody>
        </p:sp>
        <p:sp>
          <p:nvSpPr>
            <p:cNvPr id="86" name="Freeform 82"/>
            <p:cNvSpPr>
              <a:spLocks/>
            </p:cNvSpPr>
            <p:nvPr/>
          </p:nvSpPr>
          <p:spPr bwMode="auto">
            <a:xfrm>
              <a:off x="4786313" y="2663825"/>
              <a:ext cx="52387" cy="52388"/>
            </a:xfrm>
            <a:custGeom>
              <a:avLst/>
              <a:gdLst>
                <a:gd name="T0" fmla="*/ 34925 w 3"/>
                <a:gd name="T1" fmla="*/ 0 h 3"/>
                <a:gd name="T2" fmla="*/ 17462 w 3"/>
                <a:gd name="T3" fmla="*/ 17463 h 3"/>
                <a:gd name="T4" fmla="*/ 0 w 3"/>
                <a:gd name="T5" fmla="*/ 34925 h 3"/>
                <a:gd name="T6" fmla="*/ 17462 w 3"/>
                <a:gd name="T7" fmla="*/ 52388 h 3"/>
                <a:gd name="T8" fmla="*/ 34925 w 3"/>
                <a:gd name="T9" fmla="*/ 52388 h 3"/>
                <a:gd name="T10" fmla="*/ 52387 w 3"/>
                <a:gd name="T11" fmla="*/ 52388 h 3"/>
                <a:gd name="T12" fmla="*/ 52387 w 3"/>
                <a:gd name="T13" fmla="*/ 34925 h 3"/>
                <a:gd name="T14" fmla="*/ 52387 w 3"/>
                <a:gd name="T15" fmla="*/ 17463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grpFill/>
            <a:ln w="17463">
              <a:solidFill>
                <a:srgbClr val="000000"/>
              </a:solidFill>
              <a:round/>
              <a:headEnd/>
              <a:tailEnd/>
            </a:ln>
          </p:spPr>
          <p:txBody>
            <a:bodyPr/>
            <a:lstStyle/>
            <a:p>
              <a:endParaRPr lang="en-US"/>
            </a:p>
          </p:txBody>
        </p:sp>
        <p:sp>
          <p:nvSpPr>
            <p:cNvPr id="87" name="Freeform 83"/>
            <p:cNvSpPr>
              <a:spLocks/>
            </p:cNvSpPr>
            <p:nvPr/>
          </p:nvSpPr>
          <p:spPr bwMode="auto">
            <a:xfrm>
              <a:off x="3543300" y="2557463"/>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grpFill/>
            <a:ln w="0">
              <a:solidFill>
                <a:srgbClr val="00FFFF"/>
              </a:solidFill>
              <a:round/>
              <a:headEnd/>
              <a:tailEnd/>
            </a:ln>
          </p:spPr>
          <p:txBody>
            <a:bodyPr/>
            <a:lstStyle/>
            <a:p>
              <a:endParaRPr lang="en-US"/>
            </a:p>
          </p:txBody>
        </p:sp>
        <p:sp>
          <p:nvSpPr>
            <p:cNvPr id="88" name="Freeform 84"/>
            <p:cNvSpPr>
              <a:spLocks/>
            </p:cNvSpPr>
            <p:nvPr/>
          </p:nvSpPr>
          <p:spPr bwMode="auto">
            <a:xfrm>
              <a:off x="3543300" y="2557463"/>
              <a:ext cx="52388" cy="52387"/>
            </a:xfrm>
            <a:custGeom>
              <a:avLst/>
              <a:gdLst>
                <a:gd name="T0" fmla="*/ 34925 w 3"/>
                <a:gd name="T1" fmla="*/ 0 h 3"/>
                <a:gd name="T2" fmla="*/ 17463 w 3"/>
                <a:gd name="T3" fmla="*/ 17462 h 3"/>
                <a:gd name="T4" fmla="*/ 0 w 3"/>
                <a:gd name="T5" fmla="*/ 34925 h 3"/>
                <a:gd name="T6" fmla="*/ 17463 w 3"/>
                <a:gd name="T7" fmla="*/ 52387 h 3"/>
                <a:gd name="T8" fmla="*/ 34925 w 3"/>
                <a:gd name="T9" fmla="*/ 52387 h 3"/>
                <a:gd name="T10" fmla="*/ 52388 w 3"/>
                <a:gd name="T11" fmla="*/ 52387 h 3"/>
                <a:gd name="T12" fmla="*/ 52388 w 3"/>
                <a:gd name="T13" fmla="*/ 34925 h 3"/>
                <a:gd name="T14" fmla="*/ 52388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grpFill/>
            <a:ln w="17526">
              <a:solidFill>
                <a:schemeClr val="tx1"/>
              </a:solidFill>
              <a:round/>
              <a:headEnd/>
              <a:tailEnd/>
            </a:ln>
          </p:spPr>
          <p:txBody>
            <a:bodyPr/>
            <a:lstStyle/>
            <a:p>
              <a:endParaRPr lang="en-US"/>
            </a:p>
          </p:txBody>
        </p:sp>
        <p:sp>
          <p:nvSpPr>
            <p:cNvPr id="89" name="Freeform 85"/>
            <p:cNvSpPr>
              <a:spLocks/>
            </p:cNvSpPr>
            <p:nvPr/>
          </p:nvSpPr>
          <p:spPr bwMode="auto">
            <a:xfrm>
              <a:off x="5030788" y="3870325"/>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grpFill/>
            <a:ln w="17463">
              <a:solidFill>
                <a:srgbClr val="000000"/>
              </a:solidFill>
              <a:round/>
              <a:headEnd/>
              <a:tailEnd/>
            </a:ln>
          </p:spPr>
          <p:txBody>
            <a:bodyPr/>
            <a:lstStyle/>
            <a:p>
              <a:endParaRPr lang="en-US"/>
            </a:p>
          </p:txBody>
        </p:sp>
        <p:sp>
          <p:nvSpPr>
            <p:cNvPr id="90" name="Freeform 86"/>
            <p:cNvSpPr>
              <a:spLocks/>
            </p:cNvSpPr>
            <p:nvPr/>
          </p:nvSpPr>
          <p:spPr bwMode="auto">
            <a:xfrm>
              <a:off x="5102225" y="3870325"/>
              <a:ext cx="17463" cy="17463"/>
            </a:xfrm>
            <a:custGeom>
              <a:avLst/>
              <a:gdLst>
                <a:gd name="T0" fmla="*/ 0 w 1"/>
                <a:gd name="T1" fmla="*/ 0 h 1"/>
                <a:gd name="T2" fmla="*/ 0 w 1"/>
                <a:gd name="T3" fmla="*/ 0 h 1"/>
                <a:gd name="T4" fmla="*/ 0 w 1"/>
                <a:gd name="T5" fmla="*/ 17463 h 1"/>
                <a:gd name="T6" fmla="*/ 17463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grpFill/>
            <a:ln w="17463">
              <a:solidFill>
                <a:srgbClr val="000000"/>
              </a:solidFill>
              <a:round/>
              <a:headEnd/>
              <a:tailEnd/>
            </a:ln>
          </p:spPr>
          <p:txBody>
            <a:bodyPr/>
            <a:lstStyle/>
            <a:p>
              <a:endParaRPr lang="en-US"/>
            </a:p>
          </p:txBody>
        </p:sp>
        <p:sp>
          <p:nvSpPr>
            <p:cNvPr id="91" name="Freeform 87"/>
            <p:cNvSpPr>
              <a:spLocks/>
            </p:cNvSpPr>
            <p:nvPr/>
          </p:nvSpPr>
          <p:spPr bwMode="auto">
            <a:xfrm>
              <a:off x="5172075" y="3870325"/>
              <a:ext cx="17463" cy="17463"/>
            </a:xfrm>
            <a:custGeom>
              <a:avLst/>
              <a:gdLst>
                <a:gd name="T0" fmla="*/ 0 w 1"/>
                <a:gd name="T1" fmla="*/ 0 h 1"/>
                <a:gd name="T2" fmla="*/ 0 w 1"/>
                <a:gd name="T3" fmla="*/ 0 h 1"/>
                <a:gd name="T4" fmla="*/ 0 w 1"/>
                <a:gd name="T5" fmla="*/ 17463 h 1"/>
                <a:gd name="T6" fmla="*/ 17463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grpFill/>
            <a:ln w="17463">
              <a:solidFill>
                <a:srgbClr val="000000"/>
              </a:solidFill>
              <a:round/>
              <a:headEnd/>
              <a:tailEnd/>
            </a:ln>
          </p:spPr>
          <p:txBody>
            <a:bodyPr/>
            <a:lstStyle/>
            <a:p>
              <a:endParaRPr lang="en-US"/>
            </a:p>
          </p:txBody>
        </p:sp>
        <p:sp>
          <p:nvSpPr>
            <p:cNvPr id="92" name="Freeform 88"/>
            <p:cNvSpPr>
              <a:spLocks/>
            </p:cNvSpPr>
            <p:nvPr/>
          </p:nvSpPr>
          <p:spPr bwMode="auto">
            <a:xfrm>
              <a:off x="3560763" y="3870325"/>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grpFill/>
            <a:ln w="17463">
              <a:solidFill>
                <a:srgbClr val="000000"/>
              </a:solidFill>
              <a:round/>
              <a:headEnd/>
              <a:tailEnd/>
            </a:ln>
          </p:spPr>
          <p:txBody>
            <a:bodyPr/>
            <a:lstStyle/>
            <a:p>
              <a:endParaRPr lang="en-US"/>
            </a:p>
          </p:txBody>
        </p:sp>
        <p:sp>
          <p:nvSpPr>
            <p:cNvPr id="93" name="Freeform 89"/>
            <p:cNvSpPr>
              <a:spLocks/>
            </p:cNvSpPr>
            <p:nvPr/>
          </p:nvSpPr>
          <p:spPr bwMode="auto">
            <a:xfrm>
              <a:off x="3630613" y="3870325"/>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grpFill/>
            <a:ln w="17463">
              <a:solidFill>
                <a:srgbClr val="000000"/>
              </a:solidFill>
              <a:round/>
              <a:headEnd/>
              <a:tailEnd/>
            </a:ln>
          </p:spPr>
          <p:txBody>
            <a:bodyPr/>
            <a:lstStyle/>
            <a:p>
              <a:endParaRPr lang="en-US"/>
            </a:p>
          </p:txBody>
        </p:sp>
        <p:sp>
          <p:nvSpPr>
            <p:cNvPr id="94" name="Freeform 90"/>
            <p:cNvSpPr>
              <a:spLocks/>
            </p:cNvSpPr>
            <p:nvPr/>
          </p:nvSpPr>
          <p:spPr bwMode="auto">
            <a:xfrm>
              <a:off x="3700463" y="3870325"/>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grpFill/>
            <a:ln w="17463">
              <a:solidFill>
                <a:srgbClr val="000000"/>
              </a:solidFill>
              <a:round/>
              <a:headEnd/>
              <a:tailEnd/>
            </a:ln>
          </p:spPr>
          <p:txBody>
            <a:bodyPr/>
            <a:lstStyle/>
            <a:p>
              <a:endParaRPr lang="en-US"/>
            </a:p>
          </p:txBody>
        </p:sp>
        <p:sp>
          <p:nvSpPr>
            <p:cNvPr id="95" name="Freeform 91"/>
            <p:cNvSpPr>
              <a:spLocks/>
            </p:cNvSpPr>
            <p:nvPr/>
          </p:nvSpPr>
          <p:spPr bwMode="auto">
            <a:xfrm>
              <a:off x="4786313" y="2278063"/>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grpFill/>
            <a:ln w="0">
              <a:solidFill>
                <a:srgbClr val="000000"/>
              </a:solidFill>
              <a:round/>
              <a:headEnd/>
              <a:tailEnd/>
            </a:ln>
          </p:spPr>
          <p:txBody>
            <a:bodyPr/>
            <a:lstStyle/>
            <a:p>
              <a:endParaRPr lang="en-US"/>
            </a:p>
          </p:txBody>
        </p:sp>
        <p:sp>
          <p:nvSpPr>
            <p:cNvPr id="96" name="Freeform 92"/>
            <p:cNvSpPr>
              <a:spLocks/>
            </p:cNvSpPr>
            <p:nvPr/>
          </p:nvSpPr>
          <p:spPr bwMode="auto">
            <a:xfrm>
              <a:off x="4786313" y="2278063"/>
              <a:ext cx="52387" cy="52387"/>
            </a:xfrm>
            <a:custGeom>
              <a:avLst/>
              <a:gdLst>
                <a:gd name="T0" fmla="*/ 34925 w 3"/>
                <a:gd name="T1" fmla="*/ 0 h 3"/>
                <a:gd name="T2" fmla="*/ 17462 w 3"/>
                <a:gd name="T3" fmla="*/ 17462 h 3"/>
                <a:gd name="T4" fmla="*/ 0 w 3"/>
                <a:gd name="T5" fmla="*/ 34925 h 3"/>
                <a:gd name="T6" fmla="*/ 17462 w 3"/>
                <a:gd name="T7" fmla="*/ 52387 h 3"/>
                <a:gd name="T8" fmla="*/ 34925 w 3"/>
                <a:gd name="T9" fmla="*/ 52387 h 3"/>
                <a:gd name="T10" fmla="*/ 52387 w 3"/>
                <a:gd name="T11" fmla="*/ 52387 h 3"/>
                <a:gd name="T12" fmla="*/ 52387 w 3"/>
                <a:gd name="T13" fmla="*/ 34925 h 3"/>
                <a:gd name="T14" fmla="*/ 52387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grpFill/>
            <a:ln w="17463">
              <a:solidFill>
                <a:srgbClr val="000000"/>
              </a:solidFill>
              <a:round/>
              <a:headEnd/>
              <a:tailEnd/>
            </a:ln>
          </p:spPr>
          <p:txBody>
            <a:bodyPr/>
            <a:lstStyle/>
            <a:p>
              <a:endParaRPr lang="en-US"/>
            </a:p>
          </p:txBody>
        </p:sp>
      </p:grpSp>
      <p:sp>
        <p:nvSpPr>
          <p:cNvPr id="97" name="Content Placeholder 2"/>
          <p:cNvSpPr txBox="1">
            <a:spLocks/>
          </p:cNvSpPr>
          <p:nvPr/>
        </p:nvSpPr>
        <p:spPr>
          <a:xfrm>
            <a:off x="448491" y="3714906"/>
            <a:ext cx="8382000" cy="2362200"/>
          </a:xfrm>
          <a:prstGeom prst="rect">
            <a:avLst/>
          </a:prstGeom>
        </p:spPr>
        <p:txBody>
          <a:bodyPr rtlCol="0">
            <a:noAutofit/>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38912" indent="-320040" algn="just" fontAlgn="auto">
              <a:spcBef>
                <a:spcPts val="0"/>
              </a:spcBef>
              <a:spcAft>
                <a:spcPts val="0"/>
              </a:spcAft>
              <a:buFont typeface="Wingdings 2"/>
              <a:buChar char=""/>
              <a:defRPr/>
            </a:pPr>
            <a:r>
              <a:rPr lang="en-US" sz="2400" i="1" kern="0">
                <a:solidFill>
                  <a:schemeClr val="accent1">
                    <a:lumMod val="75000"/>
                  </a:schemeClr>
                </a:solidFill>
              </a:rPr>
              <a:t>Consecutive words are placed in a module.</a:t>
            </a:r>
          </a:p>
          <a:p>
            <a:pPr marL="438912" indent="-320040" algn="just" fontAlgn="auto">
              <a:spcBef>
                <a:spcPts val="0"/>
              </a:spcBef>
              <a:spcAft>
                <a:spcPts val="0"/>
              </a:spcAft>
              <a:buFont typeface="Wingdings 2"/>
              <a:buChar char=""/>
              <a:defRPr/>
            </a:pPr>
            <a:r>
              <a:rPr lang="en-US" sz="2400" i="1" kern="0">
                <a:solidFill>
                  <a:schemeClr val="accent1">
                    <a:lumMod val="75000"/>
                  </a:schemeClr>
                </a:solidFill>
              </a:rPr>
              <a:t>High-order k bits of a memory address determine the module.</a:t>
            </a:r>
          </a:p>
          <a:p>
            <a:pPr marL="438912" indent="-320040" algn="just" fontAlgn="auto">
              <a:spcBef>
                <a:spcPts val="0"/>
              </a:spcBef>
              <a:spcAft>
                <a:spcPts val="0"/>
              </a:spcAft>
              <a:buFont typeface="Wingdings 2"/>
              <a:buChar char=""/>
              <a:defRPr/>
            </a:pPr>
            <a:r>
              <a:rPr lang="en-US" sz="2400" i="1" kern="0">
                <a:solidFill>
                  <a:schemeClr val="accent1">
                    <a:lumMod val="75000"/>
                  </a:schemeClr>
                </a:solidFill>
              </a:rPr>
              <a:t>Low-order m bits of a memory address determine the word within a module. </a:t>
            </a:r>
          </a:p>
          <a:p>
            <a:pPr marL="438912" indent="-320040" algn="just" fontAlgn="auto">
              <a:spcBef>
                <a:spcPts val="0"/>
              </a:spcBef>
              <a:spcAft>
                <a:spcPts val="0"/>
              </a:spcAft>
              <a:buFont typeface="Wingdings 2"/>
              <a:buChar char=""/>
              <a:defRPr/>
            </a:pPr>
            <a:r>
              <a:rPr lang="en-US" sz="2400" i="1" kern="0">
                <a:solidFill>
                  <a:schemeClr val="accent1">
                    <a:lumMod val="75000"/>
                  </a:schemeClr>
                </a:solidFill>
              </a:rPr>
              <a:t>When a block of words is transferred from main memory to cache, only one module   is busy at a time.</a:t>
            </a:r>
          </a:p>
          <a:p>
            <a:pPr marL="438912" indent="-320040" fontAlgn="auto">
              <a:spcBef>
                <a:spcPts val="0"/>
              </a:spcBef>
              <a:spcAft>
                <a:spcPts val="0"/>
              </a:spcAft>
              <a:buFont typeface="Wingdings 2"/>
              <a:buNone/>
              <a:defRPr/>
            </a:pPr>
            <a:endParaRPr lang="en-US" sz="2400" kern="0" dirty="0"/>
          </a:p>
        </p:txBody>
      </p:sp>
    </p:spTree>
    <p:extLst>
      <p:ext uri="{BB962C8B-B14F-4D97-AF65-F5344CB8AC3E}">
        <p14:creationId xmlns:p14="http://schemas.microsoft.com/office/powerpoint/2010/main" val="35088730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36989" y="448691"/>
            <a:ext cx="6324600" cy="461665"/>
          </a:xfrm>
          <a:prstGeom prst="rect">
            <a:avLst/>
          </a:prstGeom>
          <a:noFill/>
        </p:spPr>
        <p:txBody>
          <a:bodyPr wrap="square" rtlCol="0">
            <a:spAutoFit/>
          </a:bodyPr>
          <a:lstStyle/>
          <a:p>
            <a:r>
              <a:rPr lang="en-US" sz="2400" dirty="0">
                <a:solidFill>
                  <a:schemeClr val="accent1">
                    <a:satMod val="150000"/>
                  </a:schemeClr>
                </a:solidFill>
              </a:rPr>
              <a:t>Methods of address layouts(Interleaving)</a:t>
            </a:r>
            <a:endParaRPr lang="en-US" sz="2400" dirty="0"/>
          </a:p>
        </p:txBody>
      </p:sp>
      <p:grpSp>
        <p:nvGrpSpPr>
          <p:cNvPr id="4" name="Group 179"/>
          <p:cNvGrpSpPr>
            <a:grpSpLocks/>
          </p:cNvGrpSpPr>
          <p:nvPr/>
        </p:nvGrpSpPr>
        <p:grpSpPr bwMode="auto">
          <a:xfrm>
            <a:off x="327302" y="1537235"/>
            <a:ext cx="4572000" cy="2895600"/>
            <a:chOff x="2362200" y="1296988"/>
            <a:chExt cx="4200525" cy="2571750"/>
          </a:xfrm>
        </p:grpSpPr>
        <p:sp>
          <p:nvSpPr>
            <p:cNvPr id="5" name="Freeform 4"/>
            <p:cNvSpPr>
              <a:spLocks/>
            </p:cNvSpPr>
            <p:nvPr/>
          </p:nvSpPr>
          <p:spPr bwMode="auto">
            <a:xfrm>
              <a:off x="5407025" y="1401763"/>
              <a:ext cx="104775" cy="52387"/>
            </a:xfrm>
            <a:custGeom>
              <a:avLst/>
              <a:gdLst>
                <a:gd name="T0" fmla="*/ 0 w 6"/>
                <a:gd name="T1" fmla="*/ 52387 h 3"/>
                <a:gd name="T2" fmla="*/ 104775 w 6"/>
                <a:gd name="T3" fmla="*/ 34925 h 3"/>
                <a:gd name="T4" fmla="*/ 0 w 6"/>
                <a:gd name="T5" fmla="*/ 0 h 3"/>
                <a:gd name="T6" fmla="*/ 0 w 6"/>
                <a:gd name="T7" fmla="*/ 34925 h 3"/>
                <a:gd name="T8" fmla="*/ 0 w 6"/>
                <a:gd name="T9" fmla="*/ 52387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2"/>
                  </a:lnTo>
                  <a:lnTo>
                    <a:pt x="0" y="0"/>
                  </a:lnTo>
                  <a:lnTo>
                    <a:pt x="0" y="2"/>
                  </a:lnTo>
                  <a:lnTo>
                    <a:pt x="0" y="3"/>
                  </a:lnTo>
                </a:path>
              </a:pathLst>
            </a:custGeom>
            <a:noFill/>
            <a:ln w="17463">
              <a:solidFill>
                <a:srgbClr val="000000"/>
              </a:solidFill>
              <a:round/>
              <a:headEnd/>
              <a:tailEnd/>
            </a:ln>
          </p:spPr>
          <p:txBody>
            <a:bodyPr/>
            <a:lstStyle/>
            <a:p>
              <a:endParaRPr lang="en-US"/>
            </a:p>
          </p:txBody>
        </p:sp>
        <p:sp>
          <p:nvSpPr>
            <p:cNvPr id="6" name="Freeform 5"/>
            <p:cNvSpPr>
              <a:spLocks/>
            </p:cNvSpPr>
            <p:nvPr/>
          </p:nvSpPr>
          <p:spPr bwMode="auto">
            <a:xfrm>
              <a:off x="5407025" y="1401763"/>
              <a:ext cx="104775" cy="52387"/>
            </a:xfrm>
            <a:custGeom>
              <a:avLst/>
              <a:gdLst>
                <a:gd name="T0" fmla="*/ 0 w 66"/>
                <a:gd name="T1" fmla="*/ 52387 h 33"/>
                <a:gd name="T2" fmla="*/ 104775 w 66"/>
                <a:gd name="T3" fmla="*/ 34925 h 33"/>
                <a:gd name="T4" fmla="*/ 0 w 66"/>
                <a:gd name="T5" fmla="*/ 0 h 33"/>
                <a:gd name="T6" fmla="*/ 0 w 66"/>
                <a:gd name="T7" fmla="*/ 34925 h 33"/>
                <a:gd name="T8" fmla="*/ 0 w 66"/>
                <a:gd name="T9" fmla="*/ 52387 h 33"/>
                <a:gd name="T10" fmla="*/ 0 60000 65536"/>
                <a:gd name="T11" fmla="*/ 0 60000 65536"/>
                <a:gd name="T12" fmla="*/ 0 60000 65536"/>
                <a:gd name="T13" fmla="*/ 0 60000 65536"/>
                <a:gd name="T14" fmla="*/ 0 60000 65536"/>
                <a:gd name="T15" fmla="*/ 0 w 66"/>
                <a:gd name="T16" fmla="*/ 0 h 33"/>
                <a:gd name="T17" fmla="*/ 66 w 66"/>
                <a:gd name="T18" fmla="*/ 33 h 33"/>
              </a:gdLst>
              <a:ahLst/>
              <a:cxnLst>
                <a:cxn ang="T10">
                  <a:pos x="T0" y="T1"/>
                </a:cxn>
                <a:cxn ang="T11">
                  <a:pos x="T2" y="T3"/>
                </a:cxn>
                <a:cxn ang="T12">
                  <a:pos x="T4" y="T5"/>
                </a:cxn>
                <a:cxn ang="T13">
                  <a:pos x="T6" y="T7"/>
                </a:cxn>
                <a:cxn ang="T14">
                  <a:pos x="T8" y="T9"/>
                </a:cxn>
              </a:cxnLst>
              <a:rect l="T15" t="T16" r="T17" b="T18"/>
              <a:pathLst>
                <a:path w="66" h="33">
                  <a:moveTo>
                    <a:pt x="0" y="33"/>
                  </a:moveTo>
                  <a:lnTo>
                    <a:pt x="66" y="22"/>
                  </a:lnTo>
                  <a:lnTo>
                    <a:pt x="0" y="0"/>
                  </a:lnTo>
                  <a:lnTo>
                    <a:pt x="0" y="22"/>
                  </a:lnTo>
                  <a:lnTo>
                    <a:pt x="0" y="33"/>
                  </a:lnTo>
                  <a:close/>
                </a:path>
              </a:pathLst>
            </a:custGeom>
            <a:solidFill>
              <a:srgbClr val="000000"/>
            </a:solidFill>
            <a:ln w="0">
              <a:solidFill>
                <a:srgbClr val="000000"/>
              </a:solidFill>
              <a:round/>
              <a:headEnd/>
              <a:tailEnd/>
            </a:ln>
          </p:spPr>
          <p:txBody>
            <a:bodyPr/>
            <a:lstStyle/>
            <a:p>
              <a:endParaRPr lang="en-US"/>
            </a:p>
          </p:txBody>
        </p:sp>
        <p:sp>
          <p:nvSpPr>
            <p:cNvPr id="7" name="Line 6"/>
            <p:cNvSpPr>
              <a:spLocks noChangeShapeType="1"/>
            </p:cNvSpPr>
            <p:nvPr/>
          </p:nvSpPr>
          <p:spPr bwMode="auto">
            <a:xfrm flipH="1">
              <a:off x="5302250" y="1436688"/>
              <a:ext cx="87313" cy="1587"/>
            </a:xfrm>
            <a:prstGeom prst="line">
              <a:avLst/>
            </a:prstGeom>
            <a:noFill/>
            <a:ln w="17463">
              <a:solidFill>
                <a:srgbClr val="000000"/>
              </a:solidFill>
              <a:round/>
              <a:headEnd/>
              <a:tailEnd/>
            </a:ln>
          </p:spPr>
          <p:txBody>
            <a:bodyPr/>
            <a:lstStyle/>
            <a:p>
              <a:endParaRPr lang="en-US"/>
            </a:p>
          </p:txBody>
        </p:sp>
        <p:sp>
          <p:nvSpPr>
            <p:cNvPr id="8" name="Freeform 7"/>
            <p:cNvSpPr>
              <a:spLocks/>
            </p:cNvSpPr>
            <p:nvPr/>
          </p:nvSpPr>
          <p:spPr bwMode="auto">
            <a:xfrm>
              <a:off x="4654550" y="1401763"/>
              <a:ext cx="104775" cy="52387"/>
            </a:xfrm>
            <a:custGeom>
              <a:avLst/>
              <a:gdLst>
                <a:gd name="T0" fmla="*/ 104775 w 6"/>
                <a:gd name="T1" fmla="*/ 0 h 3"/>
                <a:gd name="T2" fmla="*/ 0 w 6"/>
                <a:gd name="T3" fmla="*/ 34925 h 3"/>
                <a:gd name="T4" fmla="*/ 104775 w 6"/>
                <a:gd name="T5" fmla="*/ 52387 h 3"/>
                <a:gd name="T6" fmla="*/ 104775 w 6"/>
                <a:gd name="T7" fmla="*/ 34925 h 3"/>
                <a:gd name="T8" fmla="*/ 10477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2"/>
                  </a:lnTo>
                  <a:lnTo>
                    <a:pt x="6" y="3"/>
                  </a:lnTo>
                  <a:lnTo>
                    <a:pt x="6" y="2"/>
                  </a:lnTo>
                  <a:lnTo>
                    <a:pt x="6" y="0"/>
                  </a:lnTo>
                </a:path>
              </a:pathLst>
            </a:custGeom>
            <a:noFill/>
            <a:ln w="17463">
              <a:solidFill>
                <a:srgbClr val="000000"/>
              </a:solidFill>
              <a:round/>
              <a:headEnd/>
              <a:tailEnd/>
            </a:ln>
          </p:spPr>
          <p:txBody>
            <a:bodyPr/>
            <a:lstStyle/>
            <a:p>
              <a:endParaRPr lang="en-US"/>
            </a:p>
          </p:txBody>
        </p:sp>
        <p:sp>
          <p:nvSpPr>
            <p:cNvPr id="9" name="Freeform 8"/>
            <p:cNvSpPr>
              <a:spLocks/>
            </p:cNvSpPr>
            <p:nvPr/>
          </p:nvSpPr>
          <p:spPr bwMode="auto">
            <a:xfrm>
              <a:off x="4654550" y="1401763"/>
              <a:ext cx="104775" cy="52387"/>
            </a:xfrm>
            <a:custGeom>
              <a:avLst/>
              <a:gdLst>
                <a:gd name="T0" fmla="*/ 104775 w 66"/>
                <a:gd name="T1" fmla="*/ 0 h 33"/>
                <a:gd name="T2" fmla="*/ 0 w 66"/>
                <a:gd name="T3" fmla="*/ 34925 h 33"/>
                <a:gd name="T4" fmla="*/ 104775 w 66"/>
                <a:gd name="T5" fmla="*/ 52387 h 33"/>
                <a:gd name="T6" fmla="*/ 104775 w 66"/>
                <a:gd name="T7" fmla="*/ 34925 h 33"/>
                <a:gd name="T8" fmla="*/ 104775 w 66"/>
                <a:gd name="T9" fmla="*/ 0 h 33"/>
                <a:gd name="T10" fmla="*/ 0 60000 65536"/>
                <a:gd name="T11" fmla="*/ 0 60000 65536"/>
                <a:gd name="T12" fmla="*/ 0 60000 65536"/>
                <a:gd name="T13" fmla="*/ 0 60000 65536"/>
                <a:gd name="T14" fmla="*/ 0 60000 65536"/>
                <a:gd name="T15" fmla="*/ 0 w 66"/>
                <a:gd name="T16" fmla="*/ 0 h 33"/>
                <a:gd name="T17" fmla="*/ 66 w 66"/>
                <a:gd name="T18" fmla="*/ 33 h 33"/>
              </a:gdLst>
              <a:ahLst/>
              <a:cxnLst>
                <a:cxn ang="T10">
                  <a:pos x="T0" y="T1"/>
                </a:cxn>
                <a:cxn ang="T11">
                  <a:pos x="T2" y="T3"/>
                </a:cxn>
                <a:cxn ang="T12">
                  <a:pos x="T4" y="T5"/>
                </a:cxn>
                <a:cxn ang="T13">
                  <a:pos x="T6" y="T7"/>
                </a:cxn>
                <a:cxn ang="T14">
                  <a:pos x="T8" y="T9"/>
                </a:cxn>
              </a:cxnLst>
              <a:rect l="T15" t="T16" r="T17" b="T18"/>
              <a:pathLst>
                <a:path w="66" h="33">
                  <a:moveTo>
                    <a:pt x="66" y="0"/>
                  </a:moveTo>
                  <a:lnTo>
                    <a:pt x="0" y="22"/>
                  </a:lnTo>
                  <a:lnTo>
                    <a:pt x="66" y="33"/>
                  </a:lnTo>
                  <a:lnTo>
                    <a:pt x="66" y="22"/>
                  </a:lnTo>
                  <a:lnTo>
                    <a:pt x="66" y="0"/>
                  </a:lnTo>
                  <a:close/>
                </a:path>
              </a:pathLst>
            </a:custGeom>
            <a:solidFill>
              <a:srgbClr val="000000"/>
            </a:solidFill>
            <a:ln w="0">
              <a:solidFill>
                <a:srgbClr val="000000"/>
              </a:solidFill>
              <a:round/>
              <a:headEnd/>
              <a:tailEnd/>
            </a:ln>
          </p:spPr>
          <p:txBody>
            <a:bodyPr/>
            <a:lstStyle/>
            <a:p>
              <a:endParaRPr lang="en-US"/>
            </a:p>
          </p:txBody>
        </p:sp>
        <p:sp>
          <p:nvSpPr>
            <p:cNvPr id="10" name="Line 9"/>
            <p:cNvSpPr>
              <a:spLocks noChangeShapeType="1"/>
            </p:cNvSpPr>
            <p:nvPr/>
          </p:nvSpPr>
          <p:spPr bwMode="auto">
            <a:xfrm>
              <a:off x="4759325" y="1436688"/>
              <a:ext cx="87313" cy="1587"/>
            </a:xfrm>
            <a:prstGeom prst="line">
              <a:avLst/>
            </a:prstGeom>
            <a:noFill/>
            <a:ln w="17463">
              <a:solidFill>
                <a:srgbClr val="000000"/>
              </a:solidFill>
              <a:round/>
              <a:headEnd/>
              <a:tailEnd/>
            </a:ln>
          </p:spPr>
          <p:txBody>
            <a:bodyPr/>
            <a:lstStyle/>
            <a:p>
              <a:endParaRPr lang="en-US"/>
            </a:p>
          </p:txBody>
        </p:sp>
        <p:sp>
          <p:nvSpPr>
            <p:cNvPr id="11" name="Rectangle 10"/>
            <p:cNvSpPr>
              <a:spLocks noChangeArrowheads="1"/>
            </p:cNvSpPr>
            <p:nvPr/>
          </p:nvSpPr>
          <p:spPr bwMode="auto">
            <a:xfrm>
              <a:off x="4268788" y="3502025"/>
              <a:ext cx="42862" cy="182563"/>
            </a:xfrm>
            <a:prstGeom prst="rect">
              <a:avLst/>
            </a:prstGeom>
            <a:noFill/>
            <a:ln w="9525">
              <a:noFill/>
              <a:miter lim="800000"/>
              <a:headEnd/>
              <a:tailEnd/>
            </a:ln>
          </p:spPr>
          <p:txBody>
            <a:bodyPr wrap="none" lIns="0" tIns="0" rIns="0" bIns="0">
              <a:spAutoFit/>
            </a:bodyPr>
            <a:lstStyle/>
            <a:p>
              <a:r>
                <a:rPr lang="en-CA" sz="1200" i="1">
                  <a:solidFill>
                    <a:srgbClr val="000000"/>
                  </a:solidFill>
                  <a:latin typeface="Nimbus Roman No9 L" charset="0"/>
                </a:rPr>
                <a:t>i</a:t>
              </a:r>
              <a:endParaRPr lang="en-CA" sz="2400">
                <a:latin typeface="Corbel" pitchFamily="34" charset="0"/>
              </a:endParaRPr>
            </a:p>
          </p:txBody>
        </p:sp>
        <p:sp>
          <p:nvSpPr>
            <p:cNvPr id="12" name="Rectangle 11"/>
            <p:cNvSpPr>
              <a:spLocks noChangeArrowheads="1"/>
            </p:cNvSpPr>
            <p:nvPr/>
          </p:nvSpPr>
          <p:spPr bwMode="auto">
            <a:xfrm>
              <a:off x="4916488" y="1296988"/>
              <a:ext cx="68262" cy="182562"/>
            </a:xfrm>
            <a:prstGeom prst="rect">
              <a:avLst/>
            </a:prstGeom>
            <a:noFill/>
            <a:ln w="9525">
              <a:noFill/>
              <a:miter lim="800000"/>
              <a:headEnd/>
              <a:tailEnd/>
            </a:ln>
          </p:spPr>
          <p:txBody>
            <a:bodyPr wrap="none" lIns="0" tIns="0" rIns="0" bIns="0">
              <a:spAutoFit/>
            </a:bodyPr>
            <a:lstStyle/>
            <a:p>
              <a:r>
                <a:rPr lang="en-CA" sz="1200" i="1">
                  <a:solidFill>
                    <a:srgbClr val="000000"/>
                  </a:solidFill>
                  <a:latin typeface="Nimbus Roman No9 L" charset="0"/>
                </a:rPr>
                <a:t>k</a:t>
              </a:r>
              <a:endParaRPr lang="en-CA" sz="2400">
                <a:latin typeface="Corbel" pitchFamily="34" charset="0"/>
              </a:endParaRPr>
            </a:p>
          </p:txBody>
        </p:sp>
        <p:sp>
          <p:nvSpPr>
            <p:cNvPr id="13" name="Rectangle 12"/>
            <p:cNvSpPr>
              <a:spLocks noChangeArrowheads="1"/>
            </p:cNvSpPr>
            <p:nvPr/>
          </p:nvSpPr>
          <p:spPr bwMode="auto">
            <a:xfrm>
              <a:off x="4987925" y="1296988"/>
              <a:ext cx="258763"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 bits</a:t>
              </a:r>
              <a:endParaRPr lang="en-CA" sz="2400">
                <a:latin typeface="Corbel" pitchFamily="34" charset="0"/>
              </a:endParaRPr>
            </a:p>
          </p:txBody>
        </p:sp>
        <p:sp>
          <p:nvSpPr>
            <p:cNvPr id="14" name="Rectangle 13"/>
            <p:cNvSpPr>
              <a:spLocks noChangeArrowheads="1"/>
            </p:cNvSpPr>
            <p:nvPr/>
          </p:nvSpPr>
          <p:spPr bwMode="auto">
            <a:xfrm>
              <a:off x="2763838" y="3502025"/>
              <a:ext cx="76200" cy="182563"/>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0</a:t>
              </a:r>
              <a:endParaRPr lang="en-CA" sz="2400">
                <a:latin typeface="Corbel" pitchFamily="34" charset="0"/>
              </a:endParaRPr>
            </a:p>
          </p:txBody>
        </p:sp>
        <p:sp>
          <p:nvSpPr>
            <p:cNvPr id="15" name="Rectangle 14"/>
            <p:cNvSpPr>
              <a:spLocks noChangeArrowheads="1"/>
            </p:cNvSpPr>
            <p:nvPr/>
          </p:nvSpPr>
          <p:spPr bwMode="auto">
            <a:xfrm>
              <a:off x="5511800" y="3292475"/>
              <a:ext cx="474663" cy="182563"/>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16" name="Rectangle 15"/>
            <p:cNvSpPr>
              <a:spLocks noChangeArrowheads="1"/>
            </p:cNvSpPr>
            <p:nvPr/>
          </p:nvSpPr>
          <p:spPr bwMode="auto">
            <a:xfrm>
              <a:off x="4041775" y="3292475"/>
              <a:ext cx="474663" cy="182563"/>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17" name="Rectangle 16"/>
            <p:cNvSpPr>
              <a:spLocks noChangeArrowheads="1"/>
            </p:cNvSpPr>
            <p:nvPr/>
          </p:nvSpPr>
          <p:spPr bwMode="auto">
            <a:xfrm>
              <a:off x="2571750" y="3292475"/>
              <a:ext cx="474663" cy="182563"/>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18" name="Rectangle 17"/>
            <p:cNvSpPr>
              <a:spLocks noChangeArrowheads="1"/>
            </p:cNvSpPr>
            <p:nvPr/>
          </p:nvSpPr>
          <p:spPr bwMode="auto">
            <a:xfrm>
              <a:off x="3044825" y="1541463"/>
              <a:ext cx="2484438" cy="333375"/>
            </a:xfrm>
            <a:prstGeom prst="rect">
              <a:avLst/>
            </a:prstGeom>
            <a:noFill/>
            <a:ln w="17463">
              <a:solidFill>
                <a:srgbClr val="000000"/>
              </a:solidFill>
              <a:miter lim="800000"/>
              <a:headEnd/>
              <a:tailEnd/>
            </a:ln>
          </p:spPr>
          <p:txBody>
            <a:bodyPr/>
            <a:lstStyle/>
            <a:p>
              <a:endParaRPr lang="en-US">
                <a:latin typeface="Corbel" pitchFamily="34" charset="0"/>
              </a:endParaRPr>
            </a:p>
          </p:txBody>
        </p:sp>
        <p:sp>
          <p:nvSpPr>
            <p:cNvPr id="19" name="Line 18"/>
            <p:cNvSpPr>
              <a:spLocks noChangeShapeType="1"/>
            </p:cNvSpPr>
            <p:nvPr/>
          </p:nvSpPr>
          <p:spPr bwMode="auto">
            <a:xfrm flipV="1">
              <a:off x="4619625" y="1541463"/>
              <a:ext cx="1588" cy="333375"/>
            </a:xfrm>
            <a:prstGeom prst="line">
              <a:avLst/>
            </a:prstGeom>
            <a:noFill/>
            <a:ln w="17463">
              <a:solidFill>
                <a:srgbClr val="000000"/>
              </a:solidFill>
              <a:round/>
              <a:headEnd/>
              <a:tailEnd/>
            </a:ln>
          </p:spPr>
          <p:txBody>
            <a:bodyPr/>
            <a:lstStyle/>
            <a:p>
              <a:endParaRPr lang="en-US"/>
            </a:p>
          </p:txBody>
        </p:sp>
        <p:sp>
          <p:nvSpPr>
            <p:cNvPr id="20" name="Rectangle 19"/>
            <p:cNvSpPr>
              <a:spLocks noChangeArrowheads="1"/>
            </p:cNvSpPr>
            <p:nvPr/>
          </p:nvSpPr>
          <p:spPr bwMode="auto">
            <a:xfrm>
              <a:off x="4846638" y="1611313"/>
              <a:ext cx="474662"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Module</a:t>
              </a:r>
              <a:endParaRPr lang="en-CA" sz="2400">
                <a:latin typeface="Corbel" pitchFamily="34" charset="0"/>
              </a:endParaRPr>
            </a:p>
          </p:txBody>
        </p:sp>
        <p:sp>
          <p:nvSpPr>
            <p:cNvPr id="21" name="Rectangle 20"/>
            <p:cNvSpPr>
              <a:spLocks noChangeArrowheads="1"/>
            </p:cNvSpPr>
            <p:nvPr/>
          </p:nvSpPr>
          <p:spPr bwMode="auto">
            <a:xfrm>
              <a:off x="5653088" y="1611313"/>
              <a:ext cx="765175"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MM address</a:t>
              </a:r>
              <a:endParaRPr lang="en-CA" sz="2400">
                <a:latin typeface="Corbel" pitchFamily="34" charset="0"/>
              </a:endParaRPr>
            </a:p>
          </p:txBody>
        </p:sp>
        <p:sp>
          <p:nvSpPr>
            <p:cNvPr id="22" name="Freeform 21"/>
            <p:cNvSpPr>
              <a:spLocks/>
            </p:cNvSpPr>
            <p:nvPr/>
          </p:nvSpPr>
          <p:spPr bwMode="auto">
            <a:xfrm>
              <a:off x="4041775" y="2609850"/>
              <a:ext cx="34925" cy="104775"/>
            </a:xfrm>
            <a:custGeom>
              <a:avLst/>
              <a:gdLst>
                <a:gd name="T0" fmla="*/ 0 w 2"/>
                <a:gd name="T1" fmla="*/ 0 h 6"/>
                <a:gd name="T2" fmla="*/ 17463 w 2"/>
                <a:gd name="T3" fmla="*/ 104775 h 6"/>
                <a:gd name="T4" fmla="*/ 34925 w 2"/>
                <a:gd name="T5" fmla="*/ 0 h 6"/>
                <a:gd name="T6" fmla="*/ 17463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7463">
              <a:solidFill>
                <a:srgbClr val="000000"/>
              </a:solidFill>
              <a:round/>
              <a:headEnd/>
              <a:tailEnd/>
            </a:ln>
          </p:spPr>
          <p:txBody>
            <a:bodyPr/>
            <a:lstStyle/>
            <a:p>
              <a:endParaRPr lang="en-US"/>
            </a:p>
          </p:txBody>
        </p:sp>
        <p:sp>
          <p:nvSpPr>
            <p:cNvPr id="23" name="Freeform 22"/>
            <p:cNvSpPr>
              <a:spLocks/>
            </p:cNvSpPr>
            <p:nvPr/>
          </p:nvSpPr>
          <p:spPr bwMode="auto">
            <a:xfrm>
              <a:off x="4041775" y="2609850"/>
              <a:ext cx="34925" cy="104775"/>
            </a:xfrm>
            <a:custGeom>
              <a:avLst/>
              <a:gdLst>
                <a:gd name="T0" fmla="*/ 0 w 22"/>
                <a:gd name="T1" fmla="*/ 0 h 66"/>
                <a:gd name="T2" fmla="*/ 17463 w 22"/>
                <a:gd name="T3" fmla="*/ 104775 h 66"/>
                <a:gd name="T4" fmla="*/ 34925 w 22"/>
                <a:gd name="T5" fmla="*/ 0 h 66"/>
                <a:gd name="T6" fmla="*/ 17463 w 22"/>
                <a:gd name="T7" fmla="*/ 0 h 66"/>
                <a:gd name="T8" fmla="*/ 0 w 22"/>
                <a:gd name="T9" fmla="*/ 0 h 66"/>
                <a:gd name="T10" fmla="*/ 0 60000 65536"/>
                <a:gd name="T11" fmla="*/ 0 60000 65536"/>
                <a:gd name="T12" fmla="*/ 0 60000 65536"/>
                <a:gd name="T13" fmla="*/ 0 60000 65536"/>
                <a:gd name="T14" fmla="*/ 0 60000 65536"/>
                <a:gd name="T15" fmla="*/ 0 w 22"/>
                <a:gd name="T16" fmla="*/ 0 h 66"/>
                <a:gd name="T17" fmla="*/ 22 w 22"/>
                <a:gd name="T18" fmla="*/ 66 h 66"/>
              </a:gdLst>
              <a:ahLst/>
              <a:cxnLst>
                <a:cxn ang="T10">
                  <a:pos x="T0" y="T1"/>
                </a:cxn>
                <a:cxn ang="T11">
                  <a:pos x="T2" y="T3"/>
                </a:cxn>
                <a:cxn ang="T12">
                  <a:pos x="T4" y="T5"/>
                </a:cxn>
                <a:cxn ang="T13">
                  <a:pos x="T6" y="T7"/>
                </a:cxn>
                <a:cxn ang="T14">
                  <a:pos x="T8" y="T9"/>
                </a:cxn>
              </a:cxnLst>
              <a:rect l="T15" t="T16" r="T17" b="T18"/>
              <a:pathLst>
                <a:path w="22" h="66">
                  <a:moveTo>
                    <a:pt x="0" y="0"/>
                  </a:moveTo>
                  <a:lnTo>
                    <a:pt x="11" y="66"/>
                  </a:lnTo>
                  <a:lnTo>
                    <a:pt x="22" y="0"/>
                  </a:lnTo>
                  <a:lnTo>
                    <a:pt x="11" y="0"/>
                  </a:lnTo>
                  <a:lnTo>
                    <a:pt x="0" y="0"/>
                  </a:lnTo>
                  <a:close/>
                </a:path>
              </a:pathLst>
            </a:custGeom>
            <a:solidFill>
              <a:srgbClr val="000000"/>
            </a:solidFill>
            <a:ln w="0">
              <a:solidFill>
                <a:srgbClr val="000000"/>
              </a:solidFill>
              <a:round/>
              <a:headEnd/>
              <a:tailEnd/>
            </a:ln>
          </p:spPr>
          <p:txBody>
            <a:bodyPr/>
            <a:lstStyle/>
            <a:p>
              <a:endParaRPr lang="en-US"/>
            </a:p>
          </p:txBody>
        </p:sp>
        <p:sp>
          <p:nvSpPr>
            <p:cNvPr id="24" name="Line 23"/>
            <p:cNvSpPr>
              <a:spLocks noChangeShapeType="1"/>
            </p:cNvSpPr>
            <p:nvPr/>
          </p:nvSpPr>
          <p:spPr bwMode="auto">
            <a:xfrm flipV="1">
              <a:off x="4059238" y="2328863"/>
              <a:ext cx="1587" cy="280987"/>
            </a:xfrm>
            <a:prstGeom prst="line">
              <a:avLst/>
            </a:prstGeom>
            <a:noFill/>
            <a:ln w="17463">
              <a:solidFill>
                <a:srgbClr val="000000"/>
              </a:solidFill>
              <a:round/>
              <a:headEnd/>
              <a:tailEnd/>
            </a:ln>
          </p:spPr>
          <p:txBody>
            <a:bodyPr/>
            <a:lstStyle/>
            <a:p>
              <a:endParaRPr lang="en-US"/>
            </a:p>
          </p:txBody>
        </p:sp>
        <p:sp>
          <p:nvSpPr>
            <p:cNvPr id="25" name="Freeform 24"/>
            <p:cNvSpPr>
              <a:spLocks/>
            </p:cNvSpPr>
            <p:nvPr/>
          </p:nvSpPr>
          <p:spPr bwMode="auto">
            <a:xfrm>
              <a:off x="5511800" y="2609850"/>
              <a:ext cx="52388" cy="104775"/>
            </a:xfrm>
            <a:custGeom>
              <a:avLst/>
              <a:gdLst>
                <a:gd name="T0" fmla="*/ 0 w 3"/>
                <a:gd name="T1" fmla="*/ 0 h 6"/>
                <a:gd name="T2" fmla="*/ 17463 w 3"/>
                <a:gd name="T3" fmla="*/ 104775 h 6"/>
                <a:gd name="T4" fmla="*/ 52388 w 3"/>
                <a:gd name="T5" fmla="*/ 0 h 6"/>
                <a:gd name="T6" fmla="*/ 17463 w 3"/>
                <a:gd name="T7" fmla="*/ 0 h 6"/>
                <a:gd name="T8" fmla="*/ 0 w 3"/>
                <a:gd name="T9" fmla="*/ 0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0" y="0"/>
                  </a:moveTo>
                  <a:lnTo>
                    <a:pt x="1" y="6"/>
                  </a:lnTo>
                  <a:lnTo>
                    <a:pt x="3" y="0"/>
                  </a:lnTo>
                  <a:lnTo>
                    <a:pt x="1" y="0"/>
                  </a:lnTo>
                  <a:lnTo>
                    <a:pt x="0" y="0"/>
                  </a:lnTo>
                </a:path>
              </a:pathLst>
            </a:custGeom>
            <a:noFill/>
            <a:ln w="17463">
              <a:solidFill>
                <a:srgbClr val="000000"/>
              </a:solidFill>
              <a:round/>
              <a:headEnd/>
              <a:tailEnd/>
            </a:ln>
          </p:spPr>
          <p:txBody>
            <a:bodyPr/>
            <a:lstStyle/>
            <a:p>
              <a:endParaRPr lang="en-US"/>
            </a:p>
          </p:txBody>
        </p:sp>
        <p:sp>
          <p:nvSpPr>
            <p:cNvPr id="26" name="Freeform 25"/>
            <p:cNvSpPr>
              <a:spLocks/>
            </p:cNvSpPr>
            <p:nvPr/>
          </p:nvSpPr>
          <p:spPr bwMode="auto">
            <a:xfrm>
              <a:off x="5511800" y="2609850"/>
              <a:ext cx="52388" cy="104775"/>
            </a:xfrm>
            <a:custGeom>
              <a:avLst/>
              <a:gdLst>
                <a:gd name="T0" fmla="*/ 0 w 33"/>
                <a:gd name="T1" fmla="*/ 0 h 66"/>
                <a:gd name="T2" fmla="*/ 17463 w 33"/>
                <a:gd name="T3" fmla="*/ 104775 h 66"/>
                <a:gd name="T4" fmla="*/ 52388 w 33"/>
                <a:gd name="T5" fmla="*/ 0 h 66"/>
                <a:gd name="T6" fmla="*/ 17463 w 33"/>
                <a:gd name="T7" fmla="*/ 0 h 66"/>
                <a:gd name="T8" fmla="*/ 0 w 33"/>
                <a:gd name="T9" fmla="*/ 0 h 66"/>
                <a:gd name="T10" fmla="*/ 0 60000 65536"/>
                <a:gd name="T11" fmla="*/ 0 60000 65536"/>
                <a:gd name="T12" fmla="*/ 0 60000 65536"/>
                <a:gd name="T13" fmla="*/ 0 60000 65536"/>
                <a:gd name="T14" fmla="*/ 0 60000 65536"/>
                <a:gd name="T15" fmla="*/ 0 w 33"/>
                <a:gd name="T16" fmla="*/ 0 h 66"/>
                <a:gd name="T17" fmla="*/ 33 w 33"/>
                <a:gd name="T18" fmla="*/ 66 h 66"/>
              </a:gdLst>
              <a:ahLst/>
              <a:cxnLst>
                <a:cxn ang="T10">
                  <a:pos x="T0" y="T1"/>
                </a:cxn>
                <a:cxn ang="T11">
                  <a:pos x="T2" y="T3"/>
                </a:cxn>
                <a:cxn ang="T12">
                  <a:pos x="T4" y="T5"/>
                </a:cxn>
                <a:cxn ang="T13">
                  <a:pos x="T6" y="T7"/>
                </a:cxn>
                <a:cxn ang="T14">
                  <a:pos x="T8" y="T9"/>
                </a:cxn>
              </a:cxnLst>
              <a:rect l="T15" t="T16" r="T17" b="T18"/>
              <a:pathLst>
                <a:path w="33" h="66">
                  <a:moveTo>
                    <a:pt x="0" y="0"/>
                  </a:moveTo>
                  <a:lnTo>
                    <a:pt x="11" y="66"/>
                  </a:lnTo>
                  <a:lnTo>
                    <a:pt x="33" y="0"/>
                  </a:lnTo>
                  <a:lnTo>
                    <a:pt x="11" y="0"/>
                  </a:lnTo>
                  <a:lnTo>
                    <a:pt x="0" y="0"/>
                  </a:lnTo>
                  <a:close/>
                </a:path>
              </a:pathLst>
            </a:custGeom>
            <a:solidFill>
              <a:srgbClr val="000000"/>
            </a:solidFill>
            <a:ln w="0">
              <a:solidFill>
                <a:srgbClr val="000000"/>
              </a:solidFill>
              <a:round/>
              <a:headEnd/>
              <a:tailEnd/>
            </a:ln>
          </p:spPr>
          <p:txBody>
            <a:bodyPr/>
            <a:lstStyle/>
            <a:p>
              <a:endParaRPr lang="en-US"/>
            </a:p>
          </p:txBody>
        </p:sp>
        <p:sp>
          <p:nvSpPr>
            <p:cNvPr id="27" name="Freeform 26"/>
            <p:cNvSpPr>
              <a:spLocks/>
            </p:cNvSpPr>
            <p:nvPr/>
          </p:nvSpPr>
          <p:spPr bwMode="auto">
            <a:xfrm>
              <a:off x="5145088" y="2328863"/>
              <a:ext cx="384175" cy="280987"/>
            </a:xfrm>
            <a:custGeom>
              <a:avLst/>
              <a:gdLst>
                <a:gd name="T0" fmla="*/ 384175 w 22"/>
                <a:gd name="T1" fmla="*/ 280987 h 16"/>
                <a:gd name="T2" fmla="*/ 384175 w 22"/>
                <a:gd name="T3" fmla="*/ 0 h 16"/>
                <a:gd name="T4" fmla="*/ 0 w 22"/>
                <a:gd name="T5" fmla="*/ 0 h 16"/>
                <a:gd name="T6" fmla="*/ 0 60000 65536"/>
                <a:gd name="T7" fmla="*/ 0 60000 65536"/>
                <a:gd name="T8" fmla="*/ 0 60000 65536"/>
                <a:gd name="T9" fmla="*/ 0 w 22"/>
                <a:gd name="T10" fmla="*/ 0 h 16"/>
                <a:gd name="T11" fmla="*/ 22 w 22"/>
                <a:gd name="T12" fmla="*/ 16 h 16"/>
              </a:gdLst>
              <a:ahLst/>
              <a:cxnLst>
                <a:cxn ang="T6">
                  <a:pos x="T0" y="T1"/>
                </a:cxn>
                <a:cxn ang="T7">
                  <a:pos x="T2" y="T3"/>
                </a:cxn>
                <a:cxn ang="T8">
                  <a:pos x="T4" y="T5"/>
                </a:cxn>
              </a:cxnLst>
              <a:rect l="T9" t="T10" r="T11" b="T12"/>
              <a:pathLst>
                <a:path w="22" h="16">
                  <a:moveTo>
                    <a:pt x="22" y="16"/>
                  </a:moveTo>
                  <a:lnTo>
                    <a:pt x="22" y="0"/>
                  </a:lnTo>
                  <a:lnTo>
                    <a:pt x="0" y="0"/>
                  </a:lnTo>
                </a:path>
              </a:pathLst>
            </a:custGeom>
            <a:noFill/>
            <a:ln w="17463">
              <a:solidFill>
                <a:srgbClr val="000000"/>
              </a:solidFill>
              <a:round/>
              <a:headEnd/>
              <a:tailEnd/>
            </a:ln>
          </p:spPr>
          <p:txBody>
            <a:bodyPr/>
            <a:lstStyle/>
            <a:p>
              <a:endParaRPr lang="en-US"/>
            </a:p>
          </p:txBody>
        </p:sp>
        <p:sp>
          <p:nvSpPr>
            <p:cNvPr id="28" name="Freeform 27"/>
            <p:cNvSpPr>
              <a:spLocks/>
            </p:cNvSpPr>
            <p:nvPr/>
          </p:nvSpPr>
          <p:spPr bwMode="auto">
            <a:xfrm>
              <a:off x="2571750" y="2609850"/>
              <a:ext cx="34925" cy="104775"/>
            </a:xfrm>
            <a:custGeom>
              <a:avLst/>
              <a:gdLst>
                <a:gd name="T0" fmla="*/ 0 w 2"/>
                <a:gd name="T1" fmla="*/ 0 h 6"/>
                <a:gd name="T2" fmla="*/ 17463 w 2"/>
                <a:gd name="T3" fmla="*/ 104775 h 6"/>
                <a:gd name="T4" fmla="*/ 34925 w 2"/>
                <a:gd name="T5" fmla="*/ 0 h 6"/>
                <a:gd name="T6" fmla="*/ 17463 w 2"/>
                <a:gd name="T7" fmla="*/ 0 h 6"/>
                <a:gd name="T8" fmla="*/ 0 w 2"/>
                <a:gd name="T9" fmla="*/ 0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0" y="0"/>
                  </a:moveTo>
                  <a:lnTo>
                    <a:pt x="1" y="6"/>
                  </a:lnTo>
                  <a:lnTo>
                    <a:pt x="2" y="0"/>
                  </a:lnTo>
                  <a:lnTo>
                    <a:pt x="1" y="0"/>
                  </a:lnTo>
                  <a:lnTo>
                    <a:pt x="0" y="0"/>
                  </a:lnTo>
                </a:path>
              </a:pathLst>
            </a:custGeom>
            <a:noFill/>
            <a:ln w="17463">
              <a:solidFill>
                <a:srgbClr val="000000"/>
              </a:solidFill>
              <a:round/>
              <a:headEnd/>
              <a:tailEnd/>
            </a:ln>
          </p:spPr>
          <p:txBody>
            <a:bodyPr/>
            <a:lstStyle/>
            <a:p>
              <a:endParaRPr lang="en-US"/>
            </a:p>
          </p:txBody>
        </p:sp>
        <p:sp>
          <p:nvSpPr>
            <p:cNvPr id="29" name="Freeform 28"/>
            <p:cNvSpPr>
              <a:spLocks/>
            </p:cNvSpPr>
            <p:nvPr/>
          </p:nvSpPr>
          <p:spPr bwMode="auto">
            <a:xfrm>
              <a:off x="2571750" y="2609850"/>
              <a:ext cx="34925" cy="104775"/>
            </a:xfrm>
            <a:custGeom>
              <a:avLst/>
              <a:gdLst>
                <a:gd name="T0" fmla="*/ 0 w 22"/>
                <a:gd name="T1" fmla="*/ 0 h 66"/>
                <a:gd name="T2" fmla="*/ 17463 w 22"/>
                <a:gd name="T3" fmla="*/ 104775 h 66"/>
                <a:gd name="T4" fmla="*/ 34925 w 22"/>
                <a:gd name="T5" fmla="*/ 0 h 66"/>
                <a:gd name="T6" fmla="*/ 17463 w 22"/>
                <a:gd name="T7" fmla="*/ 0 h 66"/>
                <a:gd name="T8" fmla="*/ 0 w 22"/>
                <a:gd name="T9" fmla="*/ 0 h 66"/>
                <a:gd name="T10" fmla="*/ 0 60000 65536"/>
                <a:gd name="T11" fmla="*/ 0 60000 65536"/>
                <a:gd name="T12" fmla="*/ 0 60000 65536"/>
                <a:gd name="T13" fmla="*/ 0 60000 65536"/>
                <a:gd name="T14" fmla="*/ 0 60000 65536"/>
                <a:gd name="T15" fmla="*/ 0 w 22"/>
                <a:gd name="T16" fmla="*/ 0 h 66"/>
                <a:gd name="T17" fmla="*/ 22 w 22"/>
                <a:gd name="T18" fmla="*/ 66 h 66"/>
              </a:gdLst>
              <a:ahLst/>
              <a:cxnLst>
                <a:cxn ang="T10">
                  <a:pos x="T0" y="T1"/>
                </a:cxn>
                <a:cxn ang="T11">
                  <a:pos x="T2" y="T3"/>
                </a:cxn>
                <a:cxn ang="T12">
                  <a:pos x="T4" y="T5"/>
                </a:cxn>
                <a:cxn ang="T13">
                  <a:pos x="T6" y="T7"/>
                </a:cxn>
                <a:cxn ang="T14">
                  <a:pos x="T8" y="T9"/>
                </a:cxn>
              </a:cxnLst>
              <a:rect l="T15" t="T16" r="T17" b="T18"/>
              <a:pathLst>
                <a:path w="22" h="66">
                  <a:moveTo>
                    <a:pt x="0" y="0"/>
                  </a:moveTo>
                  <a:lnTo>
                    <a:pt x="11" y="66"/>
                  </a:lnTo>
                  <a:lnTo>
                    <a:pt x="22" y="0"/>
                  </a:lnTo>
                  <a:lnTo>
                    <a:pt x="11" y="0"/>
                  </a:lnTo>
                  <a:lnTo>
                    <a:pt x="0" y="0"/>
                  </a:lnTo>
                  <a:close/>
                </a:path>
              </a:pathLst>
            </a:custGeom>
            <a:solidFill>
              <a:srgbClr val="000000"/>
            </a:solidFill>
            <a:ln w="0">
              <a:solidFill>
                <a:srgbClr val="000000"/>
              </a:solidFill>
              <a:round/>
              <a:headEnd/>
              <a:tailEnd/>
            </a:ln>
          </p:spPr>
          <p:txBody>
            <a:bodyPr/>
            <a:lstStyle/>
            <a:p>
              <a:endParaRPr lang="en-US"/>
            </a:p>
          </p:txBody>
        </p:sp>
        <p:sp>
          <p:nvSpPr>
            <p:cNvPr id="30" name="Freeform 29"/>
            <p:cNvSpPr>
              <a:spLocks/>
            </p:cNvSpPr>
            <p:nvPr/>
          </p:nvSpPr>
          <p:spPr bwMode="auto">
            <a:xfrm>
              <a:off x="2589213" y="2328863"/>
              <a:ext cx="2433637" cy="280987"/>
            </a:xfrm>
            <a:custGeom>
              <a:avLst/>
              <a:gdLst>
                <a:gd name="T0" fmla="*/ 0 w 139"/>
                <a:gd name="T1" fmla="*/ 280987 h 16"/>
                <a:gd name="T2" fmla="*/ 0 w 139"/>
                <a:gd name="T3" fmla="*/ 0 h 16"/>
                <a:gd name="T4" fmla="*/ 2433637 w 139"/>
                <a:gd name="T5" fmla="*/ 0 h 16"/>
                <a:gd name="T6" fmla="*/ 0 60000 65536"/>
                <a:gd name="T7" fmla="*/ 0 60000 65536"/>
                <a:gd name="T8" fmla="*/ 0 60000 65536"/>
                <a:gd name="T9" fmla="*/ 0 w 139"/>
                <a:gd name="T10" fmla="*/ 0 h 16"/>
                <a:gd name="T11" fmla="*/ 139 w 139"/>
                <a:gd name="T12" fmla="*/ 16 h 16"/>
              </a:gdLst>
              <a:ahLst/>
              <a:cxnLst>
                <a:cxn ang="T6">
                  <a:pos x="T0" y="T1"/>
                </a:cxn>
                <a:cxn ang="T7">
                  <a:pos x="T2" y="T3"/>
                </a:cxn>
                <a:cxn ang="T8">
                  <a:pos x="T4" y="T5"/>
                </a:cxn>
              </a:cxnLst>
              <a:rect l="T9" t="T10" r="T11" b="T12"/>
              <a:pathLst>
                <a:path w="139" h="16">
                  <a:moveTo>
                    <a:pt x="0" y="16"/>
                  </a:moveTo>
                  <a:lnTo>
                    <a:pt x="0" y="0"/>
                  </a:lnTo>
                  <a:lnTo>
                    <a:pt x="139" y="0"/>
                  </a:lnTo>
                </a:path>
              </a:pathLst>
            </a:custGeom>
            <a:noFill/>
            <a:ln w="17463">
              <a:solidFill>
                <a:srgbClr val="000000"/>
              </a:solidFill>
              <a:round/>
              <a:headEnd/>
              <a:tailEnd/>
            </a:ln>
          </p:spPr>
          <p:txBody>
            <a:bodyPr/>
            <a:lstStyle/>
            <a:p>
              <a:endParaRPr lang="en-US"/>
            </a:p>
          </p:txBody>
        </p:sp>
        <p:sp>
          <p:nvSpPr>
            <p:cNvPr id="31" name="Freeform 30"/>
            <p:cNvSpPr>
              <a:spLocks/>
            </p:cNvSpPr>
            <p:nvPr/>
          </p:nvSpPr>
          <p:spPr bwMode="auto">
            <a:xfrm>
              <a:off x="6246813" y="3325813"/>
              <a:ext cx="106362" cy="53975"/>
            </a:xfrm>
            <a:custGeom>
              <a:avLst/>
              <a:gdLst>
                <a:gd name="T0" fmla="*/ 106362 w 6"/>
                <a:gd name="T1" fmla="*/ 0 h 3"/>
                <a:gd name="T2" fmla="*/ 0 w 6"/>
                <a:gd name="T3" fmla="*/ 35983 h 3"/>
                <a:gd name="T4" fmla="*/ 106362 w 6"/>
                <a:gd name="T5" fmla="*/ 53975 h 3"/>
                <a:gd name="T6" fmla="*/ 106362 w 6"/>
                <a:gd name="T7" fmla="*/ 35983 h 3"/>
                <a:gd name="T8" fmla="*/ 106362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2"/>
                  </a:lnTo>
                  <a:lnTo>
                    <a:pt x="6" y="3"/>
                  </a:lnTo>
                  <a:lnTo>
                    <a:pt x="6" y="2"/>
                  </a:lnTo>
                  <a:lnTo>
                    <a:pt x="6" y="0"/>
                  </a:lnTo>
                </a:path>
              </a:pathLst>
            </a:custGeom>
            <a:noFill/>
            <a:ln w="17526">
              <a:solidFill>
                <a:srgbClr val="CC3300"/>
              </a:solidFill>
              <a:round/>
              <a:headEnd/>
              <a:tailEnd/>
            </a:ln>
          </p:spPr>
          <p:txBody>
            <a:bodyPr/>
            <a:lstStyle/>
            <a:p>
              <a:endParaRPr lang="en-US"/>
            </a:p>
          </p:txBody>
        </p:sp>
        <p:sp>
          <p:nvSpPr>
            <p:cNvPr id="32" name="Freeform 31"/>
            <p:cNvSpPr>
              <a:spLocks/>
            </p:cNvSpPr>
            <p:nvPr/>
          </p:nvSpPr>
          <p:spPr bwMode="auto">
            <a:xfrm>
              <a:off x="6246813" y="3325813"/>
              <a:ext cx="106362" cy="53975"/>
            </a:xfrm>
            <a:custGeom>
              <a:avLst/>
              <a:gdLst>
                <a:gd name="T0" fmla="*/ 106362 w 67"/>
                <a:gd name="T1" fmla="*/ 0 h 34"/>
                <a:gd name="T2" fmla="*/ 0 w 67"/>
                <a:gd name="T3" fmla="*/ 36512 h 34"/>
                <a:gd name="T4" fmla="*/ 106362 w 67"/>
                <a:gd name="T5" fmla="*/ 53975 h 34"/>
                <a:gd name="T6" fmla="*/ 106362 w 67"/>
                <a:gd name="T7" fmla="*/ 36512 h 34"/>
                <a:gd name="T8" fmla="*/ 106362 w 67"/>
                <a:gd name="T9" fmla="*/ 0 h 34"/>
                <a:gd name="T10" fmla="*/ 0 60000 65536"/>
                <a:gd name="T11" fmla="*/ 0 60000 65536"/>
                <a:gd name="T12" fmla="*/ 0 60000 65536"/>
                <a:gd name="T13" fmla="*/ 0 60000 65536"/>
                <a:gd name="T14" fmla="*/ 0 60000 65536"/>
                <a:gd name="T15" fmla="*/ 0 w 67"/>
                <a:gd name="T16" fmla="*/ 0 h 34"/>
                <a:gd name="T17" fmla="*/ 67 w 67"/>
                <a:gd name="T18" fmla="*/ 34 h 34"/>
              </a:gdLst>
              <a:ahLst/>
              <a:cxnLst>
                <a:cxn ang="T10">
                  <a:pos x="T0" y="T1"/>
                </a:cxn>
                <a:cxn ang="T11">
                  <a:pos x="T2" y="T3"/>
                </a:cxn>
                <a:cxn ang="T12">
                  <a:pos x="T4" y="T5"/>
                </a:cxn>
                <a:cxn ang="T13">
                  <a:pos x="T6" y="T7"/>
                </a:cxn>
                <a:cxn ang="T14">
                  <a:pos x="T8" y="T9"/>
                </a:cxn>
              </a:cxnLst>
              <a:rect l="T15" t="T16" r="T17" b="T18"/>
              <a:pathLst>
                <a:path w="67" h="34">
                  <a:moveTo>
                    <a:pt x="67" y="0"/>
                  </a:moveTo>
                  <a:lnTo>
                    <a:pt x="0" y="23"/>
                  </a:lnTo>
                  <a:lnTo>
                    <a:pt x="67" y="34"/>
                  </a:lnTo>
                  <a:lnTo>
                    <a:pt x="67" y="23"/>
                  </a:lnTo>
                  <a:lnTo>
                    <a:pt x="67" y="0"/>
                  </a:lnTo>
                  <a:close/>
                </a:path>
              </a:pathLst>
            </a:custGeom>
            <a:solidFill>
              <a:srgbClr val="CC3300"/>
            </a:solidFill>
            <a:ln w="0">
              <a:solidFill>
                <a:srgbClr val="CC3300"/>
              </a:solidFill>
              <a:round/>
              <a:headEnd/>
              <a:tailEnd/>
            </a:ln>
          </p:spPr>
          <p:txBody>
            <a:bodyPr/>
            <a:lstStyle/>
            <a:p>
              <a:endParaRPr lang="en-US"/>
            </a:p>
          </p:txBody>
        </p:sp>
        <p:sp>
          <p:nvSpPr>
            <p:cNvPr id="33" name="Freeform 32"/>
            <p:cNvSpPr>
              <a:spLocks/>
            </p:cNvSpPr>
            <p:nvPr/>
          </p:nvSpPr>
          <p:spPr bwMode="auto">
            <a:xfrm>
              <a:off x="5599113" y="2451100"/>
              <a:ext cx="963612" cy="911225"/>
            </a:xfrm>
            <a:custGeom>
              <a:avLst/>
              <a:gdLst>
                <a:gd name="T0" fmla="*/ 753369 w 55"/>
                <a:gd name="T1" fmla="*/ 911225 h 52"/>
                <a:gd name="T2" fmla="*/ 963612 w 55"/>
                <a:gd name="T3" fmla="*/ 911225 h 52"/>
                <a:gd name="T4" fmla="*/ 963612 w 55"/>
                <a:gd name="T5" fmla="*/ 0 h 52"/>
                <a:gd name="T6" fmla="*/ 0 w 55"/>
                <a:gd name="T7" fmla="*/ 0 h 52"/>
                <a:gd name="T8" fmla="*/ 0 60000 65536"/>
                <a:gd name="T9" fmla="*/ 0 60000 65536"/>
                <a:gd name="T10" fmla="*/ 0 60000 65536"/>
                <a:gd name="T11" fmla="*/ 0 60000 65536"/>
                <a:gd name="T12" fmla="*/ 0 w 55"/>
                <a:gd name="T13" fmla="*/ 0 h 52"/>
                <a:gd name="T14" fmla="*/ 55 w 55"/>
                <a:gd name="T15" fmla="*/ 52 h 52"/>
              </a:gdLst>
              <a:ahLst/>
              <a:cxnLst>
                <a:cxn ang="T8">
                  <a:pos x="T0" y="T1"/>
                </a:cxn>
                <a:cxn ang="T9">
                  <a:pos x="T2" y="T3"/>
                </a:cxn>
                <a:cxn ang="T10">
                  <a:pos x="T4" y="T5"/>
                </a:cxn>
                <a:cxn ang="T11">
                  <a:pos x="T6" y="T7"/>
                </a:cxn>
              </a:cxnLst>
              <a:rect l="T12" t="T13" r="T14" b="T15"/>
              <a:pathLst>
                <a:path w="55" h="52">
                  <a:moveTo>
                    <a:pt x="43" y="52"/>
                  </a:moveTo>
                  <a:lnTo>
                    <a:pt x="55" y="52"/>
                  </a:lnTo>
                  <a:lnTo>
                    <a:pt x="55" y="0"/>
                  </a:lnTo>
                  <a:lnTo>
                    <a:pt x="0" y="0"/>
                  </a:lnTo>
                </a:path>
              </a:pathLst>
            </a:custGeom>
            <a:noFill/>
            <a:ln w="17526">
              <a:solidFill>
                <a:srgbClr val="CC3300"/>
              </a:solidFill>
              <a:round/>
              <a:headEnd/>
              <a:tailEnd/>
            </a:ln>
          </p:spPr>
          <p:txBody>
            <a:bodyPr/>
            <a:lstStyle/>
            <a:p>
              <a:endParaRPr lang="en-US"/>
            </a:p>
          </p:txBody>
        </p:sp>
        <p:sp>
          <p:nvSpPr>
            <p:cNvPr id="34" name="Freeform 33"/>
            <p:cNvSpPr>
              <a:spLocks/>
            </p:cNvSpPr>
            <p:nvPr/>
          </p:nvSpPr>
          <p:spPr bwMode="auto">
            <a:xfrm>
              <a:off x="3289300" y="3325813"/>
              <a:ext cx="104775" cy="53975"/>
            </a:xfrm>
            <a:custGeom>
              <a:avLst/>
              <a:gdLst>
                <a:gd name="T0" fmla="*/ 104775 w 6"/>
                <a:gd name="T1" fmla="*/ 0 h 3"/>
                <a:gd name="T2" fmla="*/ 0 w 6"/>
                <a:gd name="T3" fmla="*/ 35983 h 3"/>
                <a:gd name="T4" fmla="*/ 104775 w 6"/>
                <a:gd name="T5" fmla="*/ 53975 h 3"/>
                <a:gd name="T6" fmla="*/ 104775 w 6"/>
                <a:gd name="T7" fmla="*/ 35983 h 3"/>
                <a:gd name="T8" fmla="*/ 10477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2"/>
                  </a:lnTo>
                  <a:lnTo>
                    <a:pt x="6" y="3"/>
                  </a:lnTo>
                  <a:lnTo>
                    <a:pt x="6" y="2"/>
                  </a:lnTo>
                  <a:lnTo>
                    <a:pt x="6" y="0"/>
                  </a:lnTo>
                </a:path>
              </a:pathLst>
            </a:custGeom>
            <a:noFill/>
            <a:ln w="17526">
              <a:solidFill>
                <a:srgbClr val="CC3300"/>
              </a:solidFill>
              <a:round/>
              <a:headEnd/>
              <a:tailEnd/>
            </a:ln>
          </p:spPr>
          <p:txBody>
            <a:bodyPr/>
            <a:lstStyle/>
            <a:p>
              <a:endParaRPr lang="en-US"/>
            </a:p>
          </p:txBody>
        </p:sp>
        <p:sp>
          <p:nvSpPr>
            <p:cNvPr id="35" name="Freeform 34"/>
            <p:cNvSpPr>
              <a:spLocks/>
            </p:cNvSpPr>
            <p:nvPr/>
          </p:nvSpPr>
          <p:spPr bwMode="auto">
            <a:xfrm>
              <a:off x="3289300" y="3325813"/>
              <a:ext cx="104775" cy="53975"/>
            </a:xfrm>
            <a:custGeom>
              <a:avLst/>
              <a:gdLst>
                <a:gd name="T0" fmla="*/ 104775 w 66"/>
                <a:gd name="T1" fmla="*/ 0 h 34"/>
                <a:gd name="T2" fmla="*/ 0 w 66"/>
                <a:gd name="T3" fmla="*/ 36512 h 34"/>
                <a:gd name="T4" fmla="*/ 104775 w 66"/>
                <a:gd name="T5" fmla="*/ 53975 h 34"/>
                <a:gd name="T6" fmla="*/ 104775 w 66"/>
                <a:gd name="T7" fmla="*/ 36512 h 34"/>
                <a:gd name="T8" fmla="*/ 104775 w 66"/>
                <a:gd name="T9" fmla="*/ 0 h 34"/>
                <a:gd name="T10" fmla="*/ 0 60000 65536"/>
                <a:gd name="T11" fmla="*/ 0 60000 65536"/>
                <a:gd name="T12" fmla="*/ 0 60000 65536"/>
                <a:gd name="T13" fmla="*/ 0 60000 65536"/>
                <a:gd name="T14" fmla="*/ 0 60000 65536"/>
                <a:gd name="T15" fmla="*/ 0 w 66"/>
                <a:gd name="T16" fmla="*/ 0 h 34"/>
                <a:gd name="T17" fmla="*/ 66 w 66"/>
                <a:gd name="T18" fmla="*/ 34 h 34"/>
              </a:gdLst>
              <a:ahLst/>
              <a:cxnLst>
                <a:cxn ang="T10">
                  <a:pos x="T0" y="T1"/>
                </a:cxn>
                <a:cxn ang="T11">
                  <a:pos x="T2" y="T3"/>
                </a:cxn>
                <a:cxn ang="T12">
                  <a:pos x="T4" y="T5"/>
                </a:cxn>
                <a:cxn ang="T13">
                  <a:pos x="T6" y="T7"/>
                </a:cxn>
                <a:cxn ang="T14">
                  <a:pos x="T8" y="T9"/>
                </a:cxn>
              </a:cxnLst>
              <a:rect l="T15" t="T16" r="T17" b="T18"/>
              <a:pathLst>
                <a:path w="66" h="34">
                  <a:moveTo>
                    <a:pt x="66" y="0"/>
                  </a:moveTo>
                  <a:lnTo>
                    <a:pt x="0" y="23"/>
                  </a:lnTo>
                  <a:lnTo>
                    <a:pt x="66" y="34"/>
                  </a:lnTo>
                  <a:lnTo>
                    <a:pt x="66" y="23"/>
                  </a:lnTo>
                  <a:lnTo>
                    <a:pt x="66" y="0"/>
                  </a:lnTo>
                  <a:close/>
                </a:path>
              </a:pathLst>
            </a:custGeom>
            <a:solidFill>
              <a:srgbClr val="CC3300"/>
            </a:solidFill>
            <a:ln w="0">
              <a:solidFill>
                <a:srgbClr val="CC3300"/>
              </a:solidFill>
              <a:round/>
              <a:headEnd/>
              <a:tailEnd/>
            </a:ln>
          </p:spPr>
          <p:txBody>
            <a:bodyPr/>
            <a:lstStyle/>
            <a:p>
              <a:endParaRPr lang="en-US"/>
            </a:p>
          </p:txBody>
        </p:sp>
        <p:sp>
          <p:nvSpPr>
            <p:cNvPr id="36" name="Freeform 35"/>
            <p:cNvSpPr>
              <a:spLocks/>
            </p:cNvSpPr>
            <p:nvPr/>
          </p:nvSpPr>
          <p:spPr bwMode="auto">
            <a:xfrm>
              <a:off x="3411538" y="2451100"/>
              <a:ext cx="595312" cy="911225"/>
            </a:xfrm>
            <a:custGeom>
              <a:avLst/>
              <a:gdLst>
                <a:gd name="T0" fmla="*/ 0 w 34"/>
                <a:gd name="T1" fmla="*/ 911225 h 52"/>
                <a:gd name="T2" fmla="*/ 192601 w 34"/>
                <a:gd name="T3" fmla="*/ 911225 h 52"/>
                <a:gd name="T4" fmla="*/ 192601 w 34"/>
                <a:gd name="T5" fmla="*/ 0 h 52"/>
                <a:gd name="T6" fmla="*/ 595312 w 34"/>
                <a:gd name="T7" fmla="*/ 0 h 52"/>
                <a:gd name="T8" fmla="*/ 0 60000 65536"/>
                <a:gd name="T9" fmla="*/ 0 60000 65536"/>
                <a:gd name="T10" fmla="*/ 0 60000 65536"/>
                <a:gd name="T11" fmla="*/ 0 60000 65536"/>
                <a:gd name="T12" fmla="*/ 0 w 34"/>
                <a:gd name="T13" fmla="*/ 0 h 52"/>
                <a:gd name="T14" fmla="*/ 34 w 34"/>
                <a:gd name="T15" fmla="*/ 52 h 52"/>
              </a:gdLst>
              <a:ahLst/>
              <a:cxnLst>
                <a:cxn ang="T8">
                  <a:pos x="T0" y="T1"/>
                </a:cxn>
                <a:cxn ang="T9">
                  <a:pos x="T2" y="T3"/>
                </a:cxn>
                <a:cxn ang="T10">
                  <a:pos x="T4" y="T5"/>
                </a:cxn>
                <a:cxn ang="T11">
                  <a:pos x="T6" y="T7"/>
                </a:cxn>
              </a:cxnLst>
              <a:rect l="T12" t="T13" r="T14" b="T15"/>
              <a:pathLst>
                <a:path w="34" h="52">
                  <a:moveTo>
                    <a:pt x="0" y="52"/>
                  </a:moveTo>
                  <a:lnTo>
                    <a:pt x="11" y="52"/>
                  </a:lnTo>
                  <a:lnTo>
                    <a:pt x="11" y="0"/>
                  </a:lnTo>
                  <a:lnTo>
                    <a:pt x="34" y="0"/>
                  </a:lnTo>
                </a:path>
              </a:pathLst>
            </a:custGeom>
            <a:noFill/>
            <a:ln w="17526">
              <a:solidFill>
                <a:srgbClr val="CC3300"/>
              </a:solidFill>
              <a:round/>
              <a:headEnd/>
              <a:tailEnd/>
            </a:ln>
          </p:spPr>
          <p:txBody>
            <a:bodyPr/>
            <a:lstStyle/>
            <a:p>
              <a:endParaRPr lang="en-US"/>
            </a:p>
          </p:txBody>
        </p:sp>
        <p:sp>
          <p:nvSpPr>
            <p:cNvPr id="37" name="Line 36"/>
            <p:cNvSpPr>
              <a:spLocks noChangeShapeType="1"/>
            </p:cNvSpPr>
            <p:nvPr/>
          </p:nvSpPr>
          <p:spPr bwMode="auto">
            <a:xfrm flipV="1">
              <a:off x="5757863" y="2854325"/>
              <a:ext cx="1587" cy="331788"/>
            </a:xfrm>
            <a:prstGeom prst="line">
              <a:avLst/>
            </a:prstGeom>
            <a:noFill/>
            <a:ln w="17463">
              <a:solidFill>
                <a:srgbClr val="000000"/>
              </a:solidFill>
              <a:round/>
              <a:headEnd/>
              <a:tailEnd/>
            </a:ln>
          </p:spPr>
          <p:txBody>
            <a:bodyPr/>
            <a:lstStyle/>
            <a:p>
              <a:endParaRPr lang="en-US"/>
            </a:p>
          </p:txBody>
        </p:sp>
        <p:sp>
          <p:nvSpPr>
            <p:cNvPr id="38" name="Line 37"/>
            <p:cNvSpPr>
              <a:spLocks noChangeShapeType="1"/>
            </p:cNvSpPr>
            <p:nvPr/>
          </p:nvSpPr>
          <p:spPr bwMode="auto">
            <a:xfrm flipH="1">
              <a:off x="5302250" y="3186113"/>
              <a:ext cx="909638" cy="1587"/>
            </a:xfrm>
            <a:prstGeom prst="line">
              <a:avLst/>
            </a:prstGeom>
            <a:noFill/>
            <a:ln w="17463">
              <a:solidFill>
                <a:srgbClr val="000000"/>
              </a:solidFill>
              <a:round/>
              <a:headEnd/>
              <a:tailEnd/>
            </a:ln>
          </p:spPr>
          <p:txBody>
            <a:bodyPr/>
            <a:lstStyle/>
            <a:p>
              <a:endParaRPr lang="en-US"/>
            </a:p>
          </p:txBody>
        </p:sp>
        <p:sp>
          <p:nvSpPr>
            <p:cNvPr id="39" name="Rectangle 38"/>
            <p:cNvSpPr>
              <a:spLocks noChangeArrowheads="1"/>
            </p:cNvSpPr>
            <p:nvPr/>
          </p:nvSpPr>
          <p:spPr bwMode="auto">
            <a:xfrm>
              <a:off x="5302250" y="2854325"/>
              <a:ext cx="909638" cy="1014413"/>
            </a:xfrm>
            <a:prstGeom prst="rect">
              <a:avLst/>
            </a:prstGeom>
            <a:noFill/>
            <a:ln w="17463">
              <a:solidFill>
                <a:srgbClr val="000000"/>
              </a:solidFill>
              <a:miter lim="800000"/>
              <a:headEnd/>
              <a:tailEnd/>
            </a:ln>
          </p:spPr>
          <p:txBody>
            <a:bodyPr/>
            <a:lstStyle/>
            <a:p>
              <a:endParaRPr lang="en-US">
                <a:latin typeface="Corbel" pitchFamily="34" charset="0"/>
              </a:endParaRPr>
            </a:p>
          </p:txBody>
        </p:sp>
        <p:sp>
          <p:nvSpPr>
            <p:cNvPr id="40" name="Rectangle 39"/>
            <p:cNvSpPr>
              <a:spLocks noChangeArrowheads="1"/>
            </p:cNvSpPr>
            <p:nvPr/>
          </p:nvSpPr>
          <p:spPr bwMode="auto">
            <a:xfrm>
              <a:off x="5827713" y="2906713"/>
              <a:ext cx="312737"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DBR</a:t>
              </a:r>
              <a:endParaRPr lang="en-CA" sz="2400">
                <a:latin typeface="Corbel" pitchFamily="34" charset="0"/>
              </a:endParaRPr>
            </a:p>
          </p:txBody>
        </p:sp>
        <p:sp>
          <p:nvSpPr>
            <p:cNvPr id="41" name="Rectangle 40"/>
            <p:cNvSpPr>
              <a:spLocks noChangeArrowheads="1"/>
            </p:cNvSpPr>
            <p:nvPr/>
          </p:nvSpPr>
          <p:spPr bwMode="auto">
            <a:xfrm>
              <a:off x="5372100" y="2906713"/>
              <a:ext cx="312738"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ABR</a:t>
              </a:r>
              <a:endParaRPr lang="en-CA" sz="2400">
                <a:latin typeface="Corbel" pitchFamily="34" charset="0"/>
              </a:endParaRPr>
            </a:p>
          </p:txBody>
        </p:sp>
        <p:sp>
          <p:nvSpPr>
            <p:cNvPr id="42" name="Rectangle 41"/>
            <p:cNvSpPr>
              <a:spLocks noChangeArrowheads="1"/>
            </p:cNvSpPr>
            <p:nvPr/>
          </p:nvSpPr>
          <p:spPr bwMode="auto">
            <a:xfrm>
              <a:off x="3902075" y="2906713"/>
              <a:ext cx="312738"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ABR</a:t>
              </a:r>
              <a:endParaRPr lang="en-CA" sz="2400">
                <a:latin typeface="Corbel" pitchFamily="34" charset="0"/>
              </a:endParaRPr>
            </a:p>
          </p:txBody>
        </p:sp>
        <p:sp>
          <p:nvSpPr>
            <p:cNvPr id="43" name="Rectangle 42"/>
            <p:cNvSpPr>
              <a:spLocks noChangeArrowheads="1"/>
            </p:cNvSpPr>
            <p:nvPr/>
          </p:nvSpPr>
          <p:spPr bwMode="auto">
            <a:xfrm>
              <a:off x="4357688" y="2906713"/>
              <a:ext cx="312737"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DBR</a:t>
              </a:r>
              <a:endParaRPr lang="en-CA" sz="2400">
                <a:latin typeface="Corbel" pitchFamily="34" charset="0"/>
              </a:endParaRPr>
            </a:p>
          </p:txBody>
        </p:sp>
        <p:sp>
          <p:nvSpPr>
            <p:cNvPr id="44" name="Rectangle 43"/>
            <p:cNvSpPr>
              <a:spLocks noChangeArrowheads="1"/>
            </p:cNvSpPr>
            <p:nvPr/>
          </p:nvSpPr>
          <p:spPr bwMode="auto">
            <a:xfrm>
              <a:off x="3832225" y="2854325"/>
              <a:ext cx="909638" cy="1014413"/>
            </a:xfrm>
            <a:prstGeom prst="rect">
              <a:avLst/>
            </a:prstGeom>
            <a:noFill/>
            <a:ln w="17463">
              <a:solidFill>
                <a:srgbClr val="000000"/>
              </a:solidFill>
              <a:miter lim="800000"/>
              <a:headEnd/>
              <a:tailEnd/>
            </a:ln>
          </p:spPr>
          <p:txBody>
            <a:bodyPr/>
            <a:lstStyle/>
            <a:p>
              <a:endParaRPr lang="en-US">
                <a:latin typeface="Corbel" pitchFamily="34" charset="0"/>
              </a:endParaRPr>
            </a:p>
          </p:txBody>
        </p:sp>
        <p:sp>
          <p:nvSpPr>
            <p:cNvPr id="45" name="Line 44"/>
            <p:cNvSpPr>
              <a:spLocks noChangeShapeType="1"/>
            </p:cNvSpPr>
            <p:nvPr/>
          </p:nvSpPr>
          <p:spPr bwMode="auto">
            <a:xfrm flipH="1">
              <a:off x="3832225" y="3186113"/>
              <a:ext cx="909638" cy="1587"/>
            </a:xfrm>
            <a:prstGeom prst="line">
              <a:avLst/>
            </a:prstGeom>
            <a:noFill/>
            <a:ln w="17463">
              <a:solidFill>
                <a:srgbClr val="000000"/>
              </a:solidFill>
              <a:round/>
              <a:headEnd/>
              <a:tailEnd/>
            </a:ln>
          </p:spPr>
          <p:txBody>
            <a:bodyPr/>
            <a:lstStyle/>
            <a:p>
              <a:endParaRPr lang="en-US"/>
            </a:p>
          </p:txBody>
        </p:sp>
        <p:sp>
          <p:nvSpPr>
            <p:cNvPr id="46" name="Line 45"/>
            <p:cNvSpPr>
              <a:spLocks noChangeShapeType="1"/>
            </p:cNvSpPr>
            <p:nvPr/>
          </p:nvSpPr>
          <p:spPr bwMode="auto">
            <a:xfrm flipV="1">
              <a:off x="4286250" y="2854325"/>
              <a:ext cx="1588" cy="331788"/>
            </a:xfrm>
            <a:prstGeom prst="line">
              <a:avLst/>
            </a:prstGeom>
            <a:noFill/>
            <a:ln w="17463">
              <a:solidFill>
                <a:srgbClr val="000000"/>
              </a:solidFill>
              <a:round/>
              <a:headEnd/>
              <a:tailEnd/>
            </a:ln>
          </p:spPr>
          <p:txBody>
            <a:bodyPr/>
            <a:lstStyle/>
            <a:p>
              <a:endParaRPr lang="en-US"/>
            </a:p>
          </p:txBody>
        </p:sp>
        <p:sp>
          <p:nvSpPr>
            <p:cNvPr id="47" name="Rectangle 46"/>
            <p:cNvSpPr>
              <a:spLocks noChangeArrowheads="1"/>
            </p:cNvSpPr>
            <p:nvPr/>
          </p:nvSpPr>
          <p:spPr bwMode="auto">
            <a:xfrm>
              <a:off x="2432050" y="2906713"/>
              <a:ext cx="312738"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ABR</a:t>
              </a:r>
              <a:endParaRPr lang="en-CA" sz="2400">
                <a:latin typeface="Corbel" pitchFamily="34" charset="0"/>
              </a:endParaRPr>
            </a:p>
          </p:txBody>
        </p:sp>
        <p:sp>
          <p:nvSpPr>
            <p:cNvPr id="48" name="Rectangle 47"/>
            <p:cNvSpPr>
              <a:spLocks noChangeArrowheads="1"/>
            </p:cNvSpPr>
            <p:nvPr/>
          </p:nvSpPr>
          <p:spPr bwMode="auto">
            <a:xfrm>
              <a:off x="2886075" y="2906713"/>
              <a:ext cx="312738"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DBR</a:t>
              </a:r>
              <a:endParaRPr lang="en-CA" sz="2400">
                <a:latin typeface="Corbel" pitchFamily="34" charset="0"/>
              </a:endParaRPr>
            </a:p>
          </p:txBody>
        </p:sp>
        <p:sp>
          <p:nvSpPr>
            <p:cNvPr id="49" name="Rectangle 48"/>
            <p:cNvSpPr>
              <a:spLocks noChangeArrowheads="1"/>
            </p:cNvSpPr>
            <p:nvPr/>
          </p:nvSpPr>
          <p:spPr bwMode="auto">
            <a:xfrm>
              <a:off x="2362200" y="2854325"/>
              <a:ext cx="909638" cy="1014413"/>
            </a:xfrm>
            <a:prstGeom prst="rect">
              <a:avLst/>
            </a:prstGeom>
            <a:noFill/>
            <a:ln w="17463">
              <a:solidFill>
                <a:srgbClr val="000000"/>
              </a:solidFill>
              <a:miter lim="800000"/>
              <a:headEnd/>
              <a:tailEnd/>
            </a:ln>
          </p:spPr>
          <p:txBody>
            <a:bodyPr/>
            <a:lstStyle/>
            <a:p>
              <a:endParaRPr lang="en-US">
                <a:latin typeface="Corbel" pitchFamily="34" charset="0"/>
              </a:endParaRPr>
            </a:p>
          </p:txBody>
        </p:sp>
        <p:sp>
          <p:nvSpPr>
            <p:cNvPr id="50" name="Line 49"/>
            <p:cNvSpPr>
              <a:spLocks noChangeShapeType="1"/>
            </p:cNvSpPr>
            <p:nvPr/>
          </p:nvSpPr>
          <p:spPr bwMode="auto">
            <a:xfrm flipH="1">
              <a:off x="2362200" y="3186113"/>
              <a:ext cx="909638" cy="1587"/>
            </a:xfrm>
            <a:prstGeom prst="line">
              <a:avLst/>
            </a:prstGeom>
            <a:noFill/>
            <a:ln w="17463">
              <a:solidFill>
                <a:srgbClr val="000000"/>
              </a:solidFill>
              <a:round/>
              <a:headEnd/>
              <a:tailEnd/>
            </a:ln>
          </p:spPr>
          <p:txBody>
            <a:bodyPr/>
            <a:lstStyle/>
            <a:p>
              <a:endParaRPr lang="en-US"/>
            </a:p>
          </p:txBody>
        </p:sp>
        <p:sp>
          <p:nvSpPr>
            <p:cNvPr id="51" name="Line 50"/>
            <p:cNvSpPr>
              <a:spLocks noChangeShapeType="1"/>
            </p:cNvSpPr>
            <p:nvPr/>
          </p:nvSpPr>
          <p:spPr bwMode="auto">
            <a:xfrm flipV="1">
              <a:off x="2816225" y="2854325"/>
              <a:ext cx="1588" cy="331788"/>
            </a:xfrm>
            <a:prstGeom prst="line">
              <a:avLst/>
            </a:prstGeom>
            <a:noFill/>
            <a:ln w="17463">
              <a:solidFill>
                <a:srgbClr val="000000"/>
              </a:solidFill>
              <a:round/>
              <a:headEnd/>
              <a:tailEnd/>
            </a:ln>
          </p:spPr>
          <p:txBody>
            <a:bodyPr/>
            <a:lstStyle/>
            <a:p>
              <a:endParaRPr lang="en-US"/>
            </a:p>
          </p:txBody>
        </p:sp>
        <p:sp>
          <p:nvSpPr>
            <p:cNvPr id="52" name="Freeform 51"/>
            <p:cNvSpPr>
              <a:spLocks/>
            </p:cNvSpPr>
            <p:nvPr/>
          </p:nvSpPr>
          <p:spPr bwMode="auto">
            <a:xfrm>
              <a:off x="3079750" y="1944688"/>
              <a:ext cx="1504950" cy="104775"/>
            </a:xfrm>
            <a:custGeom>
              <a:avLst/>
              <a:gdLst>
                <a:gd name="T0" fmla="*/ 1504950 w 86"/>
                <a:gd name="T1" fmla="*/ 0 h 6"/>
                <a:gd name="T2" fmla="*/ 1504950 w 86"/>
                <a:gd name="T3" fmla="*/ 104775 h 6"/>
                <a:gd name="T4" fmla="*/ 1399954 w 86"/>
                <a:gd name="T5" fmla="*/ 104775 h 6"/>
                <a:gd name="T6" fmla="*/ 104997 w 86"/>
                <a:gd name="T7" fmla="*/ 104775 h 6"/>
                <a:gd name="T8" fmla="*/ 0 w 86"/>
                <a:gd name="T9" fmla="*/ 104775 h 6"/>
                <a:gd name="T10" fmla="*/ 0 w 86"/>
                <a:gd name="T11" fmla="*/ 0 h 6"/>
                <a:gd name="T12" fmla="*/ 0 60000 65536"/>
                <a:gd name="T13" fmla="*/ 0 60000 65536"/>
                <a:gd name="T14" fmla="*/ 0 60000 65536"/>
                <a:gd name="T15" fmla="*/ 0 60000 65536"/>
                <a:gd name="T16" fmla="*/ 0 60000 65536"/>
                <a:gd name="T17" fmla="*/ 0 60000 65536"/>
                <a:gd name="T18" fmla="*/ 0 w 86"/>
                <a:gd name="T19" fmla="*/ 0 h 6"/>
                <a:gd name="T20" fmla="*/ 86 w 86"/>
                <a:gd name="T21" fmla="*/ 6 h 6"/>
              </a:gdLst>
              <a:ahLst/>
              <a:cxnLst>
                <a:cxn ang="T12">
                  <a:pos x="T0" y="T1"/>
                </a:cxn>
                <a:cxn ang="T13">
                  <a:pos x="T2" y="T3"/>
                </a:cxn>
                <a:cxn ang="T14">
                  <a:pos x="T4" y="T5"/>
                </a:cxn>
                <a:cxn ang="T15">
                  <a:pos x="T6" y="T7"/>
                </a:cxn>
                <a:cxn ang="T16">
                  <a:pos x="T8" y="T9"/>
                </a:cxn>
                <a:cxn ang="T17">
                  <a:pos x="T10" y="T11"/>
                </a:cxn>
              </a:cxnLst>
              <a:rect l="T18" t="T19" r="T20" b="T21"/>
              <a:pathLst>
                <a:path w="86" h="6">
                  <a:moveTo>
                    <a:pt x="86" y="0"/>
                  </a:moveTo>
                  <a:lnTo>
                    <a:pt x="86" y="6"/>
                  </a:lnTo>
                  <a:lnTo>
                    <a:pt x="80" y="6"/>
                  </a:lnTo>
                  <a:lnTo>
                    <a:pt x="6" y="6"/>
                  </a:lnTo>
                  <a:lnTo>
                    <a:pt x="0" y="6"/>
                  </a:lnTo>
                  <a:lnTo>
                    <a:pt x="0" y="0"/>
                  </a:lnTo>
                </a:path>
              </a:pathLst>
            </a:custGeom>
            <a:noFill/>
            <a:ln w="17463">
              <a:solidFill>
                <a:srgbClr val="000000"/>
              </a:solidFill>
              <a:round/>
              <a:headEnd/>
              <a:tailEnd/>
            </a:ln>
          </p:spPr>
          <p:txBody>
            <a:bodyPr/>
            <a:lstStyle/>
            <a:p>
              <a:endParaRPr lang="en-US"/>
            </a:p>
          </p:txBody>
        </p:sp>
        <p:sp>
          <p:nvSpPr>
            <p:cNvPr id="53" name="Freeform 52"/>
            <p:cNvSpPr>
              <a:spLocks/>
            </p:cNvSpPr>
            <p:nvPr/>
          </p:nvSpPr>
          <p:spPr bwMode="auto">
            <a:xfrm>
              <a:off x="4672013" y="1944688"/>
              <a:ext cx="822325" cy="104775"/>
            </a:xfrm>
            <a:custGeom>
              <a:avLst/>
              <a:gdLst>
                <a:gd name="T0" fmla="*/ 822325 w 47"/>
                <a:gd name="T1" fmla="*/ 0 h 6"/>
                <a:gd name="T2" fmla="*/ 822325 w 47"/>
                <a:gd name="T3" fmla="*/ 104775 h 6"/>
                <a:gd name="T4" fmla="*/ 717347 w 47"/>
                <a:gd name="T5" fmla="*/ 104775 h 6"/>
                <a:gd name="T6" fmla="*/ 104978 w 47"/>
                <a:gd name="T7" fmla="*/ 104775 h 6"/>
                <a:gd name="T8" fmla="*/ 0 w 47"/>
                <a:gd name="T9" fmla="*/ 104775 h 6"/>
                <a:gd name="T10" fmla="*/ 0 w 47"/>
                <a:gd name="T11" fmla="*/ 0 h 6"/>
                <a:gd name="T12" fmla="*/ 0 60000 65536"/>
                <a:gd name="T13" fmla="*/ 0 60000 65536"/>
                <a:gd name="T14" fmla="*/ 0 60000 65536"/>
                <a:gd name="T15" fmla="*/ 0 60000 65536"/>
                <a:gd name="T16" fmla="*/ 0 60000 65536"/>
                <a:gd name="T17" fmla="*/ 0 60000 65536"/>
                <a:gd name="T18" fmla="*/ 0 w 47"/>
                <a:gd name="T19" fmla="*/ 0 h 6"/>
                <a:gd name="T20" fmla="*/ 47 w 47"/>
                <a:gd name="T21" fmla="*/ 6 h 6"/>
              </a:gdLst>
              <a:ahLst/>
              <a:cxnLst>
                <a:cxn ang="T12">
                  <a:pos x="T0" y="T1"/>
                </a:cxn>
                <a:cxn ang="T13">
                  <a:pos x="T2" y="T3"/>
                </a:cxn>
                <a:cxn ang="T14">
                  <a:pos x="T4" y="T5"/>
                </a:cxn>
                <a:cxn ang="T15">
                  <a:pos x="T6" y="T7"/>
                </a:cxn>
                <a:cxn ang="T16">
                  <a:pos x="T8" y="T9"/>
                </a:cxn>
                <a:cxn ang="T17">
                  <a:pos x="T10" y="T11"/>
                </a:cxn>
              </a:cxnLst>
              <a:rect l="T18" t="T19" r="T20" b="T21"/>
              <a:pathLst>
                <a:path w="47" h="6">
                  <a:moveTo>
                    <a:pt x="47" y="0"/>
                  </a:moveTo>
                  <a:lnTo>
                    <a:pt x="47" y="6"/>
                  </a:lnTo>
                  <a:lnTo>
                    <a:pt x="41" y="6"/>
                  </a:lnTo>
                  <a:lnTo>
                    <a:pt x="6" y="6"/>
                  </a:lnTo>
                  <a:lnTo>
                    <a:pt x="0" y="6"/>
                  </a:lnTo>
                  <a:lnTo>
                    <a:pt x="0" y="0"/>
                  </a:lnTo>
                </a:path>
              </a:pathLst>
            </a:custGeom>
            <a:noFill/>
            <a:ln w="17526">
              <a:solidFill>
                <a:srgbClr val="CC3300"/>
              </a:solidFill>
              <a:round/>
              <a:headEnd/>
              <a:tailEnd/>
            </a:ln>
          </p:spPr>
          <p:txBody>
            <a:bodyPr/>
            <a:lstStyle/>
            <a:p>
              <a:endParaRPr lang="en-US"/>
            </a:p>
          </p:txBody>
        </p:sp>
        <p:sp>
          <p:nvSpPr>
            <p:cNvPr id="54" name="Freeform 53"/>
            <p:cNvSpPr>
              <a:spLocks/>
            </p:cNvSpPr>
            <p:nvPr/>
          </p:nvSpPr>
          <p:spPr bwMode="auto">
            <a:xfrm>
              <a:off x="4759325" y="3325813"/>
              <a:ext cx="104775" cy="53975"/>
            </a:xfrm>
            <a:custGeom>
              <a:avLst/>
              <a:gdLst>
                <a:gd name="T0" fmla="*/ 104775 w 6"/>
                <a:gd name="T1" fmla="*/ 0 h 3"/>
                <a:gd name="T2" fmla="*/ 0 w 6"/>
                <a:gd name="T3" fmla="*/ 35983 h 3"/>
                <a:gd name="T4" fmla="*/ 104775 w 6"/>
                <a:gd name="T5" fmla="*/ 53975 h 3"/>
                <a:gd name="T6" fmla="*/ 104775 w 6"/>
                <a:gd name="T7" fmla="*/ 35983 h 3"/>
                <a:gd name="T8" fmla="*/ 10477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2"/>
                  </a:lnTo>
                  <a:lnTo>
                    <a:pt x="6" y="3"/>
                  </a:lnTo>
                  <a:lnTo>
                    <a:pt x="6" y="2"/>
                  </a:lnTo>
                  <a:lnTo>
                    <a:pt x="6" y="0"/>
                  </a:lnTo>
                </a:path>
              </a:pathLst>
            </a:custGeom>
            <a:noFill/>
            <a:ln w="17526">
              <a:solidFill>
                <a:srgbClr val="CC3300"/>
              </a:solidFill>
              <a:round/>
              <a:headEnd/>
              <a:tailEnd/>
            </a:ln>
          </p:spPr>
          <p:txBody>
            <a:bodyPr/>
            <a:lstStyle/>
            <a:p>
              <a:endParaRPr lang="en-US"/>
            </a:p>
          </p:txBody>
        </p:sp>
        <p:sp>
          <p:nvSpPr>
            <p:cNvPr id="55" name="Freeform 54"/>
            <p:cNvSpPr>
              <a:spLocks/>
            </p:cNvSpPr>
            <p:nvPr/>
          </p:nvSpPr>
          <p:spPr bwMode="auto">
            <a:xfrm>
              <a:off x="4759325" y="3325813"/>
              <a:ext cx="104775" cy="53975"/>
            </a:xfrm>
            <a:custGeom>
              <a:avLst/>
              <a:gdLst>
                <a:gd name="T0" fmla="*/ 104775 w 66"/>
                <a:gd name="T1" fmla="*/ 0 h 34"/>
                <a:gd name="T2" fmla="*/ 0 w 66"/>
                <a:gd name="T3" fmla="*/ 36512 h 34"/>
                <a:gd name="T4" fmla="*/ 104775 w 66"/>
                <a:gd name="T5" fmla="*/ 53975 h 34"/>
                <a:gd name="T6" fmla="*/ 104775 w 66"/>
                <a:gd name="T7" fmla="*/ 36512 h 34"/>
                <a:gd name="T8" fmla="*/ 104775 w 66"/>
                <a:gd name="T9" fmla="*/ 0 h 34"/>
                <a:gd name="T10" fmla="*/ 0 60000 65536"/>
                <a:gd name="T11" fmla="*/ 0 60000 65536"/>
                <a:gd name="T12" fmla="*/ 0 60000 65536"/>
                <a:gd name="T13" fmla="*/ 0 60000 65536"/>
                <a:gd name="T14" fmla="*/ 0 60000 65536"/>
                <a:gd name="T15" fmla="*/ 0 w 66"/>
                <a:gd name="T16" fmla="*/ 0 h 34"/>
                <a:gd name="T17" fmla="*/ 66 w 66"/>
                <a:gd name="T18" fmla="*/ 34 h 34"/>
              </a:gdLst>
              <a:ahLst/>
              <a:cxnLst>
                <a:cxn ang="T10">
                  <a:pos x="T0" y="T1"/>
                </a:cxn>
                <a:cxn ang="T11">
                  <a:pos x="T2" y="T3"/>
                </a:cxn>
                <a:cxn ang="T12">
                  <a:pos x="T4" y="T5"/>
                </a:cxn>
                <a:cxn ang="T13">
                  <a:pos x="T6" y="T7"/>
                </a:cxn>
                <a:cxn ang="T14">
                  <a:pos x="T8" y="T9"/>
                </a:cxn>
              </a:cxnLst>
              <a:rect l="T15" t="T16" r="T17" b="T18"/>
              <a:pathLst>
                <a:path w="66" h="34">
                  <a:moveTo>
                    <a:pt x="66" y="0"/>
                  </a:moveTo>
                  <a:lnTo>
                    <a:pt x="0" y="23"/>
                  </a:lnTo>
                  <a:lnTo>
                    <a:pt x="66" y="34"/>
                  </a:lnTo>
                  <a:lnTo>
                    <a:pt x="66" y="23"/>
                  </a:lnTo>
                  <a:lnTo>
                    <a:pt x="66" y="0"/>
                  </a:lnTo>
                  <a:close/>
                </a:path>
              </a:pathLst>
            </a:custGeom>
            <a:solidFill>
              <a:srgbClr val="CC3300"/>
            </a:solidFill>
            <a:ln w="0">
              <a:solidFill>
                <a:srgbClr val="CC3300"/>
              </a:solidFill>
              <a:round/>
              <a:headEnd/>
              <a:tailEnd/>
            </a:ln>
          </p:spPr>
          <p:txBody>
            <a:bodyPr/>
            <a:lstStyle/>
            <a:p>
              <a:endParaRPr lang="en-US"/>
            </a:p>
          </p:txBody>
        </p:sp>
        <p:sp>
          <p:nvSpPr>
            <p:cNvPr id="56" name="Freeform 55"/>
            <p:cNvSpPr>
              <a:spLocks/>
            </p:cNvSpPr>
            <p:nvPr/>
          </p:nvSpPr>
          <p:spPr bwMode="auto">
            <a:xfrm>
              <a:off x="4881563" y="2049463"/>
              <a:ext cx="193675" cy="1312862"/>
            </a:xfrm>
            <a:custGeom>
              <a:avLst/>
              <a:gdLst>
                <a:gd name="T0" fmla="*/ 0 w 11"/>
                <a:gd name="T1" fmla="*/ 1312862 h 75"/>
                <a:gd name="T2" fmla="*/ 193675 w 11"/>
                <a:gd name="T3" fmla="*/ 1312862 h 75"/>
                <a:gd name="T4" fmla="*/ 193675 w 11"/>
                <a:gd name="T5" fmla="*/ 0 h 75"/>
                <a:gd name="T6" fmla="*/ 0 60000 65536"/>
                <a:gd name="T7" fmla="*/ 0 60000 65536"/>
                <a:gd name="T8" fmla="*/ 0 60000 65536"/>
                <a:gd name="T9" fmla="*/ 0 w 11"/>
                <a:gd name="T10" fmla="*/ 0 h 75"/>
                <a:gd name="T11" fmla="*/ 11 w 11"/>
                <a:gd name="T12" fmla="*/ 75 h 75"/>
              </a:gdLst>
              <a:ahLst/>
              <a:cxnLst>
                <a:cxn ang="T6">
                  <a:pos x="T0" y="T1"/>
                </a:cxn>
                <a:cxn ang="T7">
                  <a:pos x="T2" y="T3"/>
                </a:cxn>
                <a:cxn ang="T8">
                  <a:pos x="T4" y="T5"/>
                </a:cxn>
              </a:cxnLst>
              <a:rect l="T9" t="T10" r="T11" b="T12"/>
              <a:pathLst>
                <a:path w="11" h="75">
                  <a:moveTo>
                    <a:pt x="0" y="75"/>
                  </a:moveTo>
                  <a:lnTo>
                    <a:pt x="11" y="75"/>
                  </a:lnTo>
                  <a:lnTo>
                    <a:pt x="11" y="0"/>
                  </a:lnTo>
                </a:path>
              </a:pathLst>
            </a:custGeom>
            <a:noFill/>
            <a:ln w="17526">
              <a:solidFill>
                <a:srgbClr val="CC3300"/>
              </a:solidFill>
              <a:round/>
              <a:headEnd/>
              <a:tailEnd/>
            </a:ln>
          </p:spPr>
          <p:txBody>
            <a:bodyPr/>
            <a:lstStyle/>
            <a:p>
              <a:endParaRPr lang="en-US"/>
            </a:p>
          </p:txBody>
        </p:sp>
        <p:sp>
          <p:nvSpPr>
            <p:cNvPr id="57" name="Rectangle 56"/>
            <p:cNvSpPr>
              <a:spLocks noChangeArrowheads="1"/>
            </p:cNvSpPr>
            <p:nvPr/>
          </p:nvSpPr>
          <p:spPr bwMode="auto">
            <a:xfrm>
              <a:off x="3146763" y="1611313"/>
              <a:ext cx="1399710" cy="214913"/>
            </a:xfrm>
            <a:prstGeom prst="rect">
              <a:avLst/>
            </a:prstGeom>
            <a:noFill/>
            <a:ln w="9525">
              <a:noFill/>
              <a:miter lim="800000"/>
              <a:headEnd/>
              <a:tailEnd/>
            </a:ln>
          </p:spPr>
          <p:txBody>
            <a:bodyPr wrap="none" lIns="0" tIns="0" rIns="0" bIns="0">
              <a:spAutoFit/>
            </a:bodyPr>
            <a:lstStyle/>
            <a:p>
              <a:pPr algn="r"/>
              <a:r>
                <a:rPr lang="en-CA" sz="1200">
                  <a:solidFill>
                    <a:srgbClr val="000000"/>
                  </a:solidFill>
                  <a:latin typeface="Nimbus Roman No9 L" charset="0"/>
                </a:rPr>
                <a:t>Address in module</a:t>
              </a:r>
              <a:endParaRPr lang="en-CA" sz="2400">
                <a:latin typeface="Corbel" pitchFamily="34" charset="0"/>
              </a:endParaRPr>
            </a:p>
          </p:txBody>
        </p:sp>
        <p:sp>
          <p:nvSpPr>
            <p:cNvPr id="58" name="Rectangle 57"/>
            <p:cNvSpPr>
              <a:spLocks noChangeArrowheads="1"/>
            </p:cNvSpPr>
            <p:nvPr/>
          </p:nvSpPr>
          <p:spPr bwMode="auto">
            <a:xfrm>
              <a:off x="5564188" y="3484563"/>
              <a:ext cx="76200"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2</a:t>
              </a:r>
              <a:endParaRPr lang="en-CA" sz="2400">
                <a:latin typeface="Corbel" pitchFamily="34" charset="0"/>
              </a:endParaRPr>
            </a:p>
          </p:txBody>
        </p:sp>
        <p:sp>
          <p:nvSpPr>
            <p:cNvPr id="59" name="Rectangle 58"/>
            <p:cNvSpPr>
              <a:spLocks noChangeArrowheads="1"/>
            </p:cNvSpPr>
            <p:nvPr/>
          </p:nvSpPr>
          <p:spPr bwMode="auto">
            <a:xfrm>
              <a:off x="5653088" y="3449638"/>
              <a:ext cx="44450" cy="122237"/>
            </a:xfrm>
            <a:prstGeom prst="rect">
              <a:avLst/>
            </a:prstGeom>
            <a:noFill/>
            <a:ln w="9525">
              <a:noFill/>
              <a:miter lim="800000"/>
              <a:headEnd/>
              <a:tailEnd/>
            </a:ln>
          </p:spPr>
          <p:txBody>
            <a:bodyPr wrap="none" lIns="0" tIns="0" rIns="0" bIns="0">
              <a:spAutoFit/>
            </a:bodyPr>
            <a:lstStyle/>
            <a:p>
              <a:r>
                <a:rPr lang="en-CA" sz="800" i="1">
                  <a:solidFill>
                    <a:srgbClr val="000000"/>
                  </a:solidFill>
                  <a:latin typeface="Nimbus Roman No9 L" charset="0"/>
                </a:rPr>
                <a:t>k</a:t>
              </a:r>
              <a:endParaRPr lang="en-CA" sz="2400">
                <a:latin typeface="Corbel" pitchFamily="34" charset="0"/>
              </a:endParaRPr>
            </a:p>
          </p:txBody>
        </p:sp>
        <p:sp>
          <p:nvSpPr>
            <p:cNvPr id="60" name="Rectangle 59"/>
            <p:cNvSpPr>
              <a:spLocks noChangeArrowheads="1"/>
            </p:cNvSpPr>
            <p:nvPr/>
          </p:nvSpPr>
          <p:spPr bwMode="auto">
            <a:xfrm>
              <a:off x="5862638" y="3484563"/>
              <a:ext cx="76200"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1</a:t>
              </a:r>
              <a:endParaRPr lang="en-CA" sz="2400">
                <a:latin typeface="Corbel" pitchFamily="34" charset="0"/>
              </a:endParaRPr>
            </a:p>
          </p:txBody>
        </p:sp>
        <p:sp>
          <p:nvSpPr>
            <p:cNvPr id="61" name="Rectangle 60"/>
            <p:cNvSpPr>
              <a:spLocks noChangeArrowheads="1"/>
            </p:cNvSpPr>
            <p:nvPr/>
          </p:nvSpPr>
          <p:spPr bwMode="auto">
            <a:xfrm>
              <a:off x="5740400" y="3484563"/>
              <a:ext cx="50800" cy="182562"/>
            </a:xfrm>
            <a:prstGeom prst="rect">
              <a:avLst/>
            </a:prstGeom>
            <a:noFill/>
            <a:ln w="9525">
              <a:noFill/>
              <a:miter lim="800000"/>
              <a:headEnd/>
              <a:tailEnd/>
            </a:ln>
          </p:spPr>
          <p:txBody>
            <a:bodyPr wrap="none" lIns="0" tIns="0" rIns="0" bIns="0">
              <a:spAutoFit/>
            </a:bodyPr>
            <a:lstStyle/>
            <a:p>
              <a:r>
                <a:rPr lang="en-CA" sz="1200">
                  <a:solidFill>
                    <a:srgbClr val="000000"/>
                  </a:solidFill>
                  <a:latin typeface="Nimbus Roman No9 L" charset="0"/>
                </a:rPr>
                <a:t>-</a:t>
              </a:r>
              <a:endParaRPr lang="en-CA" sz="2400">
                <a:latin typeface="Corbel" pitchFamily="34" charset="0"/>
              </a:endParaRPr>
            </a:p>
          </p:txBody>
        </p:sp>
        <p:sp>
          <p:nvSpPr>
            <p:cNvPr id="62" name="Line 61"/>
            <p:cNvSpPr>
              <a:spLocks noChangeShapeType="1"/>
            </p:cNvSpPr>
            <p:nvPr/>
          </p:nvSpPr>
          <p:spPr bwMode="auto">
            <a:xfrm flipH="1">
              <a:off x="4111625" y="2451100"/>
              <a:ext cx="1382713" cy="1588"/>
            </a:xfrm>
            <a:prstGeom prst="line">
              <a:avLst/>
            </a:prstGeom>
            <a:noFill/>
            <a:ln w="17526">
              <a:solidFill>
                <a:srgbClr val="CC3300"/>
              </a:solidFill>
              <a:round/>
              <a:headEnd/>
              <a:tailEnd/>
            </a:ln>
          </p:spPr>
          <p:txBody>
            <a:bodyPr/>
            <a:lstStyle/>
            <a:p>
              <a:endParaRPr lang="en-US"/>
            </a:p>
          </p:txBody>
        </p:sp>
        <p:sp>
          <p:nvSpPr>
            <p:cNvPr id="63" name="Freeform 62"/>
            <p:cNvSpPr>
              <a:spLocks/>
            </p:cNvSpPr>
            <p:nvPr/>
          </p:nvSpPr>
          <p:spPr bwMode="auto">
            <a:xfrm>
              <a:off x="2362200" y="2749550"/>
              <a:ext cx="454025" cy="34925"/>
            </a:xfrm>
            <a:custGeom>
              <a:avLst/>
              <a:gdLst>
                <a:gd name="T0" fmla="*/ 454025 w 26"/>
                <a:gd name="T1" fmla="*/ 34925 h 2"/>
                <a:gd name="T2" fmla="*/ 454025 w 26"/>
                <a:gd name="T3" fmla="*/ 0 h 2"/>
                <a:gd name="T4" fmla="*/ 331788 w 26"/>
                <a:gd name="T5" fmla="*/ 0 h 2"/>
                <a:gd name="T6" fmla="*/ 104775 w 26"/>
                <a:gd name="T7" fmla="*/ 0 h 2"/>
                <a:gd name="T8" fmla="*/ 0 w 26"/>
                <a:gd name="T9" fmla="*/ 0 h 2"/>
                <a:gd name="T10" fmla="*/ 0 w 26"/>
                <a:gd name="T11" fmla="*/ 34925 h 2"/>
                <a:gd name="T12" fmla="*/ 0 60000 65536"/>
                <a:gd name="T13" fmla="*/ 0 60000 65536"/>
                <a:gd name="T14" fmla="*/ 0 60000 65536"/>
                <a:gd name="T15" fmla="*/ 0 60000 65536"/>
                <a:gd name="T16" fmla="*/ 0 60000 65536"/>
                <a:gd name="T17" fmla="*/ 0 60000 65536"/>
                <a:gd name="T18" fmla="*/ 0 w 26"/>
                <a:gd name="T19" fmla="*/ 0 h 2"/>
                <a:gd name="T20" fmla="*/ 26 w 26"/>
                <a:gd name="T21" fmla="*/ 2 h 2"/>
              </a:gdLst>
              <a:ahLst/>
              <a:cxnLst>
                <a:cxn ang="T12">
                  <a:pos x="T0" y="T1"/>
                </a:cxn>
                <a:cxn ang="T13">
                  <a:pos x="T2" y="T3"/>
                </a:cxn>
                <a:cxn ang="T14">
                  <a:pos x="T4" y="T5"/>
                </a:cxn>
                <a:cxn ang="T15">
                  <a:pos x="T6" y="T7"/>
                </a:cxn>
                <a:cxn ang="T16">
                  <a:pos x="T8" y="T9"/>
                </a:cxn>
                <a:cxn ang="T17">
                  <a:pos x="T10" y="T11"/>
                </a:cxn>
              </a:cxnLst>
              <a:rect l="T18" t="T19" r="T20" b="T21"/>
              <a:pathLst>
                <a:path w="26" h="2">
                  <a:moveTo>
                    <a:pt x="26" y="2"/>
                  </a:moveTo>
                  <a:lnTo>
                    <a:pt x="26" y="0"/>
                  </a:lnTo>
                  <a:lnTo>
                    <a:pt x="19" y="0"/>
                  </a:lnTo>
                  <a:lnTo>
                    <a:pt x="6" y="0"/>
                  </a:lnTo>
                  <a:lnTo>
                    <a:pt x="0" y="0"/>
                  </a:lnTo>
                  <a:lnTo>
                    <a:pt x="0" y="2"/>
                  </a:lnTo>
                </a:path>
              </a:pathLst>
            </a:custGeom>
            <a:noFill/>
            <a:ln w="17463">
              <a:solidFill>
                <a:srgbClr val="000000"/>
              </a:solidFill>
              <a:round/>
              <a:headEnd/>
              <a:tailEnd/>
            </a:ln>
          </p:spPr>
          <p:txBody>
            <a:bodyPr/>
            <a:lstStyle/>
            <a:p>
              <a:endParaRPr lang="en-US"/>
            </a:p>
          </p:txBody>
        </p:sp>
        <p:sp>
          <p:nvSpPr>
            <p:cNvPr id="64" name="Freeform 63"/>
            <p:cNvSpPr>
              <a:spLocks/>
            </p:cNvSpPr>
            <p:nvPr/>
          </p:nvSpPr>
          <p:spPr bwMode="auto">
            <a:xfrm>
              <a:off x="3832225" y="2749550"/>
              <a:ext cx="454025" cy="34925"/>
            </a:xfrm>
            <a:custGeom>
              <a:avLst/>
              <a:gdLst>
                <a:gd name="T0" fmla="*/ 454025 w 26"/>
                <a:gd name="T1" fmla="*/ 34925 h 2"/>
                <a:gd name="T2" fmla="*/ 454025 w 26"/>
                <a:gd name="T3" fmla="*/ 0 h 2"/>
                <a:gd name="T4" fmla="*/ 349250 w 26"/>
                <a:gd name="T5" fmla="*/ 0 h 2"/>
                <a:gd name="T6" fmla="*/ 122237 w 26"/>
                <a:gd name="T7" fmla="*/ 0 h 2"/>
                <a:gd name="T8" fmla="*/ 0 w 26"/>
                <a:gd name="T9" fmla="*/ 0 h 2"/>
                <a:gd name="T10" fmla="*/ 0 w 26"/>
                <a:gd name="T11" fmla="*/ 34925 h 2"/>
                <a:gd name="T12" fmla="*/ 0 60000 65536"/>
                <a:gd name="T13" fmla="*/ 0 60000 65536"/>
                <a:gd name="T14" fmla="*/ 0 60000 65536"/>
                <a:gd name="T15" fmla="*/ 0 60000 65536"/>
                <a:gd name="T16" fmla="*/ 0 60000 65536"/>
                <a:gd name="T17" fmla="*/ 0 60000 65536"/>
                <a:gd name="T18" fmla="*/ 0 w 26"/>
                <a:gd name="T19" fmla="*/ 0 h 2"/>
                <a:gd name="T20" fmla="*/ 26 w 26"/>
                <a:gd name="T21" fmla="*/ 2 h 2"/>
              </a:gdLst>
              <a:ahLst/>
              <a:cxnLst>
                <a:cxn ang="T12">
                  <a:pos x="T0" y="T1"/>
                </a:cxn>
                <a:cxn ang="T13">
                  <a:pos x="T2" y="T3"/>
                </a:cxn>
                <a:cxn ang="T14">
                  <a:pos x="T4" y="T5"/>
                </a:cxn>
                <a:cxn ang="T15">
                  <a:pos x="T6" y="T7"/>
                </a:cxn>
                <a:cxn ang="T16">
                  <a:pos x="T8" y="T9"/>
                </a:cxn>
                <a:cxn ang="T17">
                  <a:pos x="T10" y="T11"/>
                </a:cxn>
              </a:cxnLst>
              <a:rect l="T18" t="T19" r="T20" b="T21"/>
              <a:pathLst>
                <a:path w="26" h="2">
                  <a:moveTo>
                    <a:pt x="26" y="2"/>
                  </a:moveTo>
                  <a:lnTo>
                    <a:pt x="26" y="0"/>
                  </a:lnTo>
                  <a:lnTo>
                    <a:pt x="20" y="0"/>
                  </a:lnTo>
                  <a:lnTo>
                    <a:pt x="7" y="0"/>
                  </a:lnTo>
                  <a:lnTo>
                    <a:pt x="0" y="0"/>
                  </a:lnTo>
                  <a:lnTo>
                    <a:pt x="0" y="2"/>
                  </a:lnTo>
                </a:path>
              </a:pathLst>
            </a:custGeom>
            <a:noFill/>
            <a:ln w="17463">
              <a:solidFill>
                <a:srgbClr val="000000"/>
              </a:solidFill>
              <a:round/>
              <a:headEnd/>
              <a:tailEnd/>
            </a:ln>
          </p:spPr>
          <p:txBody>
            <a:bodyPr/>
            <a:lstStyle/>
            <a:p>
              <a:endParaRPr lang="en-US"/>
            </a:p>
          </p:txBody>
        </p:sp>
        <p:sp>
          <p:nvSpPr>
            <p:cNvPr id="66" name="Freeform 64"/>
            <p:cNvSpPr>
              <a:spLocks/>
            </p:cNvSpPr>
            <p:nvPr/>
          </p:nvSpPr>
          <p:spPr bwMode="auto">
            <a:xfrm>
              <a:off x="5302250" y="2749550"/>
              <a:ext cx="455613" cy="34925"/>
            </a:xfrm>
            <a:custGeom>
              <a:avLst/>
              <a:gdLst>
                <a:gd name="T0" fmla="*/ 455613 w 26"/>
                <a:gd name="T1" fmla="*/ 34925 h 2"/>
                <a:gd name="T2" fmla="*/ 455613 w 26"/>
                <a:gd name="T3" fmla="*/ 0 h 2"/>
                <a:gd name="T4" fmla="*/ 350472 w 26"/>
                <a:gd name="T5" fmla="*/ 0 h 2"/>
                <a:gd name="T6" fmla="*/ 122665 w 26"/>
                <a:gd name="T7" fmla="*/ 0 h 2"/>
                <a:gd name="T8" fmla="*/ 0 w 26"/>
                <a:gd name="T9" fmla="*/ 0 h 2"/>
                <a:gd name="T10" fmla="*/ 0 w 26"/>
                <a:gd name="T11" fmla="*/ 34925 h 2"/>
                <a:gd name="T12" fmla="*/ 0 60000 65536"/>
                <a:gd name="T13" fmla="*/ 0 60000 65536"/>
                <a:gd name="T14" fmla="*/ 0 60000 65536"/>
                <a:gd name="T15" fmla="*/ 0 60000 65536"/>
                <a:gd name="T16" fmla="*/ 0 60000 65536"/>
                <a:gd name="T17" fmla="*/ 0 60000 65536"/>
                <a:gd name="T18" fmla="*/ 0 w 26"/>
                <a:gd name="T19" fmla="*/ 0 h 2"/>
                <a:gd name="T20" fmla="*/ 26 w 26"/>
                <a:gd name="T21" fmla="*/ 2 h 2"/>
              </a:gdLst>
              <a:ahLst/>
              <a:cxnLst>
                <a:cxn ang="T12">
                  <a:pos x="T0" y="T1"/>
                </a:cxn>
                <a:cxn ang="T13">
                  <a:pos x="T2" y="T3"/>
                </a:cxn>
                <a:cxn ang="T14">
                  <a:pos x="T4" y="T5"/>
                </a:cxn>
                <a:cxn ang="T15">
                  <a:pos x="T6" y="T7"/>
                </a:cxn>
                <a:cxn ang="T16">
                  <a:pos x="T8" y="T9"/>
                </a:cxn>
                <a:cxn ang="T17">
                  <a:pos x="T10" y="T11"/>
                </a:cxn>
              </a:cxnLst>
              <a:rect l="T18" t="T19" r="T20" b="T21"/>
              <a:pathLst>
                <a:path w="26" h="2">
                  <a:moveTo>
                    <a:pt x="26" y="2"/>
                  </a:moveTo>
                  <a:lnTo>
                    <a:pt x="26" y="0"/>
                  </a:lnTo>
                  <a:lnTo>
                    <a:pt x="20" y="0"/>
                  </a:lnTo>
                  <a:lnTo>
                    <a:pt x="7" y="0"/>
                  </a:lnTo>
                  <a:lnTo>
                    <a:pt x="0" y="0"/>
                  </a:lnTo>
                  <a:lnTo>
                    <a:pt x="0" y="2"/>
                  </a:lnTo>
                </a:path>
              </a:pathLst>
            </a:custGeom>
            <a:noFill/>
            <a:ln w="17463">
              <a:solidFill>
                <a:srgbClr val="000000"/>
              </a:solidFill>
              <a:round/>
              <a:headEnd/>
              <a:tailEnd/>
            </a:ln>
          </p:spPr>
          <p:txBody>
            <a:bodyPr/>
            <a:lstStyle/>
            <a:p>
              <a:endParaRPr lang="en-US"/>
            </a:p>
          </p:txBody>
        </p:sp>
        <p:sp>
          <p:nvSpPr>
            <p:cNvPr id="67" name="Freeform 65"/>
            <p:cNvSpPr>
              <a:spLocks/>
            </p:cNvSpPr>
            <p:nvPr/>
          </p:nvSpPr>
          <p:spPr bwMode="auto">
            <a:xfrm>
              <a:off x="4024313" y="2293938"/>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solidFill>
              <a:srgbClr val="000000"/>
            </a:solidFill>
            <a:ln w="0">
              <a:solidFill>
                <a:srgbClr val="000000"/>
              </a:solidFill>
              <a:round/>
              <a:headEnd/>
              <a:tailEnd/>
            </a:ln>
          </p:spPr>
          <p:txBody>
            <a:bodyPr/>
            <a:lstStyle/>
            <a:p>
              <a:endParaRPr lang="en-US"/>
            </a:p>
          </p:txBody>
        </p:sp>
        <p:sp>
          <p:nvSpPr>
            <p:cNvPr id="68" name="Freeform 66"/>
            <p:cNvSpPr>
              <a:spLocks/>
            </p:cNvSpPr>
            <p:nvPr/>
          </p:nvSpPr>
          <p:spPr bwMode="auto">
            <a:xfrm>
              <a:off x="4024313" y="2293938"/>
              <a:ext cx="52387" cy="52387"/>
            </a:xfrm>
            <a:custGeom>
              <a:avLst/>
              <a:gdLst>
                <a:gd name="T0" fmla="*/ 34925 w 3"/>
                <a:gd name="T1" fmla="*/ 0 h 3"/>
                <a:gd name="T2" fmla="*/ 17462 w 3"/>
                <a:gd name="T3" fmla="*/ 17462 h 3"/>
                <a:gd name="T4" fmla="*/ 0 w 3"/>
                <a:gd name="T5" fmla="*/ 34925 h 3"/>
                <a:gd name="T6" fmla="*/ 17462 w 3"/>
                <a:gd name="T7" fmla="*/ 52387 h 3"/>
                <a:gd name="T8" fmla="*/ 34925 w 3"/>
                <a:gd name="T9" fmla="*/ 52387 h 3"/>
                <a:gd name="T10" fmla="*/ 52387 w 3"/>
                <a:gd name="T11" fmla="*/ 52387 h 3"/>
                <a:gd name="T12" fmla="*/ 52387 w 3"/>
                <a:gd name="T13" fmla="*/ 34925 h 3"/>
                <a:gd name="T14" fmla="*/ 52387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noFill/>
            <a:ln w="17463">
              <a:solidFill>
                <a:srgbClr val="000000"/>
              </a:solidFill>
              <a:round/>
              <a:headEnd/>
              <a:tailEnd/>
            </a:ln>
          </p:spPr>
          <p:txBody>
            <a:bodyPr/>
            <a:lstStyle/>
            <a:p>
              <a:endParaRPr lang="en-US"/>
            </a:p>
          </p:txBody>
        </p:sp>
        <p:sp>
          <p:nvSpPr>
            <p:cNvPr id="69" name="Freeform 67"/>
            <p:cNvSpPr>
              <a:spLocks/>
            </p:cNvSpPr>
            <p:nvPr/>
          </p:nvSpPr>
          <p:spPr bwMode="auto">
            <a:xfrm>
              <a:off x="5040313" y="2014538"/>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solidFill>
              <a:srgbClr val="00FFFF"/>
            </a:solidFill>
            <a:ln w="0">
              <a:solidFill>
                <a:srgbClr val="00FFFF"/>
              </a:solidFill>
              <a:round/>
              <a:headEnd/>
              <a:tailEnd/>
            </a:ln>
          </p:spPr>
          <p:txBody>
            <a:bodyPr/>
            <a:lstStyle/>
            <a:p>
              <a:endParaRPr lang="en-US"/>
            </a:p>
          </p:txBody>
        </p:sp>
        <p:sp>
          <p:nvSpPr>
            <p:cNvPr id="70" name="Freeform 68"/>
            <p:cNvSpPr>
              <a:spLocks/>
            </p:cNvSpPr>
            <p:nvPr/>
          </p:nvSpPr>
          <p:spPr bwMode="auto">
            <a:xfrm>
              <a:off x="5057775" y="2014538"/>
              <a:ext cx="52388" cy="52387"/>
            </a:xfrm>
            <a:custGeom>
              <a:avLst/>
              <a:gdLst>
                <a:gd name="T0" fmla="*/ 34925 w 3"/>
                <a:gd name="T1" fmla="*/ 0 h 3"/>
                <a:gd name="T2" fmla="*/ 17463 w 3"/>
                <a:gd name="T3" fmla="*/ 17462 h 3"/>
                <a:gd name="T4" fmla="*/ 0 w 3"/>
                <a:gd name="T5" fmla="*/ 34925 h 3"/>
                <a:gd name="T6" fmla="*/ 17463 w 3"/>
                <a:gd name="T7" fmla="*/ 52387 h 3"/>
                <a:gd name="T8" fmla="*/ 34925 w 3"/>
                <a:gd name="T9" fmla="*/ 52387 h 3"/>
                <a:gd name="T10" fmla="*/ 52388 w 3"/>
                <a:gd name="T11" fmla="*/ 52387 h 3"/>
                <a:gd name="T12" fmla="*/ 52388 w 3"/>
                <a:gd name="T13" fmla="*/ 34925 h 3"/>
                <a:gd name="T14" fmla="*/ 52388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noFill/>
            <a:ln w="17526">
              <a:solidFill>
                <a:srgbClr val="CC3300"/>
              </a:solidFill>
              <a:round/>
              <a:headEnd/>
              <a:tailEnd/>
            </a:ln>
          </p:spPr>
          <p:txBody>
            <a:bodyPr/>
            <a:lstStyle/>
            <a:p>
              <a:endParaRPr lang="en-US"/>
            </a:p>
          </p:txBody>
        </p:sp>
        <p:sp>
          <p:nvSpPr>
            <p:cNvPr id="71" name="Freeform 69"/>
            <p:cNvSpPr>
              <a:spLocks/>
            </p:cNvSpPr>
            <p:nvPr/>
          </p:nvSpPr>
          <p:spPr bwMode="auto">
            <a:xfrm>
              <a:off x="5040313" y="2416175"/>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solidFill>
              <a:srgbClr val="00FFFF"/>
            </a:solidFill>
            <a:ln w="0">
              <a:solidFill>
                <a:srgbClr val="00FFFF"/>
              </a:solidFill>
              <a:round/>
              <a:headEnd/>
              <a:tailEnd/>
            </a:ln>
          </p:spPr>
          <p:txBody>
            <a:bodyPr/>
            <a:lstStyle/>
            <a:p>
              <a:endParaRPr lang="en-US"/>
            </a:p>
          </p:txBody>
        </p:sp>
        <p:sp>
          <p:nvSpPr>
            <p:cNvPr id="72" name="Freeform 70"/>
            <p:cNvSpPr>
              <a:spLocks/>
            </p:cNvSpPr>
            <p:nvPr/>
          </p:nvSpPr>
          <p:spPr bwMode="auto">
            <a:xfrm>
              <a:off x="5057775" y="2416175"/>
              <a:ext cx="52388" cy="52388"/>
            </a:xfrm>
            <a:custGeom>
              <a:avLst/>
              <a:gdLst>
                <a:gd name="T0" fmla="*/ 34925 w 3"/>
                <a:gd name="T1" fmla="*/ 0 h 3"/>
                <a:gd name="T2" fmla="*/ 17463 w 3"/>
                <a:gd name="T3" fmla="*/ 17463 h 3"/>
                <a:gd name="T4" fmla="*/ 0 w 3"/>
                <a:gd name="T5" fmla="*/ 34925 h 3"/>
                <a:gd name="T6" fmla="*/ 17463 w 3"/>
                <a:gd name="T7" fmla="*/ 52388 h 3"/>
                <a:gd name="T8" fmla="*/ 34925 w 3"/>
                <a:gd name="T9" fmla="*/ 52388 h 3"/>
                <a:gd name="T10" fmla="*/ 52388 w 3"/>
                <a:gd name="T11" fmla="*/ 52388 h 3"/>
                <a:gd name="T12" fmla="*/ 52388 w 3"/>
                <a:gd name="T13" fmla="*/ 34925 h 3"/>
                <a:gd name="T14" fmla="*/ 52388 w 3"/>
                <a:gd name="T15" fmla="*/ 17463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noFill/>
            <a:ln w="17526">
              <a:solidFill>
                <a:srgbClr val="CC3300"/>
              </a:solidFill>
              <a:round/>
              <a:headEnd/>
              <a:tailEnd/>
            </a:ln>
          </p:spPr>
          <p:txBody>
            <a:bodyPr/>
            <a:lstStyle/>
            <a:p>
              <a:endParaRPr lang="en-US"/>
            </a:p>
          </p:txBody>
        </p:sp>
        <p:sp>
          <p:nvSpPr>
            <p:cNvPr id="73" name="Freeform 71"/>
            <p:cNvSpPr>
              <a:spLocks/>
            </p:cNvSpPr>
            <p:nvPr/>
          </p:nvSpPr>
          <p:spPr bwMode="auto">
            <a:xfrm>
              <a:off x="4951413" y="3606800"/>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rgbClr val="000000"/>
              </a:solidFill>
              <a:round/>
              <a:headEnd/>
              <a:tailEnd/>
            </a:ln>
          </p:spPr>
          <p:txBody>
            <a:bodyPr/>
            <a:lstStyle/>
            <a:p>
              <a:endParaRPr lang="en-US"/>
            </a:p>
          </p:txBody>
        </p:sp>
        <p:sp>
          <p:nvSpPr>
            <p:cNvPr id="74" name="Freeform 72"/>
            <p:cNvSpPr>
              <a:spLocks/>
            </p:cNvSpPr>
            <p:nvPr/>
          </p:nvSpPr>
          <p:spPr bwMode="auto">
            <a:xfrm>
              <a:off x="5022850" y="3606800"/>
              <a:ext cx="17463" cy="17463"/>
            </a:xfrm>
            <a:custGeom>
              <a:avLst/>
              <a:gdLst>
                <a:gd name="T0" fmla="*/ 0 w 1"/>
                <a:gd name="T1" fmla="*/ 0 h 1"/>
                <a:gd name="T2" fmla="*/ 0 w 1"/>
                <a:gd name="T3" fmla="*/ 0 h 1"/>
                <a:gd name="T4" fmla="*/ 0 w 1"/>
                <a:gd name="T5" fmla="*/ 17463 h 1"/>
                <a:gd name="T6" fmla="*/ 17463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rgbClr val="000000"/>
              </a:solidFill>
              <a:round/>
              <a:headEnd/>
              <a:tailEnd/>
            </a:ln>
          </p:spPr>
          <p:txBody>
            <a:bodyPr/>
            <a:lstStyle/>
            <a:p>
              <a:endParaRPr lang="en-US"/>
            </a:p>
          </p:txBody>
        </p:sp>
        <p:sp>
          <p:nvSpPr>
            <p:cNvPr id="75" name="Freeform 73"/>
            <p:cNvSpPr>
              <a:spLocks/>
            </p:cNvSpPr>
            <p:nvPr/>
          </p:nvSpPr>
          <p:spPr bwMode="auto">
            <a:xfrm>
              <a:off x="5092700" y="3606800"/>
              <a:ext cx="17463" cy="17463"/>
            </a:xfrm>
            <a:custGeom>
              <a:avLst/>
              <a:gdLst>
                <a:gd name="T0" fmla="*/ 0 w 1"/>
                <a:gd name="T1" fmla="*/ 0 h 1"/>
                <a:gd name="T2" fmla="*/ 0 w 1"/>
                <a:gd name="T3" fmla="*/ 0 h 1"/>
                <a:gd name="T4" fmla="*/ 0 w 1"/>
                <a:gd name="T5" fmla="*/ 17463 h 1"/>
                <a:gd name="T6" fmla="*/ 17463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rgbClr val="000000"/>
              </a:solidFill>
              <a:round/>
              <a:headEnd/>
              <a:tailEnd/>
            </a:ln>
          </p:spPr>
          <p:txBody>
            <a:bodyPr/>
            <a:lstStyle/>
            <a:p>
              <a:endParaRPr lang="en-US"/>
            </a:p>
          </p:txBody>
        </p:sp>
        <p:sp>
          <p:nvSpPr>
            <p:cNvPr id="76" name="Freeform 74"/>
            <p:cNvSpPr>
              <a:spLocks/>
            </p:cNvSpPr>
            <p:nvPr/>
          </p:nvSpPr>
          <p:spPr bwMode="auto">
            <a:xfrm>
              <a:off x="3481388" y="3606800"/>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rgbClr val="000000"/>
              </a:solidFill>
              <a:round/>
              <a:headEnd/>
              <a:tailEnd/>
            </a:ln>
          </p:spPr>
          <p:txBody>
            <a:bodyPr/>
            <a:lstStyle/>
            <a:p>
              <a:endParaRPr lang="en-US"/>
            </a:p>
          </p:txBody>
        </p:sp>
        <p:sp>
          <p:nvSpPr>
            <p:cNvPr id="77" name="Freeform 75"/>
            <p:cNvSpPr>
              <a:spLocks/>
            </p:cNvSpPr>
            <p:nvPr/>
          </p:nvSpPr>
          <p:spPr bwMode="auto">
            <a:xfrm>
              <a:off x="3551238" y="3606800"/>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rgbClr val="000000"/>
              </a:solidFill>
              <a:round/>
              <a:headEnd/>
              <a:tailEnd/>
            </a:ln>
          </p:spPr>
          <p:txBody>
            <a:bodyPr/>
            <a:lstStyle/>
            <a:p>
              <a:endParaRPr lang="en-US"/>
            </a:p>
          </p:txBody>
        </p:sp>
        <p:sp>
          <p:nvSpPr>
            <p:cNvPr id="78" name="Freeform 76"/>
            <p:cNvSpPr>
              <a:spLocks/>
            </p:cNvSpPr>
            <p:nvPr/>
          </p:nvSpPr>
          <p:spPr bwMode="auto">
            <a:xfrm>
              <a:off x="3621088" y="3606800"/>
              <a:ext cx="17462" cy="17463"/>
            </a:xfrm>
            <a:custGeom>
              <a:avLst/>
              <a:gdLst>
                <a:gd name="T0" fmla="*/ 0 w 1"/>
                <a:gd name="T1" fmla="*/ 0 h 1"/>
                <a:gd name="T2" fmla="*/ 0 w 1"/>
                <a:gd name="T3" fmla="*/ 0 h 1"/>
                <a:gd name="T4" fmla="*/ 0 w 1"/>
                <a:gd name="T5" fmla="*/ 17463 h 1"/>
                <a:gd name="T6" fmla="*/ 17462 w 1"/>
                <a:gd name="T7" fmla="*/ 0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lnTo>
                    <a:pt x="0" y="0"/>
                  </a:lnTo>
                  <a:lnTo>
                    <a:pt x="0" y="1"/>
                  </a:lnTo>
                  <a:lnTo>
                    <a:pt x="1" y="0"/>
                  </a:lnTo>
                  <a:lnTo>
                    <a:pt x="0" y="0"/>
                  </a:lnTo>
                </a:path>
              </a:pathLst>
            </a:custGeom>
            <a:noFill/>
            <a:ln w="17463">
              <a:solidFill>
                <a:srgbClr val="000000"/>
              </a:solidFill>
              <a:round/>
              <a:headEnd/>
              <a:tailEnd/>
            </a:ln>
          </p:spPr>
          <p:txBody>
            <a:bodyPr/>
            <a:lstStyle/>
            <a:p>
              <a:endParaRPr lang="en-US"/>
            </a:p>
          </p:txBody>
        </p:sp>
        <p:sp>
          <p:nvSpPr>
            <p:cNvPr id="79" name="Line 77"/>
            <p:cNvSpPr>
              <a:spLocks noChangeShapeType="1"/>
            </p:cNvSpPr>
            <p:nvPr/>
          </p:nvSpPr>
          <p:spPr bwMode="auto">
            <a:xfrm flipV="1">
              <a:off x="3832225" y="2066925"/>
              <a:ext cx="1588" cy="261938"/>
            </a:xfrm>
            <a:prstGeom prst="line">
              <a:avLst/>
            </a:prstGeom>
            <a:noFill/>
            <a:ln w="17463">
              <a:solidFill>
                <a:srgbClr val="000000"/>
              </a:solidFill>
              <a:round/>
              <a:headEnd/>
              <a:tailEnd/>
            </a:ln>
          </p:spPr>
          <p:txBody>
            <a:bodyPr/>
            <a:lstStyle/>
            <a:p>
              <a:endParaRPr lang="en-US"/>
            </a:p>
          </p:txBody>
        </p:sp>
        <p:sp>
          <p:nvSpPr>
            <p:cNvPr id="80" name="Freeform 78"/>
            <p:cNvSpPr>
              <a:spLocks/>
            </p:cNvSpPr>
            <p:nvPr/>
          </p:nvSpPr>
          <p:spPr bwMode="auto">
            <a:xfrm>
              <a:off x="3797300" y="2014538"/>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solidFill>
              <a:srgbClr val="000000"/>
            </a:solidFill>
            <a:ln w="0">
              <a:solidFill>
                <a:srgbClr val="000000"/>
              </a:solidFill>
              <a:round/>
              <a:headEnd/>
              <a:tailEnd/>
            </a:ln>
          </p:spPr>
          <p:txBody>
            <a:bodyPr/>
            <a:lstStyle/>
            <a:p>
              <a:endParaRPr lang="en-US"/>
            </a:p>
          </p:txBody>
        </p:sp>
        <p:sp>
          <p:nvSpPr>
            <p:cNvPr id="81" name="Freeform 79"/>
            <p:cNvSpPr>
              <a:spLocks/>
            </p:cNvSpPr>
            <p:nvPr/>
          </p:nvSpPr>
          <p:spPr bwMode="auto">
            <a:xfrm>
              <a:off x="3797300" y="2014538"/>
              <a:ext cx="52388" cy="52387"/>
            </a:xfrm>
            <a:custGeom>
              <a:avLst/>
              <a:gdLst>
                <a:gd name="T0" fmla="*/ 34925 w 3"/>
                <a:gd name="T1" fmla="*/ 0 h 3"/>
                <a:gd name="T2" fmla="*/ 17463 w 3"/>
                <a:gd name="T3" fmla="*/ 17462 h 3"/>
                <a:gd name="T4" fmla="*/ 0 w 3"/>
                <a:gd name="T5" fmla="*/ 34925 h 3"/>
                <a:gd name="T6" fmla="*/ 17463 w 3"/>
                <a:gd name="T7" fmla="*/ 52387 h 3"/>
                <a:gd name="T8" fmla="*/ 34925 w 3"/>
                <a:gd name="T9" fmla="*/ 52387 h 3"/>
                <a:gd name="T10" fmla="*/ 52388 w 3"/>
                <a:gd name="T11" fmla="*/ 52387 h 3"/>
                <a:gd name="T12" fmla="*/ 52388 w 3"/>
                <a:gd name="T13" fmla="*/ 34925 h 3"/>
                <a:gd name="T14" fmla="*/ 52388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noFill/>
            <a:ln w="17463">
              <a:solidFill>
                <a:srgbClr val="000000"/>
              </a:solidFill>
              <a:round/>
              <a:headEnd/>
              <a:tailEnd/>
            </a:ln>
          </p:spPr>
          <p:txBody>
            <a:bodyPr/>
            <a:lstStyle/>
            <a:p>
              <a:endParaRPr lang="en-US"/>
            </a:p>
          </p:txBody>
        </p:sp>
        <p:sp>
          <p:nvSpPr>
            <p:cNvPr id="82" name="Rectangle 80"/>
            <p:cNvSpPr>
              <a:spLocks noChangeArrowheads="1"/>
            </p:cNvSpPr>
            <p:nvPr/>
          </p:nvSpPr>
          <p:spPr bwMode="auto">
            <a:xfrm>
              <a:off x="3638550" y="1296988"/>
              <a:ext cx="109538" cy="182562"/>
            </a:xfrm>
            <a:prstGeom prst="rect">
              <a:avLst/>
            </a:prstGeom>
            <a:noFill/>
            <a:ln w="9525">
              <a:noFill/>
              <a:miter lim="800000"/>
              <a:headEnd/>
              <a:tailEnd/>
            </a:ln>
          </p:spPr>
          <p:txBody>
            <a:bodyPr wrap="none" lIns="0" tIns="0" rIns="0" bIns="0">
              <a:spAutoFit/>
            </a:bodyPr>
            <a:lstStyle/>
            <a:p>
              <a:r>
                <a:rPr lang="en-CA" sz="1200" i="1">
                  <a:solidFill>
                    <a:srgbClr val="000000"/>
                  </a:solidFill>
                  <a:latin typeface="Nimbus Roman No9 L" charset="0"/>
                </a:rPr>
                <a:t>m</a:t>
              </a:r>
              <a:endParaRPr lang="en-CA" sz="2400">
                <a:latin typeface="Corbel" pitchFamily="34" charset="0"/>
              </a:endParaRPr>
            </a:p>
          </p:txBody>
        </p:sp>
        <p:sp>
          <p:nvSpPr>
            <p:cNvPr id="83" name="Rectangle 81"/>
            <p:cNvSpPr>
              <a:spLocks noChangeArrowheads="1"/>
            </p:cNvSpPr>
            <p:nvPr/>
          </p:nvSpPr>
          <p:spPr bwMode="auto">
            <a:xfrm>
              <a:off x="3744913" y="1296988"/>
              <a:ext cx="258762" cy="182562"/>
            </a:xfrm>
            <a:prstGeom prst="rect">
              <a:avLst/>
            </a:prstGeom>
            <a:noFill/>
            <a:ln w="9525">
              <a:noFill/>
              <a:miter lim="800000"/>
              <a:headEnd/>
              <a:tailEnd/>
            </a:ln>
          </p:spPr>
          <p:txBody>
            <a:bodyPr wrap="none" lIns="0" tIns="0" rIns="0" bIns="0">
              <a:spAutoFit/>
            </a:bodyPr>
            <a:lstStyle/>
            <a:p>
              <a:r>
                <a:rPr lang="en-CA" sz="1200" dirty="0">
                  <a:solidFill>
                    <a:srgbClr val="000000"/>
                  </a:solidFill>
                  <a:latin typeface="Nimbus Roman No9 L" charset="0"/>
                </a:rPr>
                <a:t> bits</a:t>
              </a:r>
              <a:endParaRPr lang="en-CA" sz="2400" dirty="0">
                <a:latin typeface="Corbel" pitchFamily="34" charset="0"/>
              </a:endParaRPr>
            </a:p>
          </p:txBody>
        </p:sp>
        <p:sp>
          <p:nvSpPr>
            <p:cNvPr id="84" name="Freeform 82"/>
            <p:cNvSpPr>
              <a:spLocks/>
            </p:cNvSpPr>
            <p:nvPr/>
          </p:nvSpPr>
          <p:spPr bwMode="auto">
            <a:xfrm>
              <a:off x="4497388" y="1401763"/>
              <a:ext cx="104775" cy="52387"/>
            </a:xfrm>
            <a:custGeom>
              <a:avLst/>
              <a:gdLst>
                <a:gd name="T0" fmla="*/ 0 w 6"/>
                <a:gd name="T1" fmla="*/ 52387 h 3"/>
                <a:gd name="T2" fmla="*/ 104775 w 6"/>
                <a:gd name="T3" fmla="*/ 34925 h 3"/>
                <a:gd name="T4" fmla="*/ 0 w 6"/>
                <a:gd name="T5" fmla="*/ 0 h 3"/>
                <a:gd name="T6" fmla="*/ 0 w 6"/>
                <a:gd name="T7" fmla="*/ 34925 h 3"/>
                <a:gd name="T8" fmla="*/ 0 w 6"/>
                <a:gd name="T9" fmla="*/ 52387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2"/>
                  </a:lnTo>
                  <a:lnTo>
                    <a:pt x="0" y="0"/>
                  </a:lnTo>
                  <a:lnTo>
                    <a:pt x="0" y="2"/>
                  </a:lnTo>
                  <a:lnTo>
                    <a:pt x="0" y="3"/>
                  </a:lnTo>
                </a:path>
              </a:pathLst>
            </a:custGeom>
            <a:noFill/>
            <a:ln w="17463">
              <a:solidFill>
                <a:srgbClr val="000000"/>
              </a:solidFill>
              <a:round/>
              <a:headEnd/>
              <a:tailEnd/>
            </a:ln>
          </p:spPr>
          <p:txBody>
            <a:bodyPr/>
            <a:lstStyle/>
            <a:p>
              <a:endParaRPr lang="en-US"/>
            </a:p>
          </p:txBody>
        </p:sp>
        <p:sp>
          <p:nvSpPr>
            <p:cNvPr id="85" name="Freeform 83"/>
            <p:cNvSpPr>
              <a:spLocks/>
            </p:cNvSpPr>
            <p:nvPr/>
          </p:nvSpPr>
          <p:spPr bwMode="auto">
            <a:xfrm>
              <a:off x="4497388" y="1401763"/>
              <a:ext cx="104775" cy="52387"/>
            </a:xfrm>
            <a:custGeom>
              <a:avLst/>
              <a:gdLst>
                <a:gd name="T0" fmla="*/ 0 w 66"/>
                <a:gd name="T1" fmla="*/ 52387 h 33"/>
                <a:gd name="T2" fmla="*/ 104775 w 66"/>
                <a:gd name="T3" fmla="*/ 34925 h 33"/>
                <a:gd name="T4" fmla="*/ 0 w 66"/>
                <a:gd name="T5" fmla="*/ 0 h 33"/>
                <a:gd name="T6" fmla="*/ 0 w 66"/>
                <a:gd name="T7" fmla="*/ 34925 h 33"/>
                <a:gd name="T8" fmla="*/ 0 w 66"/>
                <a:gd name="T9" fmla="*/ 52387 h 33"/>
                <a:gd name="T10" fmla="*/ 0 60000 65536"/>
                <a:gd name="T11" fmla="*/ 0 60000 65536"/>
                <a:gd name="T12" fmla="*/ 0 60000 65536"/>
                <a:gd name="T13" fmla="*/ 0 60000 65536"/>
                <a:gd name="T14" fmla="*/ 0 60000 65536"/>
                <a:gd name="T15" fmla="*/ 0 w 66"/>
                <a:gd name="T16" fmla="*/ 0 h 33"/>
                <a:gd name="T17" fmla="*/ 66 w 66"/>
                <a:gd name="T18" fmla="*/ 33 h 33"/>
              </a:gdLst>
              <a:ahLst/>
              <a:cxnLst>
                <a:cxn ang="T10">
                  <a:pos x="T0" y="T1"/>
                </a:cxn>
                <a:cxn ang="T11">
                  <a:pos x="T2" y="T3"/>
                </a:cxn>
                <a:cxn ang="T12">
                  <a:pos x="T4" y="T5"/>
                </a:cxn>
                <a:cxn ang="T13">
                  <a:pos x="T6" y="T7"/>
                </a:cxn>
                <a:cxn ang="T14">
                  <a:pos x="T8" y="T9"/>
                </a:cxn>
              </a:cxnLst>
              <a:rect l="T15" t="T16" r="T17" b="T18"/>
              <a:pathLst>
                <a:path w="66" h="33">
                  <a:moveTo>
                    <a:pt x="0" y="33"/>
                  </a:moveTo>
                  <a:lnTo>
                    <a:pt x="66" y="22"/>
                  </a:lnTo>
                  <a:lnTo>
                    <a:pt x="0" y="0"/>
                  </a:lnTo>
                  <a:lnTo>
                    <a:pt x="0" y="22"/>
                  </a:lnTo>
                  <a:lnTo>
                    <a:pt x="0" y="33"/>
                  </a:lnTo>
                  <a:close/>
                </a:path>
              </a:pathLst>
            </a:custGeom>
            <a:solidFill>
              <a:srgbClr val="000000"/>
            </a:solidFill>
            <a:ln w="0">
              <a:solidFill>
                <a:srgbClr val="000000"/>
              </a:solidFill>
              <a:round/>
              <a:headEnd/>
              <a:tailEnd/>
            </a:ln>
          </p:spPr>
          <p:txBody>
            <a:bodyPr/>
            <a:lstStyle/>
            <a:p>
              <a:endParaRPr lang="en-US"/>
            </a:p>
          </p:txBody>
        </p:sp>
        <p:sp>
          <p:nvSpPr>
            <p:cNvPr id="86" name="Line 84"/>
            <p:cNvSpPr>
              <a:spLocks noChangeShapeType="1"/>
            </p:cNvSpPr>
            <p:nvPr/>
          </p:nvSpPr>
          <p:spPr bwMode="auto">
            <a:xfrm flipH="1">
              <a:off x="4059238" y="1436688"/>
              <a:ext cx="420687" cy="1587"/>
            </a:xfrm>
            <a:prstGeom prst="line">
              <a:avLst/>
            </a:prstGeom>
            <a:noFill/>
            <a:ln w="17463">
              <a:solidFill>
                <a:srgbClr val="000000"/>
              </a:solidFill>
              <a:round/>
              <a:headEnd/>
              <a:tailEnd/>
            </a:ln>
          </p:spPr>
          <p:txBody>
            <a:bodyPr/>
            <a:lstStyle/>
            <a:p>
              <a:endParaRPr lang="en-US"/>
            </a:p>
          </p:txBody>
        </p:sp>
        <p:sp>
          <p:nvSpPr>
            <p:cNvPr id="87" name="Freeform 85"/>
            <p:cNvSpPr>
              <a:spLocks/>
            </p:cNvSpPr>
            <p:nvPr/>
          </p:nvSpPr>
          <p:spPr bwMode="auto">
            <a:xfrm>
              <a:off x="3062288" y="1401763"/>
              <a:ext cx="104775" cy="52387"/>
            </a:xfrm>
            <a:custGeom>
              <a:avLst/>
              <a:gdLst>
                <a:gd name="T0" fmla="*/ 104775 w 6"/>
                <a:gd name="T1" fmla="*/ 0 h 3"/>
                <a:gd name="T2" fmla="*/ 0 w 6"/>
                <a:gd name="T3" fmla="*/ 34925 h 3"/>
                <a:gd name="T4" fmla="*/ 104775 w 6"/>
                <a:gd name="T5" fmla="*/ 52387 h 3"/>
                <a:gd name="T6" fmla="*/ 104775 w 6"/>
                <a:gd name="T7" fmla="*/ 34925 h 3"/>
                <a:gd name="T8" fmla="*/ 10477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2"/>
                  </a:lnTo>
                  <a:lnTo>
                    <a:pt x="6" y="3"/>
                  </a:lnTo>
                  <a:lnTo>
                    <a:pt x="6" y="2"/>
                  </a:lnTo>
                  <a:lnTo>
                    <a:pt x="6" y="0"/>
                  </a:lnTo>
                </a:path>
              </a:pathLst>
            </a:custGeom>
            <a:noFill/>
            <a:ln w="17463">
              <a:solidFill>
                <a:srgbClr val="000000"/>
              </a:solidFill>
              <a:round/>
              <a:headEnd/>
              <a:tailEnd/>
            </a:ln>
          </p:spPr>
          <p:txBody>
            <a:bodyPr/>
            <a:lstStyle/>
            <a:p>
              <a:endParaRPr lang="en-US"/>
            </a:p>
          </p:txBody>
        </p:sp>
        <p:sp>
          <p:nvSpPr>
            <p:cNvPr id="88" name="Freeform 86"/>
            <p:cNvSpPr>
              <a:spLocks/>
            </p:cNvSpPr>
            <p:nvPr/>
          </p:nvSpPr>
          <p:spPr bwMode="auto">
            <a:xfrm>
              <a:off x="3062288" y="1401763"/>
              <a:ext cx="104775" cy="52387"/>
            </a:xfrm>
            <a:custGeom>
              <a:avLst/>
              <a:gdLst>
                <a:gd name="T0" fmla="*/ 104775 w 66"/>
                <a:gd name="T1" fmla="*/ 0 h 33"/>
                <a:gd name="T2" fmla="*/ 0 w 66"/>
                <a:gd name="T3" fmla="*/ 34925 h 33"/>
                <a:gd name="T4" fmla="*/ 104775 w 66"/>
                <a:gd name="T5" fmla="*/ 52387 h 33"/>
                <a:gd name="T6" fmla="*/ 104775 w 66"/>
                <a:gd name="T7" fmla="*/ 34925 h 33"/>
                <a:gd name="T8" fmla="*/ 104775 w 66"/>
                <a:gd name="T9" fmla="*/ 0 h 33"/>
                <a:gd name="T10" fmla="*/ 0 60000 65536"/>
                <a:gd name="T11" fmla="*/ 0 60000 65536"/>
                <a:gd name="T12" fmla="*/ 0 60000 65536"/>
                <a:gd name="T13" fmla="*/ 0 60000 65536"/>
                <a:gd name="T14" fmla="*/ 0 60000 65536"/>
                <a:gd name="T15" fmla="*/ 0 w 66"/>
                <a:gd name="T16" fmla="*/ 0 h 33"/>
                <a:gd name="T17" fmla="*/ 66 w 66"/>
                <a:gd name="T18" fmla="*/ 33 h 33"/>
              </a:gdLst>
              <a:ahLst/>
              <a:cxnLst>
                <a:cxn ang="T10">
                  <a:pos x="T0" y="T1"/>
                </a:cxn>
                <a:cxn ang="T11">
                  <a:pos x="T2" y="T3"/>
                </a:cxn>
                <a:cxn ang="T12">
                  <a:pos x="T4" y="T5"/>
                </a:cxn>
                <a:cxn ang="T13">
                  <a:pos x="T6" y="T7"/>
                </a:cxn>
                <a:cxn ang="T14">
                  <a:pos x="T8" y="T9"/>
                </a:cxn>
              </a:cxnLst>
              <a:rect l="T15" t="T16" r="T17" b="T18"/>
              <a:pathLst>
                <a:path w="66" h="33">
                  <a:moveTo>
                    <a:pt x="66" y="0"/>
                  </a:moveTo>
                  <a:lnTo>
                    <a:pt x="0" y="22"/>
                  </a:lnTo>
                  <a:lnTo>
                    <a:pt x="66" y="33"/>
                  </a:lnTo>
                  <a:lnTo>
                    <a:pt x="66" y="22"/>
                  </a:lnTo>
                  <a:lnTo>
                    <a:pt x="66" y="0"/>
                  </a:lnTo>
                  <a:close/>
                </a:path>
              </a:pathLst>
            </a:custGeom>
            <a:solidFill>
              <a:srgbClr val="000000"/>
            </a:solidFill>
            <a:ln w="0">
              <a:solidFill>
                <a:srgbClr val="000000"/>
              </a:solidFill>
              <a:round/>
              <a:headEnd/>
              <a:tailEnd/>
            </a:ln>
          </p:spPr>
          <p:txBody>
            <a:bodyPr/>
            <a:lstStyle/>
            <a:p>
              <a:endParaRPr lang="en-US"/>
            </a:p>
          </p:txBody>
        </p:sp>
        <p:sp>
          <p:nvSpPr>
            <p:cNvPr id="89" name="Line 87"/>
            <p:cNvSpPr>
              <a:spLocks noChangeShapeType="1"/>
            </p:cNvSpPr>
            <p:nvPr/>
          </p:nvSpPr>
          <p:spPr bwMode="auto">
            <a:xfrm>
              <a:off x="3167063" y="1436688"/>
              <a:ext cx="419100" cy="1587"/>
            </a:xfrm>
            <a:prstGeom prst="line">
              <a:avLst/>
            </a:prstGeom>
            <a:noFill/>
            <a:ln w="17463">
              <a:solidFill>
                <a:srgbClr val="000000"/>
              </a:solidFill>
              <a:round/>
              <a:headEnd/>
              <a:tailEnd/>
            </a:ln>
          </p:spPr>
          <p:txBody>
            <a:bodyPr/>
            <a:lstStyle/>
            <a:p>
              <a:endParaRPr lang="en-US"/>
            </a:p>
          </p:txBody>
        </p:sp>
        <p:sp>
          <p:nvSpPr>
            <p:cNvPr id="90" name="Freeform 88"/>
            <p:cNvSpPr>
              <a:spLocks/>
            </p:cNvSpPr>
            <p:nvPr/>
          </p:nvSpPr>
          <p:spPr bwMode="auto">
            <a:xfrm>
              <a:off x="3797300" y="2293938"/>
              <a:ext cx="69850" cy="69850"/>
            </a:xfrm>
            <a:custGeom>
              <a:avLst/>
              <a:gdLst>
                <a:gd name="T0" fmla="*/ 34925 w 44"/>
                <a:gd name="T1" fmla="*/ 34925 h 44"/>
                <a:gd name="T2" fmla="*/ 34925 w 44"/>
                <a:gd name="T3" fmla="*/ 0 h 44"/>
                <a:gd name="T4" fmla="*/ 17463 w 44"/>
                <a:gd name="T5" fmla="*/ 17463 h 44"/>
                <a:gd name="T6" fmla="*/ 0 w 44"/>
                <a:gd name="T7" fmla="*/ 34925 h 44"/>
                <a:gd name="T8" fmla="*/ 17463 w 44"/>
                <a:gd name="T9" fmla="*/ 52388 h 44"/>
                <a:gd name="T10" fmla="*/ 34925 w 44"/>
                <a:gd name="T11" fmla="*/ 69850 h 44"/>
                <a:gd name="T12" fmla="*/ 52388 w 44"/>
                <a:gd name="T13" fmla="*/ 52388 h 44"/>
                <a:gd name="T14" fmla="*/ 69850 w 44"/>
                <a:gd name="T15" fmla="*/ 34925 h 44"/>
                <a:gd name="T16" fmla="*/ 52388 w 44"/>
                <a:gd name="T17" fmla="*/ 17463 h 44"/>
                <a:gd name="T18" fmla="*/ 34925 w 44"/>
                <a:gd name="T19" fmla="*/ 0 h 44"/>
                <a:gd name="T20" fmla="*/ 34925 w 44"/>
                <a:gd name="T21" fmla="*/ 34925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44"/>
                <a:gd name="T35" fmla="*/ 44 w 44"/>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44">
                  <a:moveTo>
                    <a:pt x="22" y="22"/>
                  </a:moveTo>
                  <a:lnTo>
                    <a:pt x="22" y="0"/>
                  </a:lnTo>
                  <a:lnTo>
                    <a:pt x="11" y="11"/>
                  </a:lnTo>
                  <a:lnTo>
                    <a:pt x="0" y="22"/>
                  </a:lnTo>
                  <a:lnTo>
                    <a:pt x="11" y="33"/>
                  </a:lnTo>
                  <a:lnTo>
                    <a:pt x="22" y="44"/>
                  </a:lnTo>
                  <a:lnTo>
                    <a:pt x="33" y="33"/>
                  </a:lnTo>
                  <a:lnTo>
                    <a:pt x="44" y="22"/>
                  </a:lnTo>
                  <a:lnTo>
                    <a:pt x="33" y="11"/>
                  </a:lnTo>
                  <a:lnTo>
                    <a:pt x="22" y="0"/>
                  </a:lnTo>
                  <a:lnTo>
                    <a:pt x="22" y="22"/>
                  </a:lnTo>
                  <a:close/>
                </a:path>
              </a:pathLst>
            </a:custGeom>
            <a:solidFill>
              <a:srgbClr val="000000"/>
            </a:solidFill>
            <a:ln w="0">
              <a:solidFill>
                <a:srgbClr val="000000"/>
              </a:solidFill>
              <a:round/>
              <a:headEnd/>
              <a:tailEnd/>
            </a:ln>
          </p:spPr>
          <p:txBody>
            <a:bodyPr/>
            <a:lstStyle/>
            <a:p>
              <a:endParaRPr lang="en-US"/>
            </a:p>
          </p:txBody>
        </p:sp>
        <p:sp>
          <p:nvSpPr>
            <p:cNvPr id="91" name="Freeform 89"/>
            <p:cNvSpPr>
              <a:spLocks/>
            </p:cNvSpPr>
            <p:nvPr/>
          </p:nvSpPr>
          <p:spPr bwMode="auto">
            <a:xfrm>
              <a:off x="3797300" y="2293938"/>
              <a:ext cx="52388" cy="52387"/>
            </a:xfrm>
            <a:custGeom>
              <a:avLst/>
              <a:gdLst>
                <a:gd name="T0" fmla="*/ 34925 w 3"/>
                <a:gd name="T1" fmla="*/ 0 h 3"/>
                <a:gd name="T2" fmla="*/ 17463 w 3"/>
                <a:gd name="T3" fmla="*/ 17462 h 3"/>
                <a:gd name="T4" fmla="*/ 0 w 3"/>
                <a:gd name="T5" fmla="*/ 34925 h 3"/>
                <a:gd name="T6" fmla="*/ 17463 w 3"/>
                <a:gd name="T7" fmla="*/ 52387 h 3"/>
                <a:gd name="T8" fmla="*/ 34925 w 3"/>
                <a:gd name="T9" fmla="*/ 52387 h 3"/>
                <a:gd name="T10" fmla="*/ 52388 w 3"/>
                <a:gd name="T11" fmla="*/ 52387 h 3"/>
                <a:gd name="T12" fmla="*/ 52388 w 3"/>
                <a:gd name="T13" fmla="*/ 34925 h 3"/>
                <a:gd name="T14" fmla="*/ 52388 w 3"/>
                <a:gd name="T15" fmla="*/ 17462 h 3"/>
                <a:gd name="T16" fmla="*/ 34925 w 3"/>
                <a:gd name="T17" fmla="*/ 0 h 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
                <a:gd name="T28" fmla="*/ 0 h 3"/>
                <a:gd name="T29" fmla="*/ 3 w 3"/>
                <a:gd name="T30" fmla="*/ 3 h 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 h="3">
                  <a:moveTo>
                    <a:pt x="2" y="0"/>
                  </a:moveTo>
                  <a:lnTo>
                    <a:pt x="1" y="1"/>
                  </a:lnTo>
                  <a:lnTo>
                    <a:pt x="0" y="2"/>
                  </a:lnTo>
                  <a:lnTo>
                    <a:pt x="1" y="3"/>
                  </a:lnTo>
                  <a:lnTo>
                    <a:pt x="2" y="3"/>
                  </a:lnTo>
                  <a:lnTo>
                    <a:pt x="3" y="3"/>
                  </a:lnTo>
                  <a:lnTo>
                    <a:pt x="3" y="2"/>
                  </a:lnTo>
                  <a:lnTo>
                    <a:pt x="3" y="1"/>
                  </a:lnTo>
                  <a:lnTo>
                    <a:pt x="2" y="0"/>
                  </a:lnTo>
                </a:path>
              </a:pathLst>
            </a:custGeom>
            <a:noFill/>
            <a:ln w="17463">
              <a:solidFill>
                <a:srgbClr val="000000"/>
              </a:solidFill>
              <a:round/>
              <a:headEnd/>
              <a:tailEnd/>
            </a:ln>
          </p:spPr>
          <p:txBody>
            <a:bodyPr/>
            <a:lstStyle/>
            <a:p>
              <a:endParaRPr lang="en-US"/>
            </a:p>
          </p:txBody>
        </p:sp>
      </p:grpSp>
      <p:sp>
        <p:nvSpPr>
          <p:cNvPr id="92" name="Content Placeholder 2"/>
          <p:cNvSpPr txBox="1">
            <a:spLocks/>
          </p:cNvSpPr>
          <p:nvPr/>
        </p:nvSpPr>
        <p:spPr>
          <a:xfrm>
            <a:off x="5105400" y="2209800"/>
            <a:ext cx="3733800" cy="2362200"/>
          </a:xfrm>
          <a:prstGeom prst="rect">
            <a:avLst/>
          </a:prstGeom>
        </p:spPr>
        <p:txBody>
          <a:bodyPr lIns="54864" tIns="91440">
            <a:noAutofit/>
          </a:bodyPr>
          <a:lstStyle/>
          <a:p>
            <a:pPr algn="just" fontAlgn="auto">
              <a:spcBef>
                <a:spcPts val="0"/>
              </a:spcBef>
              <a:spcAft>
                <a:spcPts val="0"/>
              </a:spcAft>
              <a:buFont typeface="Arial" pitchFamily="34" charset="0"/>
              <a:buChar char="•"/>
              <a:defRPr/>
            </a:pPr>
            <a:r>
              <a:rPr lang="en-US" sz="2400" b="1" i="1" dirty="0">
                <a:solidFill>
                  <a:schemeClr val="accent1">
                    <a:lumMod val="50000"/>
                  </a:schemeClr>
                </a:solidFill>
                <a:latin typeface="+mn-lt"/>
              </a:rPr>
              <a:t>Consecutive words are located in consecutive modules.</a:t>
            </a:r>
          </a:p>
          <a:p>
            <a:pPr algn="just" fontAlgn="auto">
              <a:spcBef>
                <a:spcPts val="0"/>
              </a:spcBef>
              <a:spcAft>
                <a:spcPts val="0"/>
              </a:spcAft>
              <a:buFont typeface="Arial" pitchFamily="34" charset="0"/>
              <a:buChar char="•"/>
              <a:defRPr/>
            </a:pPr>
            <a:r>
              <a:rPr lang="en-US" sz="2400" b="1" i="1" dirty="0">
                <a:solidFill>
                  <a:schemeClr val="accent1">
                    <a:lumMod val="50000"/>
                  </a:schemeClr>
                </a:solidFill>
                <a:latin typeface="+mn-lt"/>
              </a:rPr>
              <a:t>Consecutive addresses can be located in consecutive modules.</a:t>
            </a:r>
          </a:p>
          <a:p>
            <a:pPr algn="just" fontAlgn="auto">
              <a:spcBef>
                <a:spcPts val="0"/>
              </a:spcBef>
              <a:spcAft>
                <a:spcPts val="0"/>
              </a:spcAft>
              <a:buFont typeface="Arial" pitchFamily="34" charset="0"/>
              <a:buChar char="•"/>
              <a:defRPr/>
            </a:pPr>
            <a:r>
              <a:rPr lang="en-US" sz="2400" b="1" i="1" dirty="0">
                <a:solidFill>
                  <a:schemeClr val="accent1">
                    <a:lumMod val="50000"/>
                  </a:schemeClr>
                </a:solidFill>
                <a:latin typeface="+mn-lt"/>
              </a:rPr>
              <a:t>While transferring a block of data, several memory modules can be kept busy at the same time. </a:t>
            </a:r>
          </a:p>
          <a:p>
            <a:pPr marL="438912" indent="-320040" fontAlgn="auto">
              <a:spcBef>
                <a:spcPts val="0"/>
              </a:spcBef>
              <a:spcAft>
                <a:spcPts val="0"/>
              </a:spcAft>
              <a:buClr>
                <a:schemeClr val="accent1"/>
              </a:buClr>
              <a:buSzPct val="80000"/>
              <a:buFont typeface="Wingdings 2"/>
              <a:buNone/>
              <a:defRPr/>
            </a:pPr>
            <a:endParaRPr lang="en-US" sz="2400" dirty="0">
              <a:latin typeface="+mn-lt"/>
            </a:endParaRPr>
          </a:p>
        </p:txBody>
      </p:sp>
    </p:spTree>
    <p:extLst>
      <p:ext uri="{BB962C8B-B14F-4D97-AF65-F5344CB8AC3E}">
        <p14:creationId xmlns:p14="http://schemas.microsoft.com/office/powerpoint/2010/main" val="1678783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
                                            <p:txEl>
                                              <p:pRg st="0" end="0"/>
                                            </p:txEl>
                                          </p:spTgt>
                                        </p:tgtEl>
                                        <p:attrNameLst>
                                          <p:attrName>style.visibility</p:attrName>
                                        </p:attrNameLst>
                                      </p:cBhvr>
                                      <p:to>
                                        <p:strVal val="visible"/>
                                      </p:to>
                                    </p:set>
                                    <p:anim calcmode="lin" valueType="num">
                                      <p:cBhvr additive="base">
                                        <p:cTn id="7" dur="500" fill="hold"/>
                                        <p:tgtEl>
                                          <p:spTgt spid="9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
                                            <p:txEl>
                                              <p:pRg st="1" end="1"/>
                                            </p:txEl>
                                          </p:spTgt>
                                        </p:tgtEl>
                                        <p:attrNameLst>
                                          <p:attrName>style.visibility</p:attrName>
                                        </p:attrNameLst>
                                      </p:cBhvr>
                                      <p:to>
                                        <p:strVal val="visible"/>
                                      </p:to>
                                    </p:set>
                                    <p:anim calcmode="lin" valueType="num">
                                      <p:cBhvr additive="base">
                                        <p:cTn id="13" dur="500" fill="hold"/>
                                        <p:tgtEl>
                                          <p:spTgt spid="9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
                                            <p:txEl>
                                              <p:pRg st="2" end="2"/>
                                            </p:txEl>
                                          </p:spTgt>
                                        </p:tgtEl>
                                        <p:attrNameLst>
                                          <p:attrName>style.visibility</p:attrName>
                                        </p:attrNameLst>
                                      </p:cBhvr>
                                      <p:to>
                                        <p:strVal val="visible"/>
                                      </p:to>
                                    </p:set>
                                    <p:anim calcmode="lin" valueType="num">
                                      <p:cBhvr additive="base">
                                        <p:cTn id="19" dur="500" fill="hold"/>
                                        <p:tgtEl>
                                          <p:spTgt spid="9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23234" y="134155"/>
            <a:ext cx="5638800" cy="381000"/>
          </a:xfrm>
        </p:spPr>
        <p:txBody>
          <a:bodyPr>
            <a:noAutofit/>
          </a:bodyPr>
          <a:lstStyle/>
          <a:p>
            <a:r>
              <a:rPr lang="en-US" sz="2400" b="0" dirty="0"/>
              <a:t>Example</a:t>
            </a:r>
          </a:p>
        </p:txBody>
      </p:sp>
      <p:graphicFrame>
        <p:nvGraphicFramePr>
          <p:cNvPr id="3" name="Table 2"/>
          <p:cNvGraphicFramePr>
            <a:graphicFrameLocks noGrp="1"/>
          </p:cNvGraphicFramePr>
          <p:nvPr>
            <p:extLst>
              <p:ext uri="{D42A27DB-BD31-4B8C-83A1-F6EECF244321}">
                <p14:modId xmlns:p14="http://schemas.microsoft.com/office/powerpoint/2010/main" val="1140058172"/>
              </p:ext>
            </p:extLst>
          </p:nvPr>
        </p:nvGraphicFramePr>
        <p:xfrm>
          <a:off x="457200" y="838200"/>
          <a:ext cx="2514600" cy="5852160"/>
        </p:xfrm>
        <a:graphic>
          <a:graphicData uri="http://schemas.openxmlformats.org/drawingml/2006/table">
            <a:tbl>
              <a:tblPr firstRow="1" bandRow="1">
                <a:tableStyleId>{5C22544A-7EE6-4342-B048-85BDC9FD1C3A}</a:tableStyleId>
              </a:tblPr>
              <a:tblGrid>
                <a:gridCol w="670560">
                  <a:extLst>
                    <a:ext uri="{9D8B030D-6E8A-4147-A177-3AD203B41FA5}">
                      <a16:colId xmlns:a16="http://schemas.microsoft.com/office/drawing/2014/main" val="20000"/>
                    </a:ext>
                  </a:extLst>
                </a:gridCol>
                <a:gridCol w="1844040">
                  <a:extLst>
                    <a:ext uri="{9D8B030D-6E8A-4147-A177-3AD203B41FA5}">
                      <a16:colId xmlns:a16="http://schemas.microsoft.com/office/drawing/2014/main" val="20001"/>
                    </a:ext>
                  </a:extLst>
                </a:gridCol>
              </a:tblGrid>
              <a:tr h="326708">
                <a:tc>
                  <a:txBody>
                    <a:bodyPr/>
                    <a:lstStyle/>
                    <a:p>
                      <a:r>
                        <a:rPr lang="en-US" dirty="0"/>
                        <a:t>9</a:t>
                      </a:r>
                    </a:p>
                  </a:txBody>
                  <a:tcPr/>
                </a:tc>
                <a:tc>
                  <a:txBody>
                    <a:bodyPr/>
                    <a:lstStyle/>
                    <a:p>
                      <a:r>
                        <a:rPr lang="en-US" dirty="0"/>
                        <a:t>0000</a:t>
                      </a:r>
                    </a:p>
                  </a:txBody>
                  <a:tcPr/>
                </a:tc>
                <a:extLst>
                  <a:ext uri="{0D108BD9-81ED-4DB2-BD59-A6C34878D82A}">
                    <a16:rowId xmlns:a16="http://schemas.microsoft.com/office/drawing/2014/main" val="10000"/>
                  </a:ext>
                </a:extLst>
              </a:tr>
              <a:tr h="326708">
                <a:tc>
                  <a:txBody>
                    <a:bodyPr/>
                    <a:lstStyle/>
                    <a:p>
                      <a:r>
                        <a:rPr lang="en-US" dirty="0"/>
                        <a:t>8</a:t>
                      </a:r>
                    </a:p>
                  </a:txBody>
                  <a:tcPr/>
                </a:tc>
                <a:tc>
                  <a:txBody>
                    <a:bodyPr/>
                    <a:lstStyle/>
                    <a:p>
                      <a:r>
                        <a:rPr lang="en-US" dirty="0"/>
                        <a:t>0001</a:t>
                      </a:r>
                    </a:p>
                  </a:txBody>
                  <a:tcPr/>
                </a:tc>
                <a:extLst>
                  <a:ext uri="{0D108BD9-81ED-4DB2-BD59-A6C34878D82A}">
                    <a16:rowId xmlns:a16="http://schemas.microsoft.com/office/drawing/2014/main" val="10001"/>
                  </a:ext>
                </a:extLst>
              </a:tr>
              <a:tr h="326708">
                <a:tc>
                  <a:txBody>
                    <a:bodyPr/>
                    <a:lstStyle/>
                    <a:p>
                      <a:r>
                        <a:rPr lang="en-US" dirty="0"/>
                        <a:t>7</a:t>
                      </a:r>
                    </a:p>
                  </a:txBody>
                  <a:tcPr/>
                </a:tc>
                <a:tc>
                  <a:txBody>
                    <a:bodyPr/>
                    <a:lstStyle/>
                    <a:p>
                      <a:r>
                        <a:rPr lang="en-US" dirty="0"/>
                        <a:t>0010</a:t>
                      </a:r>
                    </a:p>
                  </a:txBody>
                  <a:tcPr/>
                </a:tc>
                <a:extLst>
                  <a:ext uri="{0D108BD9-81ED-4DB2-BD59-A6C34878D82A}">
                    <a16:rowId xmlns:a16="http://schemas.microsoft.com/office/drawing/2014/main" val="10002"/>
                  </a:ext>
                </a:extLst>
              </a:tr>
              <a:tr h="326708">
                <a:tc>
                  <a:txBody>
                    <a:bodyPr/>
                    <a:lstStyle/>
                    <a:p>
                      <a:r>
                        <a:rPr lang="en-US" dirty="0"/>
                        <a:t>6</a:t>
                      </a:r>
                    </a:p>
                  </a:txBody>
                  <a:tcPr/>
                </a:tc>
                <a:tc>
                  <a:txBody>
                    <a:bodyPr/>
                    <a:lstStyle/>
                    <a:p>
                      <a:r>
                        <a:rPr lang="en-US" dirty="0"/>
                        <a:t>0011</a:t>
                      </a:r>
                    </a:p>
                  </a:txBody>
                  <a:tcPr/>
                </a:tc>
                <a:extLst>
                  <a:ext uri="{0D108BD9-81ED-4DB2-BD59-A6C34878D82A}">
                    <a16:rowId xmlns:a16="http://schemas.microsoft.com/office/drawing/2014/main" val="10003"/>
                  </a:ext>
                </a:extLst>
              </a:tr>
              <a:tr h="326708">
                <a:tc>
                  <a:txBody>
                    <a:bodyPr/>
                    <a:lstStyle/>
                    <a:p>
                      <a:r>
                        <a:rPr lang="en-US" dirty="0"/>
                        <a:t>5</a:t>
                      </a:r>
                    </a:p>
                  </a:txBody>
                  <a:tcPr/>
                </a:tc>
                <a:tc>
                  <a:txBody>
                    <a:bodyPr/>
                    <a:lstStyle/>
                    <a:p>
                      <a:r>
                        <a:rPr lang="en-US" dirty="0"/>
                        <a:t>0100</a:t>
                      </a:r>
                    </a:p>
                  </a:txBody>
                  <a:tcPr/>
                </a:tc>
                <a:extLst>
                  <a:ext uri="{0D108BD9-81ED-4DB2-BD59-A6C34878D82A}">
                    <a16:rowId xmlns:a16="http://schemas.microsoft.com/office/drawing/2014/main" val="10004"/>
                  </a:ext>
                </a:extLst>
              </a:tr>
              <a:tr h="326708">
                <a:tc>
                  <a:txBody>
                    <a:bodyPr/>
                    <a:lstStyle/>
                    <a:p>
                      <a:r>
                        <a:rPr lang="en-US" dirty="0"/>
                        <a:t>4</a:t>
                      </a:r>
                    </a:p>
                  </a:txBody>
                  <a:tcPr/>
                </a:tc>
                <a:tc>
                  <a:txBody>
                    <a:bodyPr/>
                    <a:lstStyle/>
                    <a:p>
                      <a:r>
                        <a:rPr lang="en-US" dirty="0"/>
                        <a:t>0101</a:t>
                      </a:r>
                    </a:p>
                  </a:txBody>
                  <a:tcPr/>
                </a:tc>
                <a:extLst>
                  <a:ext uri="{0D108BD9-81ED-4DB2-BD59-A6C34878D82A}">
                    <a16:rowId xmlns:a16="http://schemas.microsoft.com/office/drawing/2014/main" val="10005"/>
                  </a:ext>
                </a:extLst>
              </a:tr>
              <a:tr h="326708">
                <a:tc>
                  <a:txBody>
                    <a:bodyPr/>
                    <a:lstStyle/>
                    <a:p>
                      <a:r>
                        <a:rPr lang="en-US" dirty="0"/>
                        <a:t>3</a:t>
                      </a:r>
                    </a:p>
                  </a:txBody>
                  <a:tcPr/>
                </a:tc>
                <a:tc>
                  <a:txBody>
                    <a:bodyPr/>
                    <a:lstStyle/>
                    <a:p>
                      <a:r>
                        <a:rPr lang="en-US" dirty="0"/>
                        <a:t>0110</a:t>
                      </a:r>
                    </a:p>
                  </a:txBody>
                  <a:tcPr/>
                </a:tc>
                <a:extLst>
                  <a:ext uri="{0D108BD9-81ED-4DB2-BD59-A6C34878D82A}">
                    <a16:rowId xmlns:a16="http://schemas.microsoft.com/office/drawing/2014/main" val="10006"/>
                  </a:ext>
                </a:extLst>
              </a:tr>
              <a:tr h="326708">
                <a:tc>
                  <a:txBody>
                    <a:bodyPr/>
                    <a:lstStyle/>
                    <a:p>
                      <a:r>
                        <a:rPr lang="en-US" dirty="0"/>
                        <a:t>2</a:t>
                      </a:r>
                    </a:p>
                  </a:txBody>
                  <a:tcPr/>
                </a:tc>
                <a:tc>
                  <a:txBody>
                    <a:bodyPr/>
                    <a:lstStyle/>
                    <a:p>
                      <a:r>
                        <a:rPr lang="en-US" dirty="0"/>
                        <a:t>0111</a:t>
                      </a:r>
                    </a:p>
                  </a:txBody>
                  <a:tcPr/>
                </a:tc>
                <a:extLst>
                  <a:ext uri="{0D108BD9-81ED-4DB2-BD59-A6C34878D82A}">
                    <a16:rowId xmlns:a16="http://schemas.microsoft.com/office/drawing/2014/main" val="10007"/>
                  </a:ext>
                </a:extLst>
              </a:tr>
              <a:tr h="326708">
                <a:tc>
                  <a:txBody>
                    <a:bodyPr/>
                    <a:lstStyle/>
                    <a:p>
                      <a:r>
                        <a:rPr lang="en-US" dirty="0"/>
                        <a:t>1</a:t>
                      </a:r>
                    </a:p>
                  </a:txBody>
                  <a:tcPr/>
                </a:tc>
                <a:tc>
                  <a:txBody>
                    <a:bodyPr/>
                    <a:lstStyle/>
                    <a:p>
                      <a:r>
                        <a:rPr lang="en-US" dirty="0"/>
                        <a:t>1000</a:t>
                      </a:r>
                    </a:p>
                  </a:txBody>
                  <a:tcPr/>
                </a:tc>
                <a:extLst>
                  <a:ext uri="{0D108BD9-81ED-4DB2-BD59-A6C34878D82A}">
                    <a16:rowId xmlns:a16="http://schemas.microsoft.com/office/drawing/2014/main" val="10008"/>
                  </a:ext>
                </a:extLst>
              </a:tr>
              <a:tr h="326708">
                <a:tc>
                  <a:txBody>
                    <a:bodyPr/>
                    <a:lstStyle/>
                    <a:p>
                      <a:r>
                        <a:rPr lang="en-US" dirty="0"/>
                        <a:t>15</a:t>
                      </a:r>
                    </a:p>
                  </a:txBody>
                  <a:tcPr/>
                </a:tc>
                <a:tc>
                  <a:txBody>
                    <a:bodyPr/>
                    <a:lstStyle/>
                    <a:p>
                      <a:r>
                        <a:rPr lang="en-US" dirty="0"/>
                        <a:t>1001</a:t>
                      </a:r>
                    </a:p>
                  </a:txBody>
                  <a:tcPr/>
                </a:tc>
                <a:extLst>
                  <a:ext uri="{0D108BD9-81ED-4DB2-BD59-A6C34878D82A}">
                    <a16:rowId xmlns:a16="http://schemas.microsoft.com/office/drawing/2014/main" val="10009"/>
                  </a:ext>
                </a:extLst>
              </a:tr>
              <a:tr h="326708">
                <a:tc>
                  <a:txBody>
                    <a:bodyPr/>
                    <a:lstStyle/>
                    <a:p>
                      <a:r>
                        <a:rPr lang="en-US" dirty="0"/>
                        <a:t>14</a:t>
                      </a:r>
                    </a:p>
                  </a:txBody>
                  <a:tcPr/>
                </a:tc>
                <a:tc>
                  <a:txBody>
                    <a:bodyPr/>
                    <a:lstStyle/>
                    <a:p>
                      <a:r>
                        <a:rPr lang="en-US" dirty="0"/>
                        <a:t>1010</a:t>
                      </a:r>
                    </a:p>
                  </a:txBody>
                  <a:tcPr/>
                </a:tc>
                <a:extLst>
                  <a:ext uri="{0D108BD9-81ED-4DB2-BD59-A6C34878D82A}">
                    <a16:rowId xmlns:a16="http://schemas.microsoft.com/office/drawing/2014/main" val="10010"/>
                  </a:ext>
                </a:extLst>
              </a:tr>
              <a:tr h="326708">
                <a:tc>
                  <a:txBody>
                    <a:bodyPr/>
                    <a:lstStyle/>
                    <a:p>
                      <a:r>
                        <a:rPr lang="en-US" dirty="0"/>
                        <a:t>13</a:t>
                      </a:r>
                    </a:p>
                  </a:txBody>
                  <a:tcPr/>
                </a:tc>
                <a:tc>
                  <a:txBody>
                    <a:bodyPr/>
                    <a:lstStyle/>
                    <a:p>
                      <a:r>
                        <a:rPr lang="en-US" dirty="0"/>
                        <a:t>1011</a:t>
                      </a:r>
                    </a:p>
                  </a:txBody>
                  <a:tcPr/>
                </a:tc>
                <a:extLst>
                  <a:ext uri="{0D108BD9-81ED-4DB2-BD59-A6C34878D82A}">
                    <a16:rowId xmlns:a16="http://schemas.microsoft.com/office/drawing/2014/main" val="10011"/>
                  </a:ext>
                </a:extLst>
              </a:tr>
              <a:tr h="326708">
                <a:tc>
                  <a:txBody>
                    <a:bodyPr/>
                    <a:lstStyle/>
                    <a:p>
                      <a:r>
                        <a:rPr lang="en-US" dirty="0"/>
                        <a:t>12</a:t>
                      </a:r>
                    </a:p>
                  </a:txBody>
                  <a:tcPr/>
                </a:tc>
                <a:tc>
                  <a:txBody>
                    <a:bodyPr/>
                    <a:lstStyle/>
                    <a:p>
                      <a:r>
                        <a:rPr lang="en-US" dirty="0"/>
                        <a:t>1100</a:t>
                      </a:r>
                    </a:p>
                  </a:txBody>
                  <a:tcPr/>
                </a:tc>
                <a:extLst>
                  <a:ext uri="{0D108BD9-81ED-4DB2-BD59-A6C34878D82A}">
                    <a16:rowId xmlns:a16="http://schemas.microsoft.com/office/drawing/2014/main" val="10012"/>
                  </a:ext>
                </a:extLst>
              </a:tr>
              <a:tr h="326708">
                <a:tc>
                  <a:txBody>
                    <a:bodyPr/>
                    <a:lstStyle/>
                    <a:p>
                      <a:r>
                        <a:rPr lang="en-US" dirty="0"/>
                        <a:t>11</a:t>
                      </a:r>
                    </a:p>
                  </a:txBody>
                  <a:tcPr/>
                </a:tc>
                <a:tc>
                  <a:txBody>
                    <a:bodyPr/>
                    <a:lstStyle/>
                    <a:p>
                      <a:r>
                        <a:rPr lang="en-US" dirty="0"/>
                        <a:t>1101</a:t>
                      </a:r>
                    </a:p>
                  </a:txBody>
                  <a:tcPr/>
                </a:tc>
                <a:extLst>
                  <a:ext uri="{0D108BD9-81ED-4DB2-BD59-A6C34878D82A}">
                    <a16:rowId xmlns:a16="http://schemas.microsoft.com/office/drawing/2014/main" val="10013"/>
                  </a:ext>
                </a:extLst>
              </a:tr>
              <a:tr h="326708">
                <a:tc>
                  <a:txBody>
                    <a:bodyPr/>
                    <a:lstStyle/>
                    <a:p>
                      <a:r>
                        <a:rPr lang="en-US" dirty="0"/>
                        <a:t>10</a:t>
                      </a:r>
                    </a:p>
                  </a:txBody>
                  <a:tcPr/>
                </a:tc>
                <a:tc>
                  <a:txBody>
                    <a:bodyPr/>
                    <a:lstStyle/>
                    <a:p>
                      <a:r>
                        <a:rPr lang="en-US" dirty="0"/>
                        <a:t>1110</a:t>
                      </a:r>
                    </a:p>
                  </a:txBody>
                  <a:tcPr/>
                </a:tc>
                <a:extLst>
                  <a:ext uri="{0D108BD9-81ED-4DB2-BD59-A6C34878D82A}">
                    <a16:rowId xmlns:a16="http://schemas.microsoft.com/office/drawing/2014/main" val="10014"/>
                  </a:ext>
                </a:extLst>
              </a:tr>
              <a:tr h="326708">
                <a:tc>
                  <a:txBody>
                    <a:bodyPr/>
                    <a:lstStyle/>
                    <a:p>
                      <a:r>
                        <a:rPr lang="en-US" dirty="0"/>
                        <a:t>0</a:t>
                      </a:r>
                    </a:p>
                  </a:txBody>
                  <a:tcPr/>
                </a:tc>
                <a:tc>
                  <a:txBody>
                    <a:bodyPr/>
                    <a:lstStyle/>
                    <a:p>
                      <a:r>
                        <a:rPr lang="en-US" dirty="0"/>
                        <a:t>1111</a:t>
                      </a:r>
                    </a:p>
                  </a:txBody>
                  <a:tcPr/>
                </a:tc>
                <a:extLst>
                  <a:ext uri="{0D108BD9-81ED-4DB2-BD59-A6C34878D82A}">
                    <a16:rowId xmlns:a16="http://schemas.microsoft.com/office/drawing/2014/main" val="1001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180137438"/>
              </p:ext>
            </p:extLst>
          </p:nvPr>
        </p:nvGraphicFramePr>
        <p:xfrm>
          <a:off x="3352800" y="1422400"/>
          <a:ext cx="1447800" cy="1854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00</a:t>
                      </a:r>
                    </a:p>
                  </a:txBody>
                  <a:tcPr/>
                </a:tc>
                <a:extLst>
                  <a:ext uri="{0D108BD9-81ED-4DB2-BD59-A6C34878D82A}">
                    <a16:rowId xmlns:a16="http://schemas.microsoft.com/office/drawing/2014/main" val="10000"/>
                  </a:ext>
                </a:extLst>
              </a:tr>
              <a:tr h="370840">
                <a:tc>
                  <a:txBody>
                    <a:bodyPr/>
                    <a:lstStyle/>
                    <a:p>
                      <a:r>
                        <a:rPr lang="en-US" dirty="0"/>
                        <a:t>00</a:t>
                      </a:r>
                    </a:p>
                  </a:txBody>
                  <a:tcPr/>
                </a:tc>
                <a:tc>
                  <a:txBody>
                    <a:bodyPr/>
                    <a:lstStyle/>
                    <a:p>
                      <a:r>
                        <a:rPr lang="en-US" dirty="0"/>
                        <a:t>9</a:t>
                      </a:r>
                    </a:p>
                  </a:txBody>
                  <a:tcPr/>
                </a:tc>
                <a:extLst>
                  <a:ext uri="{0D108BD9-81ED-4DB2-BD59-A6C34878D82A}">
                    <a16:rowId xmlns:a16="http://schemas.microsoft.com/office/drawing/2014/main" val="10001"/>
                  </a:ext>
                </a:extLst>
              </a:tr>
              <a:tr h="370840">
                <a:tc>
                  <a:txBody>
                    <a:bodyPr/>
                    <a:lstStyle/>
                    <a:p>
                      <a:r>
                        <a:rPr lang="en-US" dirty="0"/>
                        <a:t>01</a:t>
                      </a:r>
                    </a:p>
                  </a:txBody>
                  <a:tcPr/>
                </a:tc>
                <a:tc>
                  <a:txBody>
                    <a:bodyPr/>
                    <a:lstStyle/>
                    <a:p>
                      <a:r>
                        <a:rPr lang="en-US" dirty="0"/>
                        <a:t>5</a:t>
                      </a:r>
                    </a:p>
                  </a:txBody>
                  <a:tcPr/>
                </a:tc>
                <a:extLst>
                  <a:ext uri="{0D108BD9-81ED-4DB2-BD59-A6C34878D82A}">
                    <a16:rowId xmlns:a16="http://schemas.microsoft.com/office/drawing/2014/main" val="10002"/>
                  </a:ext>
                </a:extLst>
              </a:tr>
              <a:tr h="370840">
                <a:tc>
                  <a:txBody>
                    <a:bodyPr/>
                    <a:lstStyle/>
                    <a:p>
                      <a:r>
                        <a:rPr lang="en-US" dirty="0"/>
                        <a:t>10</a:t>
                      </a:r>
                    </a:p>
                  </a:txBody>
                  <a:tcPr/>
                </a:tc>
                <a:tc>
                  <a:txBody>
                    <a:bodyPr/>
                    <a:lstStyle/>
                    <a:p>
                      <a:r>
                        <a:rPr lang="en-US" dirty="0"/>
                        <a:t>1</a:t>
                      </a:r>
                    </a:p>
                  </a:txBody>
                  <a:tcPr/>
                </a:tc>
                <a:extLst>
                  <a:ext uri="{0D108BD9-81ED-4DB2-BD59-A6C34878D82A}">
                    <a16:rowId xmlns:a16="http://schemas.microsoft.com/office/drawing/2014/main" val="10003"/>
                  </a:ext>
                </a:extLst>
              </a:tr>
              <a:tr h="370840">
                <a:tc>
                  <a:txBody>
                    <a:bodyPr/>
                    <a:lstStyle/>
                    <a:p>
                      <a:r>
                        <a:rPr lang="en-US" dirty="0"/>
                        <a:t>11</a:t>
                      </a:r>
                    </a:p>
                  </a:txBody>
                  <a:tcPr/>
                </a:tc>
                <a:tc>
                  <a:txBody>
                    <a:bodyPr/>
                    <a:lstStyle/>
                    <a:p>
                      <a:r>
                        <a:rPr lang="en-US" dirty="0"/>
                        <a:t>12</a:t>
                      </a:r>
                    </a:p>
                  </a:txBody>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14216751"/>
              </p:ext>
            </p:extLst>
          </p:nvPr>
        </p:nvGraphicFramePr>
        <p:xfrm>
          <a:off x="5410200" y="1422400"/>
          <a:ext cx="1447800" cy="1854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01</a:t>
                      </a:r>
                    </a:p>
                  </a:txBody>
                  <a:tcPr/>
                </a:tc>
                <a:extLst>
                  <a:ext uri="{0D108BD9-81ED-4DB2-BD59-A6C34878D82A}">
                    <a16:rowId xmlns:a16="http://schemas.microsoft.com/office/drawing/2014/main" val="10000"/>
                  </a:ext>
                </a:extLst>
              </a:tr>
              <a:tr h="370840">
                <a:tc>
                  <a:txBody>
                    <a:bodyPr/>
                    <a:lstStyle/>
                    <a:p>
                      <a:r>
                        <a:rPr lang="en-US" dirty="0"/>
                        <a:t>00</a:t>
                      </a:r>
                    </a:p>
                  </a:txBody>
                  <a:tcPr/>
                </a:tc>
                <a:tc>
                  <a:txBody>
                    <a:bodyPr/>
                    <a:lstStyle/>
                    <a:p>
                      <a:r>
                        <a:rPr lang="en-US" dirty="0"/>
                        <a:t>8</a:t>
                      </a:r>
                    </a:p>
                  </a:txBody>
                  <a:tcPr/>
                </a:tc>
                <a:extLst>
                  <a:ext uri="{0D108BD9-81ED-4DB2-BD59-A6C34878D82A}">
                    <a16:rowId xmlns:a16="http://schemas.microsoft.com/office/drawing/2014/main" val="10001"/>
                  </a:ext>
                </a:extLst>
              </a:tr>
              <a:tr h="370840">
                <a:tc>
                  <a:txBody>
                    <a:bodyPr/>
                    <a:lstStyle/>
                    <a:p>
                      <a:r>
                        <a:rPr lang="en-US" dirty="0"/>
                        <a:t>01</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10</a:t>
                      </a:r>
                    </a:p>
                  </a:txBody>
                  <a:tcPr/>
                </a:tc>
                <a:tc>
                  <a:txBody>
                    <a:bodyPr/>
                    <a:lstStyle/>
                    <a:p>
                      <a:r>
                        <a:rPr lang="en-US" dirty="0"/>
                        <a:t>15</a:t>
                      </a:r>
                    </a:p>
                  </a:txBody>
                  <a:tcPr/>
                </a:tc>
                <a:extLst>
                  <a:ext uri="{0D108BD9-81ED-4DB2-BD59-A6C34878D82A}">
                    <a16:rowId xmlns:a16="http://schemas.microsoft.com/office/drawing/2014/main" val="10003"/>
                  </a:ext>
                </a:extLst>
              </a:tr>
              <a:tr h="370840">
                <a:tc>
                  <a:txBody>
                    <a:bodyPr/>
                    <a:lstStyle/>
                    <a:p>
                      <a:r>
                        <a:rPr lang="en-US" dirty="0"/>
                        <a:t>11</a:t>
                      </a:r>
                    </a:p>
                  </a:txBody>
                  <a:tcPr/>
                </a:tc>
                <a:tc>
                  <a:txBody>
                    <a:bodyPr/>
                    <a:lstStyle/>
                    <a:p>
                      <a:r>
                        <a:rPr lang="en-US" dirty="0"/>
                        <a:t>11</a:t>
                      </a:r>
                    </a:p>
                  </a:txBody>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53475491"/>
              </p:ext>
            </p:extLst>
          </p:nvPr>
        </p:nvGraphicFramePr>
        <p:xfrm>
          <a:off x="7384424" y="1422400"/>
          <a:ext cx="1447800" cy="1854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10</a:t>
                      </a:r>
                    </a:p>
                  </a:txBody>
                  <a:tcPr/>
                </a:tc>
                <a:extLst>
                  <a:ext uri="{0D108BD9-81ED-4DB2-BD59-A6C34878D82A}">
                    <a16:rowId xmlns:a16="http://schemas.microsoft.com/office/drawing/2014/main" val="10000"/>
                  </a:ext>
                </a:extLst>
              </a:tr>
              <a:tr h="370840">
                <a:tc>
                  <a:txBody>
                    <a:bodyPr/>
                    <a:lstStyle/>
                    <a:p>
                      <a:r>
                        <a:rPr lang="en-US" dirty="0"/>
                        <a:t>00</a:t>
                      </a:r>
                    </a:p>
                  </a:txBody>
                  <a:tcPr/>
                </a:tc>
                <a:tc>
                  <a:txBody>
                    <a:bodyPr/>
                    <a:lstStyle/>
                    <a:p>
                      <a:r>
                        <a:rPr lang="en-US" dirty="0"/>
                        <a:t>7</a:t>
                      </a:r>
                    </a:p>
                  </a:txBody>
                  <a:tcPr/>
                </a:tc>
                <a:extLst>
                  <a:ext uri="{0D108BD9-81ED-4DB2-BD59-A6C34878D82A}">
                    <a16:rowId xmlns:a16="http://schemas.microsoft.com/office/drawing/2014/main" val="10001"/>
                  </a:ext>
                </a:extLst>
              </a:tr>
              <a:tr h="370840">
                <a:tc>
                  <a:txBody>
                    <a:bodyPr/>
                    <a:lstStyle/>
                    <a:p>
                      <a:r>
                        <a:rPr lang="en-US" dirty="0"/>
                        <a:t>01</a:t>
                      </a:r>
                    </a:p>
                  </a:txBody>
                  <a:tcPr/>
                </a:tc>
                <a:tc>
                  <a:txBody>
                    <a:bodyPr/>
                    <a:lstStyle/>
                    <a:p>
                      <a:r>
                        <a:rPr lang="en-US" dirty="0"/>
                        <a:t>3</a:t>
                      </a:r>
                    </a:p>
                  </a:txBody>
                  <a:tcPr/>
                </a:tc>
                <a:extLst>
                  <a:ext uri="{0D108BD9-81ED-4DB2-BD59-A6C34878D82A}">
                    <a16:rowId xmlns:a16="http://schemas.microsoft.com/office/drawing/2014/main" val="10002"/>
                  </a:ext>
                </a:extLst>
              </a:tr>
              <a:tr h="370840">
                <a:tc>
                  <a:txBody>
                    <a:bodyPr/>
                    <a:lstStyle/>
                    <a:p>
                      <a:r>
                        <a:rPr lang="en-US" dirty="0"/>
                        <a:t>10</a:t>
                      </a:r>
                    </a:p>
                  </a:txBody>
                  <a:tcPr/>
                </a:tc>
                <a:tc>
                  <a:txBody>
                    <a:bodyPr/>
                    <a:lstStyle/>
                    <a:p>
                      <a:r>
                        <a:rPr lang="en-US" dirty="0"/>
                        <a:t>14</a:t>
                      </a:r>
                    </a:p>
                  </a:txBody>
                  <a:tcPr/>
                </a:tc>
                <a:extLst>
                  <a:ext uri="{0D108BD9-81ED-4DB2-BD59-A6C34878D82A}">
                    <a16:rowId xmlns:a16="http://schemas.microsoft.com/office/drawing/2014/main" val="10003"/>
                  </a:ext>
                </a:extLst>
              </a:tr>
              <a:tr h="370840">
                <a:tc>
                  <a:txBody>
                    <a:bodyPr/>
                    <a:lstStyle/>
                    <a:p>
                      <a:r>
                        <a:rPr lang="en-US" dirty="0"/>
                        <a:t>11</a:t>
                      </a:r>
                    </a:p>
                  </a:txBody>
                  <a:tcPr/>
                </a:tc>
                <a:tc>
                  <a:txBody>
                    <a:bodyPr/>
                    <a:lstStyle/>
                    <a:p>
                      <a:r>
                        <a:rPr lang="en-US" dirty="0"/>
                        <a:t>10</a:t>
                      </a:r>
                    </a:p>
                  </a:txBody>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43897869"/>
              </p:ext>
            </p:extLst>
          </p:nvPr>
        </p:nvGraphicFramePr>
        <p:xfrm>
          <a:off x="5562600" y="4267200"/>
          <a:ext cx="1447800" cy="1854200"/>
        </p:xfrm>
        <a:graphic>
          <a:graphicData uri="http://schemas.openxmlformats.org/drawingml/2006/table">
            <a:tbl>
              <a:tblPr firstRow="1" bandRow="1">
                <a:tableStyleId>{5C22544A-7EE6-4342-B048-85BDC9FD1C3A}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r>
                        <a:rPr lang="en-US" dirty="0"/>
                        <a:t>11</a:t>
                      </a:r>
                    </a:p>
                  </a:txBody>
                  <a:tcPr/>
                </a:tc>
                <a:extLst>
                  <a:ext uri="{0D108BD9-81ED-4DB2-BD59-A6C34878D82A}">
                    <a16:rowId xmlns:a16="http://schemas.microsoft.com/office/drawing/2014/main" val="10000"/>
                  </a:ext>
                </a:extLst>
              </a:tr>
              <a:tr h="370840">
                <a:tc>
                  <a:txBody>
                    <a:bodyPr/>
                    <a:lstStyle/>
                    <a:p>
                      <a:r>
                        <a:rPr lang="en-US" dirty="0"/>
                        <a:t>00</a:t>
                      </a:r>
                    </a:p>
                  </a:txBody>
                  <a:tcPr/>
                </a:tc>
                <a:tc>
                  <a:txBody>
                    <a:bodyPr/>
                    <a:lstStyle/>
                    <a:p>
                      <a:r>
                        <a:rPr lang="en-US" dirty="0"/>
                        <a:t>6</a:t>
                      </a:r>
                    </a:p>
                  </a:txBody>
                  <a:tcPr/>
                </a:tc>
                <a:extLst>
                  <a:ext uri="{0D108BD9-81ED-4DB2-BD59-A6C34878D82A}">
                    <a16:rowId xmlns:a16="http://schemas.microsoft.com/office/drawing/2014/main" val="10001"/>
                  </a:ext>
                </a:extLst>
              </a:tr>
              <a:tr h="370840">
                <a:tc>
                  <a:txBody>
                    <a:bodyPr/>
                    <a:lstStyle/>
                    <a:p>
                      <a:r>
                        <a:rPr lang="en-US" dirty="0"/>
                        <a:t>01</a:t>
                      </a:r>
                    </a:p>
                  </a:txBody>
                  <a:tcPr/>
                </a:tc>
                <a:tc>
                  <a:txBody>
                    <a:bodyPr/>
                    <a:lstStyle/>
                    <a:p>
                      <a:r>
                        <a:rPr lang="en-US" dirty="0"/>
                        <a:t>2</a:t>
                      </a:r>
                    </a:p>
                  </a:txBody>
                  <a:tcPr/>
                </a:tc>
                <a:extLst>
                  <a:ext uri="{0D108BD9-81ED-4DB2-BD59-A6C34878D82A}">
                    <a16:rowId xmlns:a16="http://schemas.microsoft.com/office/drawing/2014/main" val="10002"/>
                  </a:ext>
                </a:extLst>
              </a:tr>
              <a:tr h="370840">
                <a:tc>
                  <a:txBody>
                    <a:bodyPr/>
                    <a:lstStyle/>
                    <a:p>
                      <a:r>
                        <a:rPr lang="en-US" dirty="0"/>
                        <a:t>10</a:t>
                      </a:r>
                    </a:p>
                  </a:txBody>
                  <a:tcPr/>
                </a:tc>
                <a:tc>
                  <a:txBody>
                    <a:bodyPr/>
                    <a:lstStyle/>
                    <a:p>
                      <a:r>
                        <a:rPr lang="en-US" dirty="0"/>
                        <a:t>13</a:t>
                      </a:r>
                    </a:p>
                  </a:txBody>
                  <a:tcPr/>
                </a:tc>
                <a:extLst>
                  <a:ext uri="{0D108BD9-81ED-4DB2-BD59-A6C34878D82A}">
                    <a16:rowId xmlns:a16="http://schemas.microsoft.com/office/drawing/2014/main" val="10003"/>
                  </a:ext>
                </a:extLst>
              </a:tr>
              <a:tr h="370840">
                <a:tc>
                  <a:txBody>
                    <a:bodyPr/>
                    <a:lstStyle/>
                    <a:p>
                      <a:r>
                        <a:rPr lang="en-US" dirty="0"/>
                        <a:t>11</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15363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228600"/>
            <a:ext cx="6248400" cy="461665"/>
          </a:xfrm>
          <a:prstGeom prst="rect">
            <a:avLst/>
          </a:prstGeom>
          <a:noFill/>
        </p:spPr>
        <p:txBody>
          <a:bodyPr wrap="square" rtlCol="0">
            <a:spAutoFit/>
          </a:bodyPr>
          <a:lstStyle/>
          <a:p>
            <a:r>
              <a:rPr lang="en-US" sz="2400" dirty="0"/>
              <a:t>Example: (Definition of cylinders)</a:t>
            </a:r>
          </a:p>
        </p:txBody>
      </p:sp>
      <p:sp>
        <p:nvSpPr>
          <p:cNvPr id="4" name="TextBox 3"/>
          <p:cNvSpPr txBox="1"/>
          <p:nvPr/>
        </p:nvSpPr>
        <p:spPr>
          <a:xfrm>
            <a:off x="0" y="1371600"/>
            <a:ext cx="8229600" cy="6001643"/>
          </a:xfrm>
          <a:prstGeom prst="rect">
            <a:avLst/>
          </a:prstGeom>
          <a:noFill/>
        </p:spPr>
        <p:txBody>
          <a:bodyPr wrap="square" rtlCol="0">
            <a:spAutoFit/>
          </a:bodyPr>
          <a:lstStyle/>
          <a:p>
            <a:r>
              <a:rPr lang="en-US" sz="2400" dirty="0"/>
              <a:t>A disk has 24 recording surface has 14000 cylinders. There is an average of 400 sectors per track. Each sector contains 512 Bytes of data</a:t>
            </a:r>
          </a:p>
          <a:p>
            <a:r>
              <a:rPr lang="en-US" sz="2400" dirty="0"/>
              <a:t> What is the maximum number of bytes that can be stored?</a:t>
            </a:r>
          </a:p>
          <a:p>
            <a:endParaRPr lang="en-US" sz="2400" dirty="0"/>
          </a:p>
          <a:p>
            <a:r>
              <a:rPr lang="en-US" sz="2400" dirty="0"/>
              <a:t>The maximum number of bytes that can be stored on this disk is 24 X14000 X</a:t>
            </a:r>
            <a:r>
              <a:rPr lang="sv-SE" sz="2400" dirty="0"/>
              <a:t>400X  512 = 68.8 X  10</a:t>
            </a:r>
            <a:r>
              <a:rPr lang="sv-SE" sz="2400" baseline="30000" dirty="0"/>
              <a:t>9</a:t>
            </a:r>
            <a:r>
              <a:rPr lang="sv-SE" sz="2400" dirty="0"/>
              <a:t> bytes</a:t>
            </a:r>
          </a:p>
          <a:p>
            <a:endParaRPr lang="en-US" sz="2400" dirty="0"/>
          </a:p>
          <a:p>
            <a:r>
              <a:rPr lang="en-US" sz="2400" dirty="0"/>
              <a:t>What is the data transfer rate in bytes per second at a rotational speed of 7200rpm?</a:t>
            </a:r>
          </a:p>
          <a:p>
            <a:endParaRPr lang="en-US" sz="2400" dirty="0"/>
          </a:p>
          <a:p>
            <a:r>
              <a:rPr lang="en-US" sz="2400" dirty="0"/>
              <a:t>The data transfer rate is (400 X 512 X 7200)/60 = 24.58 X 10</a:t>
            </a:r>
            <a:r>
              <a:rPr lang="en-US" sz="2400" baseline="30000" dirty="0"/>
              <a:t>6</a:t>
            </a:r>
            <a:r>
              <a:rPr lang="en-US" sz="2400" dirty="0"/>
              <a:t> bytes/s.</a:t>
            </a:r>
          </a:p>
          <a:p>
            <a:endParaRPr lang="en-US" sz="2400" dirty="0"/>
          </a:p>
          <a:p>
            <a:r>
              <a:rPr lang="en-US" sz="2400" dirty="0"/>
              <a:t> </a:t>
            </a:r>
          </a:p>
          <a:p>
            <a:endParaRPr lang="en-US" sz="2400" dirty="0"/>
          </a:p>
        </p:txBody>
      </p:sp>
    </p:spTree>
    <p:extLst>
      <p:ext uri="{BB962C8B-B14F-4D97-AF65-F5344CB8AC3E}">
        <p14:creationId xmlns:p14="http://schemas.microsoft.com/office/powerpoint/2010/main" val="287550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 calcmode="lin" valueType="num">
                                      <p:cBhvr additive="base">
                                        <p:cTn id="1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 calcmode="lin" valueType="num">
                                      <p:cBhvr additive="base">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00" y="44579"/>
            <a:ext cx="6934200" cy="1200329"/>
          </a:xfrm>
          <a:prstGeom prst="rect">
            <a:avLst/>
          </a:prstGeom>
          <a:noFill/>
        </p:spPr>
        <p:txBody>
          <a:bodyPr wrap="square" rtlCol="0">
            <a:spAutoFit/>
          </a:bodyPr>
          <a:lstStyle/>
          <a:p>
            <a:r>
              <a:rPr lang="en-US" dirty="0"/>
              <a:t>The number of cylinders of a disk drive exactly equals the number of </a:t>
            </a:r>
            <a:r>
              <a:rPr lang="en-US" b="1" dirty="0"/>
              <a:t>tracks</a:t>
            </a:r>
            <a:r>
              <a:rPr lang="en-US" dirty="0"/>
              <a:t> on a single surface in the drive. It comprises the </a:t>
            </a:r>
            <a:r>
              <a:rPr lang="en-US" b="1" dirty="0"/>
              <a:t>same</a:t>
            </a:r>
            <a:r>
              <a:rPr lang="en-US" dirty="0"/>
              <a:t> track number on each platter, spanning all such </a:t>
            </a:r>
            <a:r>
              <a:rPr lang="en-US" b="1" dirty="0"/>
              <a:t>tracks</a:t>
            </a:r>
            <a:r>
              <a:rPr lang="en-US" dirty="0"/>
              <a:t> across each platter surface that is able to store data</a:t>
            </a:r>
            <a:endParaRPr lang="en-US" sz="2400" dirty="0"/>
          </a:p>
        </p:txBody>
      </p:sp>
      <p:sp>
        <p:nvSpPr>
          <p:cNvPr id="4" name="TextBox 3"/>
          <p:cNvSpPr txBox="1"/>
          <p:nvPr/>
        </p:nvSpPr>
        <p:spPr>
          <a:xfrm>
            <a:off x="609600" y="1752600"/>
            <a:ext cx="8229600" cy="5632311"/>
          </a:xfrm>
          <a:prstGeom prst="rect">
            <a:avLst/>
          </a:prstGeom>
          <a:noFill/>
        </p:spPr>
        <p:txBody>
          <a:bodyPr wrap="square" rtlCol="0">
            <a:spAutoFit/>
          </a:bodyPr>
          <a:lstStyle/>
          <a:p>
            <a:r>
              <a:rPr lang="en-US" sz="2400" dirty="0"/>
              <a:t>A disk has 24 recording surface has 14000 tracks. There is an average of 400 sectors per track. Each sector contains 512 Bytes of data</a:t>
            </a:r>
          </a:p>
          <a:p>
            <a:r>
              <a:rPr lang="en-US" sz="2400" dirty="0"/>
              <a:t> </a:t>
            </a:r>
          </a:p>
          <a:p>
            <a:r>
              <a:rPr lang="en-US" sz="2400" dirty="0"/>
              <a:t>Using a 32 bit word , suggest a suitable addressing scheme for the disk, assuming that there are 512 bytes / Sector</a:t>
            </a:r>
          </a:p>
          <a:p>
            <a:endParaRPr lang="en-US" sz="2400" dirty="0"/>
          </a:p>
          <a:p>
            <a:r>
              <a:rPr lang="en-US" sz="2400" dirty="0"/>
              <a:t>Need 9 bits to identify a sector, 14 bits for a track, and 5 bits for a surface.</a:t>
            </a:r>
          </a:p>
          <a:p>
            <a:r>
              <a:rPr lang="en-US" sz="2400" dirty="0"/>
              <a:t>Thus, a possible scheme is to use address bits A</a:t>
            </a:r>
            <a:r>
              <a:rPr lang="en-US" sz="2400" baseline="-25000" dirty="0"/>
              <a:t>8-0</a:t>
            </a:r>
            <a:r>
              <a:rPr lang="en-US" sz="2400" dirty="0"/>
              <a:t> for sector, </a:t>
            </a:r>
          </a:p>
          <a:p>
            <a:r>
              <a:rPr lang="en-US" sz="2400" dirty="0"/>
              <a:t>A</a:t>
            </a:r>
            <a:r>
              <a:rPr lang="en-US" sz="2400" baseline="-25000" dirty="0"/>
              <a:t>22-9</a:t>
            </a:r>
            <a:r>
              <a:rPr lang="en-US" sz="2400" dirty="0"/>
              <a:t> for track, </a:t>
            </a:r>
          </a:p>
          <a:p>
            <a:r>
              <a:rPr lang="en-US" sz="2400" dirty="0"/>
              <a:t>and A</a:t>
            </a:r>
            <a:r>
              <a:rPr lang="en-US" sz="2400" baseline="-25000" dirty="0"/>
              <a:t>27-23</a:t>
            </a:r>
            <a:r>
              <a:rPr lang="en-US" sz="2400" dirty="0"/>
              <a:t> for surface identification. Bits A31-28 are not used.</a:t>
            </a:r>
          </a:p>
          <a:p>
            <a:endParaRPr lang="en-US" sz="2400" dirty="0"/>
          </a:p>
          <a:p>
            <a:r>
              <a:rPr lang="en-US" sz="2400" dirty="0"/>
              <a:t> </a:t>
            </a:r>
          </a:p>
          <a:p>
            <a:endParaRPr lang="en-US" sz="2400" dirty="0"/>
          </a:p>
        </p:txBody>
      </p:sp>
      <p:sp>
        <p:nvSpPr>
          <p:cNvPr id="2" name="Rectangle 1"/>
          <p:cNvSpPr/>
          <p:nvPr/>
        </p:nvSpPr>
        <p:spPr>
          <a:xfrm>
            <a:off x="381000" y="1414139"/>
            <a:ext cx="2590800" cy="461665"/>
          </a:xfrm>
          <a:prstGeom prst="rect">
            <a:avLst/>
          </a:prstGeom>
        </p:spPr>
        <p:txBody>
          <a:bodyPr wrap="square">
            <a:spAutoFit/>
          </a:bodyPr>
          <a:lstStyle/>
          <a:p>
            <a:r>
              <a:rPr lang="en-US" sz="2400" dirty="0"/>
              <a:t>Example: </a:t>
            </a:r>
            <a:r>
              <a:rPr lang="en-US" sz="2400" dirty="0" err="1"/>
              <a:t>Contnd</a:t>
            </a:r>
            <a:endParaRPr lang="en-US" sz="2400" dirty="0"/>
          </a:p>
        </p:txBody>
      </p:sp>
    </p:spTree>
    <p:extLst>
      <p:ext uri="{BB962C8B-B14F-4D97-AF65-F5344CB8AC3E}">
        <p14:creationId xmlns:p14="http://schemas.microsoft.com/office/powerpoint/2010/main" val="189525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additive="base">
                                        <p:cTn id="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anim calcmode="lin" valueType="num">
                                      <p:cBhvr additive="base">
                                        <p:cTn id="1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anim calcmode="lin" valueType="num">
                                      <p:cBhvr additive="base">
                                        <p:cTn id="31"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52400" y="152400"/>
            <a:ext cx="6096000" cy="461665"/>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Example</a:t>
            </a:r>
          </a:p>
        </p:txBody>
      </p:sp>
      <p:sp>
        <p:nvSpPr>
          <p:cNvPr id="6" name="Rectangle 5"/>
          <p:cNvSpPr/>
          <p:nvPr/>
        </p:nvSpPr>
        <p:spPr>
          <a:xfrm>
            <a:off x="304800" y="838200"/>
            <a:ext cx="8686800" cy="3416320"/>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inion-Regular"/>
                <a:ea typeface="+mn-ea"/>
                <a:cs typeface="+mn-cs"/>
              </a:rPr>
              <a:t>What is the average time to read or write a 512-byte sector for a typical disk rotating at 15,000 RPM? The advertised average seek time is 4 </a:t>
            </a:r>
            <a:r>
              <a:rPr kumimoji="0" lang="en-US" sz="2400" b="0" i="0" u="none" strike="noStrike" kern="1200" cap="none" spc="0" normalizeH="0" baseline="0" noProof="0" dirty="0" err="1">
                <a:ln>
                  <a:noFill/>
                </a:ln>
                <a:solidFill>
                  <a:prstClr val="black"/>
                </a:solidFill>
                <a:effectLst/>
                <a:uLnTx/>
                <a:uFillTx/>
                <a:latin typeface="Minion-Regular"/>
                <a:ea typeface="+mn-ea"/>
                <a:cs typeface="+mn-cs"/>
              </a:rPr>
              <a:t>ms</a:t>
            </a:r>
            <a:r>
              <a:rPr kumimoji="0" lang="en-US" sz="2400" b="0" i="0" u="none" strike="noStrike" kern="1200" cap="none" spc="0" normalizeH="0" baseline="0" noProof="0" dirty="0">
                <a:ln>
                  <a:noFill/>
                </a:ln>
                <a:solidFill>
                  <a:prstClr val="black"/>
                </a:solidFill>
                <a:effectLst/>
                <a:uLnTx/>
                <a:uFillTx/>
                <a:latin typeface="Minion-Regular"/>
                <a:ea typeface="+mn-ea"/>
                <a:cs typeface="+mn-cs"/>
              </a:rPr>
              <a:t>, the transfer rate is 100 MB/sec, and the controller overhead is 0.2 </a:t>
            </a:r>
            <a:r>
              <a:rPr kumimoji="0" lang="en-US" sz="2400" b="0" i="0" u="none" strike="noStrike" kern="1200" cap="none" spc="0" normalizeH="0" baseline="0" noProof="0" dirty="0" err="1">
                <a:ln>
                  <a:noFill/>
                </a:ln>
                <a:solidFill>
                  <a:prstClr val="black"/>
                </a:solidFill>
                <a:effectLst/>
                <a:uLnTx/>
                <a:uFillTx/>
                <a:latin typeface="Minion-Regular"/>
                <a:ea typeface="+mn-ea"/>
                <a:cs typeface="+mn-cs"/>
              </a:rPr>
              <a:t>ms.</a:t>
            </a:r>
            <a:r>
              <a:rPr kumimoji="0" lang="en-US" sz="2400" b="0" i="0" u="none" strike="noStrike" kern="1200" cap="none" spc="0" normalizeH="0" baseline="0" noProof="0" dirty="0">
                <a:ln>
                  <a:noFill/>
                </a:ln>
                <a:solidFill>
                  <a:prstClr val="black"/>
                </a:solidFill>
                <a:effectLst/>
                <a:uLnTx/>
                <a:uFillTx/>
                <a:latin typeface="Minion-Regular"/>
                <a:ea typeface="+mn-ea"/>
                <a:cs typeface="+mn-cs"/>
              </a:rPr>
              <a:t> Assume that the disk is idle so that there is no waiting time.</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Sol:</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Average disk access time = average seek time + average rotational</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Delay + transfer time + controller overhead</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Rectangle 6"/>
          <p:cNvSpPr/>
          <p:nvPr/>
        </p:nvSpPr>
        <p:spPr>
          <a:xfrm>
            <a:off x="457200" y="4343400"/>
            <a:ext cx="3276600" cy="1692771"/>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inion-Semibold"/>
                <a:ea typeface="+mn-ea"/>
                <a:cs typeface="+mn-cs"/>
              </a:rPr>
              <a:t>seek</a:t>
            </a:r>
            <a:r>
              <a:rPr kumimoji="0" lang="en-US" sz="2000" b="0" i="0" u="none" strike="noStrike" kern="1200" cap="none" spc="0" normalizeH="0" baseline="0" noProof="0" dirty="0">
                <a:ln>
                  <a:noFill/>
                </a:ln>
                <a:solidFill>
                  <a:srgbClr val="00FFFF"/>
                </a:solidFill>
                <a:effectLst/>
                <a:uLnTx/>
                <a:uFillTx/>
                <a:latin typeface="Minion-Semibold"/>
                <a:ea typeface="+mn-ea"/>
                <a:cs typeface="+mn-cs"/>
              </a:rPr>
              <a:t> </a:t>
            </a:r>
            <a:r>
              <a:rPr kumimoji="0" lang="en-US" sz="2000" b="0" i="0" u="none" strike="noStrike" kern="1200" cap="none" spc="0" normalizeH="0" baseline="0" noProof="0" dirty="0">
                <a:ln>
                  <a:noFill/>
                </a:ln>
                <a:solidFill>
                  <a:srgbClr val="000000"/>
                </a:solidFill>
                <a:effectLst/>
                <a:uLnTx/>
                <a:uFillTx/>
                <a:latin typeface="Minion-Regular"/>
                <a:ea typeface="+mn-ea"/>
                <a:cs typeface="+mn-cs"/>
              </a:rPr>
              <a:t>The process of positioning a read/write head over the proper track on a disk &amp;</a:t>
            </a:r>
            <a:r>
              <a:rPr kumimoji="0" lang="en-US" sz="2000" b="0" i="1" u="none" strike="noStrike" kern="1200" cap="none" spc="0" normalizeH="0" baseline="0" noProof="0" dirty="0">
                <a:ln>
                  <a:noFill/>
                </a:ln>
                <a:solidFill>
                  <a:prstClr val="black"/>
                </a:solidFill>
                <a:effectLst/>
                <a:uLnTx/>
                <a:uFillTx/>
                <a:latin typeface="Calibri"/>
                <a:ea typeface="+mn-ea"/>
                <a:cs typeface="+mn-cs"/>
              </a:rPr>
              <a:t> seek time</a:t>
            </a:r>
            <a:r>
              <a:rPr kumimoji="0" lang="en-US" sz="2000" b="0" i="0" u="none" strike="noStrike" kern="1200" cap="none" spc="0" normalizeH="0" baseline="0" noProof="0" dirty="0">
                <a:ln>
                  <a:noFill/>
                </a:ln>
                <a:solidFill>
                  <a:prstClr val="black"/>
                </a:solidFill>
                <a:effectLst/>
                <a:uLnTx/>
                <a:uFillTx/>
                <a:latin typeface="Calibri"/>
                <a:ea typeface="+mn-ea"/>
                <a:cs typeface="+mn-cs"/>
              </a:rPr>
              <a:t> is the time consumed in it</a:t>
            </a:r>
          </a:p>
        </p:txBody>
      </p:sp>
      <p:sp>
        <p:nvSpPr>
          <p:cNvPr id="8" name="Rectangle 7"/>
          <p:cNvSpPr/>
          <p:nvPr/>
        </p:nvSpPr>
        <p:spPr>
          <a:xfrm>
            <a:off x="4724400" y="4114800"/>
            <a:ext cx="3962400" cy="2246769"/>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Minion-Semibold"/>
                <a:ea typeface="+mn-ea"/>
                <a:cs typeface="+mn-cs"/>
              </a:rPr>
              <a:t>rotational latency </a:t>
            </a:r>
            <a:r>
              <a:rPr kumimoji="0" lang="en-US" sz="2000" b="0" i="0" u="none" strike="noStrike" kern="1200" cap="none" spc="0" normalizeH="0" baseline="0" noProof="0" dirty="0">
                <a:ln>
                  <a:noFill/>
                </a:ln>
                <a:solidFill>
                  <a:prstClr val="black"/>
                </a:solidFill>
                <a:effectLst/>
                <a:uLnTx/>
                <a:uFillTx/>
                <a:latin typeface="Minion-Regular"/>
                <a:ea typeface="+mn-ea"/>
                <a:cs typeface="+mn-cs"/>
              </a:rPr>
              <a:t>Also called </a:t>
            </a:r>
            <a:r>
              <a:rPr kumimoji="0" lang="en-US" sz="2000" b="0" i="0" u="none" strike="noStrike" kern="1200" cap="none" spc="0" normalizeH="0" baseline="0" noProof="0" dirty="0">
                <a:ln>
                  <a:noFill/>
                </a:ln>
                <a:solidFill>
                  <a:prstClr val="black"/>
                </a:solidFill>
                <a:effectLst/>
                <a:uLnTx/>
                <a:uFillTx/>
                <a:latin typeface="Minion-Semibold"/>
                <a:ea typeface="+mn-ea"/>
                <a:cs typeface="+mn-cs"/>
              </a:rPr>
              <a:t>rotational delay</a:t>
            </a:r>
            <a:r>
              <a:rPr kumimoji="0" lang="en-US" sz="2000" b="0" i="0" u="none" strike="noStrike" kern="1200" cap="none" spc="0" normalizeH="0" baseline="0" noProof="0" dirty="0">
                <a:ln>
                  <a:noFill/>
                </a:ln>
                <a:solidFill>
                  <a:prstClr val="black"/>
                </a:solidFill>
                <a:effectLst/>
                <a:uLnTx/>
                <a:uFillTx/>
                <a:latin typeface="Minion-Regular"/>
                <a:ea typeface="+mn-ea"/>
                <a:cs typeface="+mn-cs"/>
              </a:rPr>
              <a:t>.</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inion-Regular"/>
                <a:ea typeface="+mn-ea"/>
                <a:cs typeface="+mn-cs"/>
              </a:rPr>
              <a:t>The time required for the desired sector of a disk to rotate under the read/write head;</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Minion-Regular"/>
                <a:ea typeface="+mn-ea"/>
                <a:cs typeface="+mn-cs"/>
              </a:rPr>
              <a:t> usually assumed to be half the rotation time.</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78665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additive="base">
                                        <p:cTn id="1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4300" y="762000"/>
            <a:ext cx="8763000" cy="4154984"/>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inion-Regular"/>
                <a:ea typeface="+mn-ea"/>
                <a:cs typeface="+mn-cs"/>
              </a:rPr>
              <a:t>What is the average time to read or write a 512-byte sector for a typical disk rotating at 15,000 RPM? The advertised average seek time is 4 </a:t>
            </a:r>
            <a:r>
              <a:rPr kumimoji="0" lang="en-US" sz="2400" b="0" i="0" u="none" strike="noStrike" kern="1200" cap="none" spc="0" normalizeH="0" baseline="0" noProof="0" dirty="0" err="1">
                <a:ln>
                  <a:noFill/>
                </a:ln>
                <a:solidFill>
                  <a:prstClr val="black"/>
                </a:solidFill>
                <a:effectLst/>
                <a:uLnTx/>
                <a:uFillTx/>
                <a:latin typeface="Minion-Regular"/>
                <a:ea typeface="+mn-ea"/>
                <a:cs typeface="+mn-cs"/>
              </a:rPr>
              <a:t>ms</a:t>
            </a:r>
            <a:r>
              <a:rPr kumimoji="0" lang="en-US" sz="2400" b="0" i="0" u="none" strike="noStrike" kern="1200" cap="none" spc="0" normalizeH="0" baseline="0" noProof="0" dirty="0">
                <a:ln>
                  <a:noFill/>
                </a:ln>
                <a:solidFill>
                  <a:prstClr val="black"/>
                </a:solidFill>
                <a:effectLst/>
                <a:uLnTx/>
                <a:uFillTx/>
                <a:latin typeface="Minion-Regular"/>
                <a:ea typeface="+mn-ea"/>
                <a:cs typeface="+mn-cs"/>
              </a:rPr>
              <a:t>, the transfer rate is 100 MB/sec, and the controller overhead is 0.2 </a:t>
            </a:r>
            <a:r>
              <a:rPr kumimoji="0" lang="en-US" sz="2400" b="0" i="0" u="none" strike="noStrike" kern="1200" cap="none" spc="0" normalizeH="0" baseline="0" noProof="0" dirty="0" err="1">
                <a:ln>
                  <a:noFill/>
                </a:ln>
                <a:solidFill>
                  <a:prstClr val="black"/>
                </a:solidFill>
                <a:effectLst/>
                <a:uLnTx/>
                <a:uFillTx/>
                <a:latin typeface="Minion-Regular"/>
                <a:ea typeface="+mn-ea"/>
                <a:cs typeface="+mn-cs"/>
              </a:rPr>
              <a:t>ms.</a:t>
            </a:r>
            <a:r>
              <a:rPr kumimoji="0" lang="en-US" sz="2400" b="0" i="0" u="none" strike="noStrike" kern="1200" cap="none" spc="0" normalizeH="0" baseline="0" noProof="0" dirty="0">
                <a:ln>
                  <a:noFill/>
                </a:ln>
                <a:solidFill>
                  <a:prstClr val="black"/>
                </a:solidFill>
                <a:effectLst/>
                <a:uLnTx/>
                <a:uFillTx/>
                <a:latin typeface="Minion-Regular"/>
                <a:ea typeface="+mn-ea"/>
                <a:cs typeface="+mn-cs"/>
              </a:rPr>
              <a:t> Assume that the disk is idle so that there is no waiting time.</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Sol:</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Average disk access time = average seek time + average rotational</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Delay + transfer time + controller overhead</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=4.0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r>
              <a:rPr kumimoji="0" lang="en-US" sz="2400" b="0" i="0" u="none" strike="noStrike" kern="1200" cap="none" spc="0" normalizeH="0" baseline="0" noProof="0" dirty="0">
                <a:ln>
                  <a:noFill/>
                </a:ln>
                <a:solidFill>
                  <a:prstClr val="black"/>
                </a:solidFill>
                <a:effectLst/>
                <a:uLnTx/>
                <a:uFillTx/>
                <a:latin typeface="Calibri"/>
                <a:ea typeface="+mn-ea"/>
                <a:cs typeface="+mn-cs"/>
              </a:rPr>
              <a:t> + 0.5 rotation /15,000 RPM + 0.5 KB/100 MB/sec + 0.2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     = 4.0 + 2.0 + 0.005 + 0.2 = 6.2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Rectangle 3"/>
          <p:cNvSpPr/>
          <p:nvPr/>
        </p:nvSpPr>
        <p:spPr>
          <a:xfrm>
            <a:off x="114300" y="5059740"/>
            <a:ext cx="8877300" cy="1200329"/>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If the measured average seek time is 25% of the advertised average time,  then it is</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1.0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r>
              <a:rPr kumimoji="0" lang="en-US" sz="2400" b="0" i="0" u="none" strike="noStrike" kern="1200" cap="none" spc="0" normalizeH="0" baseline="0" noProof="0" dirty="0">
                <a:ln>
                  <a:noFill/>
                </a:ln>
                <a:solidFill>
                  <a:prstClr val="black"/>
                </a:solidFill>
                <a:effectLst/>
                <a:uLnTx/>
                <a:uFillTx/>
                <a:latin typeface="Calibri"/>
                <a:ea typeface="+mn-ea"/>
                <a:cs typeface="+mn-cs"/>
              </a:rPr>
              <a:t> + 2.0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r>
              <a:rPr kumimoji="0" lang="en-US" sz="2400" b="0" i="0" u="none" strike="noStrike" kern="1200" cap="none" spc="0" normalizeH="0" baseline="0" noProof="0" dirty="0">
                <a:ln>
                  <a:noFill/>
                </a:ln>
                <a:solidFill>
                  <a:prstClr val="black"/>
                </a:solidFill>
                <a:effectLst/>
                <a:uLnTx/>
                <a:uFillTx/>
                <a:latin typeface="Calibri"/>
                <a:ea typeface="+mn-ea"/>
                <a:cs typeface="+mn-cs"/>
              </a:rPr>
              <a:t> + 0.005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r>
              <a:rPr kumimoji="0" lang="en-US" sz="2400" b="0" i="0" u="none" strike="noStrike" kern="1200" cap="none" spc="0" normalizeH="0" baseline="0" noProof="0" dirty="0">
                <a:ln>
                  <a:noFill/>
                </a:ln>
                <a:solidFill>
                  <a:prstClr val="black"/>
                </a:solidFill>
                <a:effectLst/>
                <a:uLnTx/>
                <a:uFillTx/>
                <a:latin typeface="Calibri"/>
                <a:ea typeface="+mn-ea"/>
                <a:cs typeface="+mn-cs"/>
              </a:rPr>
              <a:t> + 0.2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r>
              <a:rPr kumimoji="0" lang="en-US" sz="2400" b="0" i="0" u="none" strike="noStrike" kern="1200" cap="none" spc="0" normalizeH="0" baseline="0" noProof="0" dirty="0">
                <a:ln>
                  <a:noFill/>
                </a:ln>
                <a:solidFill>
                  <a:prstClr val="black"/>
                </a:solidFill>
                <a:effectLst/>
                <a:uLnTx/>
                <a:uFillTx/>
                <a:latin typeface="Calibri"/>
                <a:ea typeface="+mn-ea"/>
                <a:cs typeface="+mn-cs"/>
              </a:rPr>
              <a:t> = 3.2 </a:t>
            </a:r>
            <a:r>
              <a:rPr kumimoji="0" lang="en-US" sz="2400" b="0" i="0" u="none" strike="noStrike" kern="1200" cap="none" spc="0" normalizeH="0" baseline="0" noProof="0" dirty="0" err="1">
                <a:ln>
                  <a:noFill/>
                </a:ln>
                <a:solidFill>
                  <a:prstClr val="black"/>
                </a:solidFill>
                <a:effectLst/>
                <a:uLnTx/>
                <a:uFillTx/>
                <a:latin typeface="Calibri"/>
                <a:ea typeface="+mn-ea"/>
                <a:cs typeface="+mn-cs"/>
              </a:rPr>
              <a:t>ms</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496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 calcmode="lin" valueType="num">
                                      <p:cBhvr additive="base">
                                        <p:cTn id="1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 calcmode="lin" valueType="num">
                                      <p:cBhvr additive="base">
                                        <p:cTn id="2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2400" y="228600"/>
            <a:ext cx="5410200" cy="461665"/>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Example:</a:t>
            </a:r>
          </a:p>
        </p:txBody>
      </p:sp>
      <p:sp>
        <p:nvSpPr>
          <p:cNvPr id="4" name="TextBox 3"/>
          <p:cNvSpPr txBox="1"/>
          <p:nvPr/>
        </p:nvSpPr>
        <p:spPr>
          <a:xfrm>
            <a:off x="152400" y="1295400"/>
            <a:ext cx="8763000" cy="1531445"/>
          </a:xfrm>
          <a:prstGeom prst="rect">
            <a:avLst/>
          </a:prstGeom>
          <a:noFill/>
        </p:spPr>
        <p:txBody>
          <a:bodyPr wrap="square" rtlCol="0">
            <a:spAutoFit/>
          </a:bodyPr>
          <a:lstStyle/>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Calibri"/>
                <a:ea typeface="+mn-ea"/>
                <a:cs typeface="+mn-cs"/>
              </a:rPr>
              <a:t>Design a 16-bit memory of total capacity 8192 bits using SRAM chips of size 64 X 1 bit. Give the array configuration of the chips on the memory board showing all required input and output signals for assigning this memory to the lowest address space. The design should allow for both byte and 16-bit word accesses.</a:t>
            </a:r>
          </a:p>
        </p:txBody>
      </p:sp>
      <p:sp>
        <p:nvSpPr>
          <p:cNvPr id="2" name="Rectangle 1">
            <a:extLst>
              <a:ext uri="{FF2B5EF4-FFF2-40B4-BE49-F238E27FC236}">
                <a16:creationId xmlns:a16="http://schemas.microsoft.com/office/drawing/2014/main" id="{8568152D-562D-4F73-8B56-159C2C491CC8}"/>
              </a:ext>
            </a:extLst>
          </p:cNvPr>
          <p:cNvSpPr/>
          <p:nvPr/>
        </p:nvSpPr>
        <p:spPr>
          <a:xfrm>
            <a:off x="304800" y="2819400"/>
            <a:ext cx="7848600" cy="4204356"/>
          </a:xfrm>
          <a:prstGeom prst="rect">
            <a:avLst/>
          </a:prstGeom>
        </p:spPr>
        <p:txBody>
          <a:bodyPr wrap="square">
            <a:spAutoFit/>
          </a:bodyPr>
          <a:lstStyle/>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Sol:</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Number  of total addressable locations of 16 bits= 8192/16= 512</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no of  64 X 1 chips required 8192/64= 128 chips</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There will be 128/16=8 row of 16 bits</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512 can be </a:t>
            </a:r>
            <a:r>
              <a:rPr kumimoji="0" lang="en-US" sz="1800" b="0" i="0" u="none" strike="noStrike" kern="1200" cap="none" spc="0" normalizeH="0" baseline="0" noProof="0" dirty="0" err="1">
                <a:ln>
                  <a:noFill/>
                </a:ln>
                <a:solidFill>
                  <a:srgbClr val="7030A0"/>
                </a:solidFill>
                <a:effectLst/>
                <a:uLnTx/>
                <a:uFillTx/>
                <a:latin typeface="Calibri"/>
                <a:ea typeface="+mn-ea"/>
                <a:cs typeface="+mn-cs"/>
              </a:rPr>
              <a:t>rranged</a:t>
            </a:r>
            <a:r>
              <a:rPr kumimoji="0" lang="en-US" sz="1800" b="0" i="0" u="none" strike="noStrike" kern="1200" cap="none" spc="0" normalizeH="0" baseline="0" noProof="0" dirty="0">
                <a:ln>
                  <a:noFill/>
                </a:ln>
                <a:solidFill>
                  <a:srgbClr val="7030A0"/>
                </a:solidFill>
                <a:effectLst/>
                <a:uLnTx/>
                <a:uFillTx/>
                <a:latin typeface="Calibri"/>
                <a:ea typeface="+mn-ea"/>
                <a:cs typeface="+mn-cs"/>
              </a:rPr>
              <a:t> into 8 rows X 64 columns</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For 8 rows no of decoder bits 3</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030A0"/>
                </a:solidFill>
                <a:effectLst/>
                <a:uLnTx/>
                <a:uFillTx/>
                <a:latin typeface="Calibri"/>
                <a:ea typeface="+mn-ea"/>
                <a:cs typeface="+mn-cs"/>
              </a:rPr>
              <a:t>For 64 columns no of decoder bits 6</a:t>
            </a:r>
          </a:p>
          <a:p>
            <a:pPr marL="0" marR="0" lvl="0" indent="0" algn="l" defTabSz="914012"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030A0"/>
              </a:solidFill>
              <a:effectLst/>
              <a:uLnTx/>
              <a:uFillTx/>
              <a:latin typeface="Calibri"/>
              <a:ea typeface="+mn-ea"/>
              <a:cs typeface="+mn-cs"/>
            </a:endParaRPr>
          </a:p>
          <a:p>
            <a:pPr marL="0" marR="0" lvl="0" indent="0" algn="l" defTabSz="914012"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030A0"/>
              </a:solidFill>
              <a:effectLst/>
              <a:uLnTx/>
              <a:uFillTx/>
              <a:latin typeface="Calibri"/>
              <a:ea typeface="+mn-ea"/>
              <a:cs typeface="+mn-cs"/>
            </a:endParaRPr>
          </a:p>
          <a:p>
            <a:pPr marL="0" marR="0" lvl="0" indent="0" algn="l" defTabSz="914012"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030A0"/>
              </a:solidFill>
              <a:effectLst/>
              <a:uLnTx/>
              <a:uFillTx/>
              <a:latin typeface="Calibri"/>
              <a:ea typeface="+mn-ea"/>
              <a:cs typeface="+mn-cs"/>
            </a:endParaRPr>
          </a:p>
        </p:txBody>
      </p:sp>
    </p:spTree>
    <p:extLst>
      <p:ext uri="{BB962C8B-B14F-4D97-AF65-F5344CB8AC3E}">
        <p14:creationId xmlns:p14="http://schemas.microsoft.com/office/powerpoint/2010/main" val="143508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 calcmode="lin" valueType="num">
                                      <p:cBhvr additive="base">
                                        <p:cTn id="2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 calcmode="lin" valueType="num">
                                      <p:cBhvr additive="base">
                                        <p:cTn id="3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2">
                                            <p:txEl>
                                              <p:pRg st="6" end="6"/>
                                            </p:txEl>
                                          </p:spTgt>
                                        </p:tgtEl>
                                        <p:attrNameLst>
                                          <p:attrName>style.visibility</p:attrName>
                                        </p:attrNameLst>
                                      </p:cBhvr>
                                      <p:to>
                                        <p:strVal val="visible"/>
                                      </p:to>
                                    </p:set>
                                    <p:anim calcmode="lin" valueType="num">
                                      <p:cBhvr additive="base">
                                        <p:cTn id="4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57200" y="495300"/>
            <a:ext cx="6019800" cy="685800"/>
          </a:xfrm>
        </p:spPr>
        <p:txBody>
          <a:bodyPr>
            <a:normAutofit/>
          </a:bodyPr>
          <a:lstStyle/>
          <a:p>
            <a:pPr algn="ctr"/>
            <a:r>
              <a:rPr lang="en-US" sz="2800" b="0" dirty="0"/>
              <a:t>Solution</a:t>
            </a:r>
            <a:endParaRPr lang="en-IN" sz="2800" b="0" dirty="0"/>
          </a:p>
        </p:txBody>
      </p:sp>
      <p:pic>
        <p:nvPicPr>
          <p:cNvPr id="3" name="Picture 2"/>
          <p:cNvPicPr>
            <a:picLocks noChangeAspect="1"/>
          </p:cNvPicPr>
          <p:nvPr/>
        </p:nvPicPr>
        <p:blipFill>
          <a:blip r:embed="rId2"/>
          <a:stretch>
            <a:fillRect/>
          </a:stretch>
        </p:blipFill>
        <p:spPr>
          <a:xfrm>
            <a:off x="554268" y="1847986"/>
            <a:ext cx="7474191" cy="4095614"/>
          </a:xfrm>
          <a:prstGeom prst="rect">
            <a:avLst/>
          </a:prstGeom>
        </p:spPr>
      </p:pic>
    </p:spTree>
    <p:extLst>
      <p:ext uri="{BB962C8B-B14F-4D97-AF65-F5344CB8AC3E}">
        <p14:creationId xmlns:p14="http://schemas.microsoft.com/office/powerpoint/2010/main" val="1956612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6019800" cy="461665"/>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Example</a:t>
            </a:r>
          </a:p>
        </p:txBody>
      </p:sp>
      <p:sp>
        <p:nvSpPr>
          <p:cNvPr id="3" name="Rectangle 2"/>
          <p:cNvSpPr/>
          <p:nvPr/>
        </p:nvSpPr>
        <p:spPr>
          <a:xfrm>
            <a:off x="173865" y="1600200"/>
            <a:ext cx="8153400" cy="1938992"/>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Consider a dynamic RAM that must be given a refresh cycle 64 times per </a:t>
            </a:r>
            <a:r>
              <a:rPr kumimoji="0" lang="en-US" sz="2400" b="0" i="0" u="none" strike="noStrike" kern="1200" cap="none" spc="0" normalizeH="0" baseline="0" noProof="0" dirty="0" err="1">
                <a:ln>
                  <a:noFill/>
                </a:ln>
                <a:solidFill>
                  <a:prstClr val="black"/>
                </a:solidFill>
                <a:effectLst/>
                <a:uLnTx/>
                <a:uFillTx/>
                <a:latin typeface="TimesTen-Roman"/>
                <a:ea typeface="+mn-ea"/>
                <a:cs typeface="+mn-cs"/>
              </a:rPr>
              <a:t>ms.</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 Each refresh operation requires 150 ns; a memory cycle requires 250 </a:t>
            </a:r>
            <a:r>
              <a:rPr kumimoji="0" lang="en-US" sz="2400" b="0" i="0" u="none" strike="noStrike" kern="1200" cap="none" spc="0" normalizeH="0" baseline="0" noProof="0" dirty="0" err="1">
                <a:ln>
                  <a:noFill/>
                </a:ln>
                <a:solidFill>
                  <a:prstClr val="black"/>
                </a:solidFill>
                <a:effectLst/>
                <a:uLnTx/>
                <a:uFillTx/>
                <a:latin typeface="TimesTen-Roman"/>
                <a:ea typeface="+mn-ea"/>
                <a:cs typeface="+mn-cs"/>
              </a:rPr>
              <a:t>ns.What</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 percentage of the memory’s total operating time must be given to refreshes?</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7376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228600"/>
            <a:ext cx="6019800" cy="461665"/>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Calibri"/>
                <a:ea typeface="+mn-ea"/>
                <a:cs typeface="+mn-cs"/>
              </a:rPr>
              <a:t>Example</a:t>
            </a:r>
          </a:p>
        </p:txBody>
      </p:sp>
      <mc:AlternateContent xmlns:mc="http://schemas.openxmlformats.org/markup-compatibility/2006" xmlns:a14="http://schemas.microsoft.com/office/drawing/2010/main">
        <mc:Choice Requires="a14">
          <p:sp>
            <p:nvSpPr>
              <p:cNvPr id="3" name="Rectangle 2"/>
              <p:cNvSpPr/>
              <p:nvPr/>
            </p:nvSpPr>
            <p:spPr>
              <a:xfrm>
                <a:off x="173865" y="1600200"/>
                <a:ext cx="8153400" cy="4340675"/>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Consider a dynamic RAM that must be given a refresh cycle 64 times per </a:t>
                </a:r>
                <a:r>
                  <a:rPr kumimoji="0" lang="en-US" sz="2400" b="0" i="0" u="none" strike="noStrike" kern="1200" cap="none" spc="0" normalizeH="0" baseline="0" noProof="0" dirty="0" err="1">
                    <a:ln>
                      <a:noFill/>
                    </a:ln>
                    <a:solidFill>
                      <a:prstClr val="black"/>
                    </a:solidFill>
                    <a:effectLst/>
                    <a:uLnTx/>
                    <a:uFillTx/>
                    <a:latin typeface="TimesTen-Roman"/>
                    <a:ea typeface="+mn-ea"/>
                    <a:cs typeface="+mn-cs"/>
                  </a:rPr>
                  <a:t>ms.</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 Each refresh operation requires 150 ns; a memory cycle requires 250 </a:t>
                </a:r>
                <a:r>
                  <a:rPr kumimoji="0" lang="en-US" sz="2400" b="0" i="0" u="none" strike="noStrike" kern="1200" cap="none" spc="0" normalizeH="0" baseline="0" noProof="0" dirty="0" err="1">
                    <a:ln>
                      <a:noFill/>
                    </a:ln>
                    <a:solidFill>
                      <a:prstClr val="black"/>
                    </a:solidFill>
                    <a:effectLst/>
                    <a:uLnTx/>
                    <a:uFillTx/>
                    <a:latin typeface="TimesTen-Roman"/>
                    <a:ea typeface="+mn-ea"/>
                    <a:cs typeface="+mn-cs"/>
                  </a:rPr>
                  <a:t>ns.What</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 percentage of the memory’s total operating time must be given to refreshes?</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Sol:</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Total Time consumed in 1 </a:t>
                </a:r>
                <a:r>
                  <a:rPr kumimoji="0" lang="en-US" sz="2400" b="0" i="0" u="none" strike="noStrike" kern="1200" cap="none" spc="0" normalizeH="0" baseline="0" noProof="0" dirty="0" err="1">
                    <a:ln>
                      <a:noFill/>
                    </a:ln>
                    <a:solidFill>
                      <a:prstClr val="black"/>
                    </a:solidFill>
                    <a:effectLst/>
                    <a:uLnTx/>
                    <a:uFillTx/>
                    <a:latin typeface="TimesTen-Roman"/>
                    <a:ea typeface="+mn-ea"/>
                    <a:cs typeface="+mn-cs"/>
                  </a:rPr>
                  <a:t>ms</a:t>
                </a:r>
                <a:r>
                  <a:rPr kumimoji="0" lang="en-US" sz="2400" b="0" i="0" u="none" strike="noStrike" kern="1200" cap="none" spc="0" normalizeH="0" baseline="0" noProof="0" dirty="0">
                    <a:ln>
                      <a:noFill/>
                    </a:ln>
                    <a:solidFill>
                      <a:prstClr val="black"/>
                    </a:solidFill>
                    <a:effectLst/>
                    <a:uLnTx/>
                    <a:uFillTx/>
                    <a:latin typeface="TimesTen-Roman"/>
                    <a:ea typeface="+mn-ea"/>
                    <a:cs typeface="+mn-cs"/>
                  </a:rPr>
                  <a:t> = 64 X 150 ns= 9600 ns</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  out of 1ms  9600ns/1ms X 100= 0.96 %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 </m:t>
                    </m:r>
                  </m:oMath>
                </a14:m>
                <a:endParaRPr kumimoji="0" lang="en-US" sz="2400" b="0" i="0" u="none" strike="noStrike" kern="1200" cap="none" spc="0" normalizeH="0" baseline="0" noProof="0" dirty="0">
                  <a:ln>
                    <a:noFill/>
                  </a:ln>
                  <a:solidFill>
                    <a:prstClr val="black"/>
                  </a:solidFill>
                  <a:effectLst/>
                  <a:uLnTx/>
                  <a:uFillTx/>
                  <a:latin typeface="TimesTen-Roman"/>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Out of total time of memory cycle of 250 ns</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Ten-Roman"/>
                    <a:ea typeface="+mn-ea"/>
                    <a:cs typeface="+mn-cs"/>
                  </a:rPr>
                  <a:t>    refresh operation consumes </a:t>
                </a:r>
                <a14:m>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150</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𝑛𝑠</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×100</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250 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𝑛𝑠</m:t>
                        </m:r>
                      </m:den>
                    </m:f>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60%</m:t>
                    </m:r>
                  </m:oMath>
                </a14:m>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3" name="Rectangle 2"/>
              <p:cNvSpPr>
                <a:spLocks noRot="1" noChangeAspect="1" noMove="1" noResize="1" noEditPoints="1" noAdjustHandles="1" noChangeArrowheads="1" noChangeShapeType="1" noTextEdit="1"/>
              </p:cNvSpPr>
              <p:nvPr/>
            </p:nvSpPr>
            <p:spPr>
              <a:xfrm>
                <a:off x="173865" y="1600200"/>
                <a:ext cx="8153400" cy="4340675"/>
              </a:xfrm>
              <a:prstGeom prst="rect">
                <a:avLst/>
              </a:prstGeom>
              <a:blipFill rotWithShape="0">
                <a:blip r:embed="rId2"/>
                <a:stretch>
                  <a:fillRect l="-1197" t="-983" r="-29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B5B6953-619F-4F15-8F16-DDFE5196D783}"/>
                  </a:ext>
                </a:extLst>
              </p14:cNvPr>
              <p14:cNvContentPartPr/>
              <p14:nvPr/>
            </p14:nvContentPartPr>
            <p14:xfrm>
              <a:off x="5433480" y="5317920"/>
              <a:ext cx="309240" cy="263160"/>
            </p14:xfrm>
          </p:contentPart>
        </mc:Choice>
        <mc:Fallback xmlns="">
          <p:pic>
            <p:nvPicPr>
              <p:cNvPr id="4" name="Ink 3">
                <a:extLst>
                  <a:ext uri="{FF2B5EF4-FFF2-40B4-BE49-F238E27FC236}">
                    <a16:creationId xmlns:a16="http://schemas.microsoft.com/office/drawing/2014/main" id="{7B5B6953-619F-4F15-8F16-DDFE5196D783}"/>
                  </a:ext>
                </a:extLst>
              </p:cNvPr>
              <p:cNvPicPr/>
              <p:nvPr/>
            </p:nvPicPr>
            <p:blipFill>
              <a:blip r:embed="rId4"/>
              <a:stretch>
                <a:fillRect/>
              </a:stretch>
            </p:blipFill>
            <p:spPr>
              <a:xfrm>
                <a:off x="5424120" y="5308560"/>
                <a:ext cx="327960" cy="281880"/>
              </a:xfrm>
              <a:prstGeom prst="rect">
                <a:avLst/>
              </a:prstGeom>
            </p:spPr>
          </p:pic>
        </mc:Fallback>
      </mc:AlternateContent>
    </p:spTree>
    <p:extLst>
      <p:ext uri="{BB962C8B-B14F-4D97-AF65-F5344CB8AC3E}">
        <p14:creationId xmlns:p14="http://schemas.microsoft.com/office/powerpoint/2010/main" val="319830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14400" y="2495550"/>
            <a:ext cx="7315200" cy="3752850"/>
          </a:xfrm>
          <a:prstGeom prst="rect">
            <a:avLst/>
          </a:prstGeom>
        </p:spPr>
      </p:pic>
      <p:sp>
        <p:nvSpPr>
          <p:cNvPr id="3" name="Rectangle 2"/>
          <p:cNvSpPr/>
          <p:nvPr/>
        </p:nvSpPr>
        <p:spPr>
          <a:xfrm>
            <a:off x="381000" y="1411069"/>
            <a:ext cx="8229600" cy="646331"/>
          </a:xfrm>
          <a:prstGeom prst="rect">
            <a:avLst/>
          </a:prstGeom>
        </p:spPr>
        <p:txBody>
          <a:bodyPr wrap="square">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Ten-Roman"/>
                <a:ea typeface="+mn-ea"/>
                <a:cs typeface="+mn-cs"/>
              </a:rPr>
              <a:t>Figure shows a simplified timing diagram for a DRAM read operation over a</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Ten-Roman"/>
                <a:ea typeface="+mn-ea"/>
                <a:cs typeface="+mn-cs"/>
              </a:rPr>
              <a:t>bus.</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5540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8839200" cy="1200329"/>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memory cycle time?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maximum data rate this DRAM can sustain, assuming a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1-bit output?</a:t>
            </a:r>
          </a:p>
        </p:txBody>
      </p:sp>
    </p:spTree>
    <p:extLst>
      <p:ext uri="{BB962C8B-B14F-4D97-AF65-F5344CB8AC3E}">
        <p14:creationId xmlns:p14="http://schemas.microsoft.com/office/powerpoint/2010/main" val="4080424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8839200" cy="1938992"/>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memory cycle time?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maximum data rate this DRAM can sustain, assuming a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1-bit output?</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Sol:   memory cycle time = (60+ 40)=100 ns</a:t>
            </a:r>
          </a:p>
        </p:txBody>
      </p:sp>
    </p:spTree>
    <p:extLst>
      <p:ext uri="{BB962C8B-B14F-4D97-AF65-F5344CB8AC3E}">
        <p14:creationId xmlns:p14="http://schemas.microsoft.com/office/powerpoint/2010/main" val="2820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8839200" cy="2677656"/>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memory cycle time?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maximum data rate this DRAM can sustain, assuming a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1-bit output?</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Sol:   memory cycle time = (60+ 40)=100 ns</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 bit in 100ns  so 1/100ns per/ sec=  10Mbps</a:t>
            </a:r>
          </a:p>
        </p:txBody>
      </p:sp>
    </p:spTree>
    <p:extLst>
      <p:ext uri="{BB962C8B-B14F-4D97-AF65-F5344CB8AC3E}">
        <p14:creationId xmlns:p14="http://schemas.microsoft.com/office/powerpoint/2010/main" val="18229545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371600"/>
            <a:ext cx="8839200" cy="3785652"/>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memory cycle time?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maximum data rate this DRAM can sustain, assuming a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1-bit output?</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Sol:   memory cycle time = (60+ 40)=100 ns</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 bit in 100ns  so 1/100ns per/ sec=  10Mbps</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Constructing a 32-bit wide memory system using these chips yields what data transfer rate?</a:t>
            </a:r>
          </a:p>
        </p:txBody>
      </p:sp>
    </p:spTree>
    <p:extLst>
      <p:ext uri="{BB962C8B-B14F-4D97-AF65-F5344CB8AC3E}">
        <p14:creationId xmlns:p14="http://schemas.microsoft.com/office/powerpoint/2010/main" val="88935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371600"/>
            <a:ext cx="8839200" cy="4154984"/>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memory cycle time?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What is the maximum data rate this DRAM can sustain, assuming a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1-bit output?</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Sol:   memory cycle time = (60+ 40)=100 ns</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1 bit in 100ns  so 1/100ns per/ sec=  10Mbps</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Constructing a 32-bit wide memory system using these chips yields what data transfer rate?</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mn-cs"/>
              </a:rPr>
              <a:t>Ans</a:t>
            </a:r>
            <a:r>
              <a:rPr kumimoji="0" lang="en-US" sz="2400" b="0" i="0" u="none" strike="noStrike" kern="1200" cap="none" spc="0" normalizeH="0" baseline="0" noProof="0" dirty="0">
                <a:ln>
                  <a:noFill/>
                </a:ln>
                <a:solidFill>
                  <a:prstClr val="black"/>
                </a:solidFill>
                <a:effectLst/>
                <a:uLnTx/>
                <a:uFillTx/>
                <a:latin typeface="Calibri"/>
                <a:ea typeface="+mn-ea"/>
                <a:cs typeface="+mn-cs"/>
              </a:rPr>
              <a:t>  320Mbps= 320Mbps/8 = 40MB/s</a:t>
            </a:r>
          </a:p>
        </p:txBody>
      </p:sp>
    </p:spTree>
    <p:extLst>
      <p:ext uri="{BB962C8B-B14F-4D97-AF65-F5344CB8AC3E}">
        <p14:creationId xmlns:p14="http://schemas.microsoft.com/office/powerpoint/2010/main" val="31586419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6324600" cy="685800"/>
          </a:xfrm>
        </p:spPr>
        <p:txBody>
          <a:bodyPr>
            <a:normAutofit/>
          </a:bodyPr>
          <a:lstStyle/>
          <a:p>
            <a:r>
              <a:rPr lang="en-US" sz="2400" b="0" dirty="0"/>
              <a:t>Multiple level cache</a:t>
            </a:r>
          </a:p>
        </p:txBody>
      </p:sp>
      <p:pic>
        <p:nvPicPr>
          <p:cNvPr id="3" name="Picture 2"/>
          <p:cNvPicPr>
            <a:picLocks noChangeAspect="1"/>
          </p:cNvPicPr>
          <p:nvPr/>
        </p:nvPicPr>
        <p:blipFill>
          <a:blip r:embed="rId2"/>
          <a:stretch>
            <a:fillRect/>
          </a:stretch>
        </p:blipFill>
        <p:spPr>
          <a:xfrm>
            <a:off x="990600" y="2338387"/>
            <a:ext cx="5331687" cy="709613"/>
          </a:xfrm>
          <a:prstGeom prst="rect">
            <a:avLst/>
          </a:prstGeom>
        </p:spPr>
      </p:pic>
      <p:sp>
        <p:nvSpPr>
          <p:cNvPr id="4" name="TextBox 3"/>
          <p:cNvSpPr txBox="1"/>
          <p:nvPr/>
        </p:nvSpPr>
        <p:spPr>
          <a:xfrm>
            <a:off x="152400" y="1524000"/>
            <a:ext cx="4648200" cy="461665"/>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Average Access Time</a:t>
            </a:r>
          </a:p>
        </p:txBody>
      </p:sp>
      <p:sp>
        <p:nvSpPr>
          <p:cNvPr id="5" name="TextBox 4"/>
          <p:cNvSpPr txBox="1"/>
          <p:nvPr/>
        </p:nvSpPr>
        <p:spPr>
          <a:xfrm>
            <a:off x="152400" y="3124200"/>
            <a:ext cx="8763000" cy="1569660"/>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Given a 100 MHz machine with a with a miss penalty of 20 cycles, a hit time of 2 cycles, and a miss rate of 5%, calculate the average memory access time (AMAT). </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B0B4D1BE-E922-48FA-ACCE-6D571B3D8994}"/>
                  </a:ext>
                </a:extLst>
              </p14:cNvPr>
              <p14:cNvContentPartPr/>
              <p14:nvPr/>
            </p14:nvContentPartPr>
            <p14:xfrm>
              <a:off x="272520" y="2260800"/>
              <a:ext cx="8287200" cy="4296600"/>
            </p14:xfrm>
          </p:contentPart>
        </mc:Choice>
        <mc:Fallback xmlns="">
          <p:pic>
            <p:nvPicPr>
              <p:cNvPr id="6" name="Ink 5">
                <a:extLst>
                  <a:ext uri="{FF2B5EF4-FFF2-40B4-BE49-F238E27FC236}">
                    <a16:creationId xmlns:a16="http://schemas.microsoft.com/office/drawing/2014/main" id="{B0B4D1BE-E922-48FA-ACCE-6D571B3D8994}"/>
                  </a:ext>
                </a:extLst>
              </p:cNvPr>
              <p:cNvPicPr/>
              <p:nvPr/>
            </p:nvPicPr>
            <p:blipFill>
              <a:blip r:embed="rId4"/>
              <a:stretch>
                <a:fillRect/>
              </a:stretch>
            </p:blipFill>
            <p:spPr>
              <a:xfrm>
                <a:off x="263160" y="2251440"/>
                <a:ext cx="8305920" cy="4315320"/>
              </a:xfrm>
              <a:prstGeom prst="rect">
                <a:avLst/>
              </a:prstGeom>
            </p:spPr>
          </p:pic>
        </mc:Fallback>
      </mc:AlternateContent>
    </p:spTree>
    <p:extLst>
      <p:ext uri="{BB962C8B-B14F-4D97-AF65-F5344CB8AC3E}">
        <p14:creationId xmlns:p14="http://schemas.microsoft.com/office/powerpoint/2010/main" val="24692871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6324600" cy="685800"/>
          </a:xfrm>
        </p:spPr>
        <p:txBody>
          <a:bodyPr>
            <a:normAutofit/>
          </a:bodyPr>
          <a:lstStyle/>
          <a:p>
            <a:r>
              <a:rPr lang="en-US" sz="2400" b="0" dirty="0"/>
              <a:t>Multiple level cache</a:t>
            </a:r>
          </a:p>
        </p:txBody>
      </p:sp>
      <p:sp>
        <p:nvSpPr>
          <p:cNvPr id="5" name="TextBox 4"/>
          <p:cNvSpPr txBox="1"/>
          <p:nvPr/>
        </p:nvSpPr>
        <p:spPr>
          <a:xfrm>
            <a:off x="152400" y="1295400"/>
            <a:ext cx="8763000" cy="1569660"/>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Given a 100 MHz machine with a with a miss penalty of 20 cycles, a hit time of 2 cycles, and a miss rate of 5%, calculate the average memory access time (AMAT). </a:t>
            </a: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381000" y="2514600"/>
            <a:ext cx="8305800" cy="4832092"/>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AMAT = </a:t>
            </a:r>
            <a:r>
              <a:rPr kumimoji="0" lang="en-US" sz="2800" b="1" i="0" u="none" strike="noStrike" kern="1200" cap="none" spc="0" normalizeH="0" baseline="0" noProof="0" dirty="0" err="1">
                <a:ln>
                  <a:noFill/>
                </a:ln>
                <a:solidFill>
                  <a:prstClr val="black"/>
                </a:solidFill>
                <a:effectLst/>
                <a:uLnTx/>
                <a:uFillTx/>
                <a:latin typeface="Calibri"/>
                <a:ea typeface="+mn-ea"/>
                <a:cs typeface="+mn-cs"/>
              </a:rPr>
              <a:t>hit_time</a:t>
            </a:r>
            <a:r>
              <a:rPr kumimoji="0" lang="en-US" sz="2800" b="1" i="0" u="none" strike="noStrike" kern="1200" cap="none" spc="0" normalizeH="0" baseline="0" noProof="0" dirty="0">
                <a:ln>
                  <a:noFill/>
                </a:ln>
                <a:solidFill>
                  <a:prstClr val="black"/>
                </a:solidFill>
                <a:effectLst/>
                <a:uLnTx/>
                <a:uFillTx/>
                <a:latin typeface="Calibri"/>
                <a:ea typeface="+mn-ea"/>
                <a:cs typeface="+mn-cs"/>
              </a:rPr>
              <a:t> + </a:t>
            </a:r>
            <a:r>
              <a:rPr kumimoji="0" lang="en-US" sz="2800" b="1" i="0" u="none" strike="noStrike" kern="1200" cap="none" spc="0" normalizeH="0" baseline="0" noProof="0" dirty="0" err="1">
                <a:ln>
                  <a:noFill/>
                </a:ln>
                <a:solidFill>
                  <a:prstClr val="black"/>
                </a:solidFill>
                <a:effectLst/>
                <a:uLnTx/>
                <a:uFillTx/>
                <a:latin typeface="Calibri"/>
                <a:ea typeface="+mn-ea"/>
                <a:cs typeface="+mn-cs"/>
              </a:rPr>
              <a:t>miss_rate</a:t>
            </a:r>
            <a:r>
              <a:rPr kumimoji="0" lang="en-US" sz="2800" b="1" i="0" u="none" strike="noStrike" kern="1200" cap="none" spc="0" normalizeH="0" baseline="0" noProof="0" dirty="0">
                <a:ln>
                  <a:noFill/>
                </a:ln>
                <a:solidFill>
                  <a:prstClr val="black"/>
                </a:solidFill>
                <a:effectLst/>
                <a:uLnTx/>
                <a:uFillTx/>
                <a:latin typeface="Calibri"/>
                <a:ea typeface="+mn-ea"/>
                <a:cs typeface="+mn-cs"/>
              </a:rPr>
              <a:t> x </a:t>
            </a:r>
            <a:r>
              <a:rPr kumimoji="0" lang="en-US" sz="2800" b="1" i="0" u="none" strike="noStrike" kern="1200" cap="none" spc="0" normalizeH="0" baseline="0" noProof="0" dirty="0" err="1">
                <a:ln>
                  <a:noFill/>
                </a:ln>
                <a:solidFill>
                  <a:prstClr val="black"/>
                </a:solidFill>
                <a:effectLst/>
                <a:uLnTx/>
                <a:uFillTx/>
                <a:latin typeface="Calibri"/>
                <a:ea typeface="+mn-ea"/>
                <a:cs typeface="+mn-cs"/>
              </a:rPr>
              <a:t>miss_penalty</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012" rtl="0" eaLnBrk="1" fontAlgn="auto" latinLnBrk="0" hangingPunct="0">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Since the clock rate is 100 MHz, the cycle time is: </a:t>
            </a:r>
          </a:p>
          <a:p>
            <a:pPr marL="0" marR="0" lvl="0" indent="0" algn="l" defTabSz="914012" rtl="0" eaLnBrk="1" fontAlgn="auto" latinLnBrk="0" hangingPunct="0">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          1/(100 MHz) = 10 ns</a:t>
            </a:r>
            <a:r>
              <a:rPr kumimoji="0" lang="en-US" sz="2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which gives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AMAT = 10 ns x (2 + 20 x 0.05) = 30 ns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012" rtl="0" eaLnBrk="1" fontAlgn="auto" latinLnBrk="0" hangingPunct="0">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Note: Here we needed to multiply by the cycle time because the </a:t>
            </a:r>
            <a:r>
              <a:rPr kumimoji="0" lang="en-US" sz="2800" b="1" i="0" u="none" strike="noStrike" kern="1200" cap="none" spc="0" normalizeH="0" baseline="0" noProof="0" dirty="0" err="1">
                <a:ln>
                  <a:noFill/>
                </a:ln>
                <a:solidFill>
                  <a:prstClr val="black"/>
                </a:solidFill>
                <a:effectLst/>
                <a:uLnTx/>
                <a:uFillTx/>
                <a:latin typeface="Calibri"/>
                <a:ea typeface="+mn-ea"/>
                <a:cs typeface="+mn-cs"/>
              </a:rPr>
              <a:t>hit_time</a:t>
            </a:r>
            <a:r>
              <a:rPr kumimoji="0" lang="en-US" sz="2800" b="1" i="0" u="none" strike="noStrike" kern="1200" cap="none" spc="0" normalizeH="0" baseline="0" noProof="0" dirty="0">
                <a:ln>
                  <a:noFill/>
                </a:ln>
                <a:solidFill>
                  <a:prstClr val="black"/>
                </a:solidFill>
                <a:effectLst/>
                <a:uLnTx/>
                <a:uFillTx/>
                <a:latin typeface="Calibri"/>
                <a:ea typeface="+mn-ea"/>
                <a:cs typeface="+mn-cs"/>
              </a:rPr>
              <a:t> and </a:t>
            </a:r>
            <a:r>
              <a:rPr kumimoji="0" lang="en-US" sz="2800" b="1" i="0" u="none" strike="noStrike" kern="1200" cap="none" spc="0" normalizeH="0" baseline="0" noProof="0" dirty="0" err="1">
                <a:ln>
                  <a:noFill/>
                </a:ln>
                <a:solidFill>
                  <a:prstClr val="black"/>
                </a:solidFill>
                <a:effectLst/>
                <a:uLnTx/>
                <a:uFillTx/>
                <a:latin typeface="Calibri"/>
                <a:ea typeface="+mn-ea"/>
                <a:cs typeface="+mn-cs"/>
              </a:rPr>
              <a:t>miss_penalty</a:t>
            </a:r>
            <a:r>
              <a:rPr kumimoji="0" lang="en-US" sz="2800" b="1" i="0" u="none" strike="noStrike" kern="1200" cap="none" spc="0" normalizeH="0" baseline="0" noProof="0" dirty="0">
                <a:ln>
                  <a:noFill/>
                </a:ln>
                <a:solidFill>
                  <a:prstClr val="black"/>
                </a:solidFill>
                <a:effectLst/>
                <a:uLnTx/>
                <a:uFillTx/>
                <a:latin typeface="Calibri"/>
                <a:ea typeface="+mn-ea"/>
                <a:cs typeface="+mn-cs"/>
              </a:rPr>
              <a:t> were given in cycles.</a:t>
            </a: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8787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 calcmode="lin" valueType="num">
                                      <p:cBhvr additive="base">
                                        <p:cTn id="1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 calcmode="lin" valueType="num">
                                      <p:cBhvr additive="base">
                                        <p:cTn id="23"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 calcmode="lin" valueType="num">
                                      <p:cBhvr additive="base">
                                        <p:cTn id="2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 calcmode="lin" valueType="num">
                                      <p:cBhvr additive="base">
                                        <p:cTn id="33"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6324600" cy="685800"/>
          </a:xfrm>
        </p:spPr>
        <p:txBody>
          <a:bodyPr>
            <a:normAutofit/>
          </a:bodyPr>
          <a:lstStyle/>
          <a:p>
            <a:r>
              <a:rPr lang="en-US" sz="2400" b="0" dirty="0"/>
              <a:t>Multiple level cache</a:t>
            </a:r>
          </a:p>
        </p:txBody>
      </p:sp>
      <p:sp>
        <p:nvSpPr>
          <p:cNvPr id="7" name="TextBox 6"/>
          <p:cNvSpPr txBox="1"/>
          <p:nvPr/>
        </p:nvSpPr>
        <p:spPr>
          <a:xfrm>
            <a:off x="0" y="1308318"/>
            <a:ext cx="9144000" cy="1815882"/>
          </a:xfrm>
          <a:prstGeom prst="rect">
            <a:avLst/>
          </a:prstGeom>
          <a:noFill/>
        </p:spPr>
        <p:txBody>
          <a:bodyPr wrap="square" rtlCol="0">
            <a:spAutoFit/>
          </a:bodyPr>
          <a:lstStyle/>
          <a:p>
            <a:pPr marL="0" marR="0" lvl="0" indent="0" algn="l" defTabSz="914012" rtl="0" eaLnBrk="1" fontAlgn="auto" latinLnBrk="0" hangingPunct="0">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Suppose doubling the size of the cache decrease the miss rate to 3%, but causes the hit time to increases to 3 cycles and the miss penalty to increase to 21 cycles. What is the AMAT of the new machine? </a:t>
            </a:r>
          </a:p>
        </p:txBody>
      </p:sp>
    </p:spTree>
    <p:extLst>
      <p:ext uri="{BB962C8B-B14F-4D97-AF65-F5344CB8AC3E}">
        <p14:creationId xmlns:p14="http://schemas.microsoft.com/office/powerpoint/2010/main" val="27116362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152400"/>
            <a:ext cx="6324600" cy="685800"/>
          </a:xfrm>
        </p:spPr>
        <p:txBody>
          <a:bodyPr>
            <a:normAutofit/>
          </a:bodyPr>
          <a:lstStyle/>
          <a:p>
            <a:r>
              <a:rPr lang="en-US" sz="2400" b="0" dirty="0"/>
              <a:t>Multiple level cache</a:t>
            </a:r>
          </a:p>
        </p:txBody>
      </p:sp>
      <p:sp>
        <p:nvSpPr>
          <p:cNvPr id="7" name="TextBox 6"/>
          <p:cNvSpPr txBox="1"/>
          <p:nvPr/>
        </p:nvSpPr>
        <p:spPr>
          <a:xfrm>
            <a:off x="0" y="1308318"/>
            <a:ext cx="9144000" cy="1815882"/>
          </a:xfrm>
          <a:prstGeom prst="rect">
            <a:avLst/>
          </a:prstGeom>
          <a:noFill/>
        </p:spPr>
        <p:txBody>
          <a:bodyPr wrap="square" rtlCol="0">
            <a:spAutoFit/>
          </a:bodyPr>
          <a:lstStyle/>
          <a:p>
            <a:pPr marL="0" marR="0" lvl="0" indent="0" algn="l" defTabSz="914012" rtl="0" eaLnBrk="1" fontAlgn="auto" latinLnBrk="0" hangingPunct="0">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Suppose doubling the size of the cache decrease the miss rate to 3%, but causes the hit time to increases to 3 cycles and the miss penalty to increase to 21 cycles. What is the AMAT of the new machine? </a:t>
            </a:r>
          </a:p>
        </p:txBody>
      </p:sp>
      <p:sp>
        <p:nvSpPr>
          <p:cNvPr id="4" name="TextBox 3"/>
          <p:cNvSpPr txBox="1"/>
          <p:nvPr/>
        </p:nvSpPr>
        <p:spPr>
          <a:xfrm>
            <a:off x="381000" y="3459540"/>
            <a:ext cx="7848600" cy="1569660"/>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For the new machine:</a:t>
            </a: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AMAT = 10 ns x (3 + 21 x 0.03) = 36.3 ns</a:t>
            </a: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86F58CF-D654-4F9B-885C-1C4B0F8E0A9C}"/>
                  </a:ext>
                </a:extLst>
              </p14:cNvPr>
              <p14:cNvContentPartPr/>
              <p14:nvPr/>
            </p14:nvContentPartPr>
            <p14:xfrm>
              <a:off x="1639080" y="2671560"/>
              <a:ext cx="5127840" cy="2411640"/>
            </p14:xfrm>
          </p:contentPart>
        </mc:Choice>
        <mc:Fallback xmlns="">
          <p:pic>
            <p:nvPicPr>
              <p:cNvPr id="3" name="Ink 2">
                <a:extLst>
                  <a:ext uri="{FF2B5EF4-FFF2-40B4-BE49-F238E27FC236}">
                    <a16:creationId xmlns:a16="http://schemas.microsoft.com/office/drawing/2014/main" id="{586F58CF-D654-4F9B-885C-1C4B0F8E0A9C}"/>
                  </a:ext>
                </a:extLst>
              </p:cNvPr>
              <p:cNvPicPr/>
              <p:nvPr/>
            </p:nvPicPr>
            <p:blipFill>
              <a:blip r:embed="rId3"/>
              <a:stretch>
                <a:fillRect/>
              </a:stretch>
            </p:blipFill>
            <p:spPr>
              <a:xfrm>
                <a:off x="1629720" y="2662200"/>
                <a:ext cx="5146560" cy="2430360"/>
              </a:xfrm>
              <a:prstGeom prst="rect">
                <a:avLst/>
              </a:prstGeom>
            </p:spPr>
          </p:pic>
        </mc:Fallback>
      </mc:AlternateContent>
    </p:spTree>
    <p:extLst>
      <p:ext uri="{BB962C8B-B14F-4D97-AF65-F5344CB8AC3E}">
        <p14:creationId xmlns:p14="http://schemas.microsoft.com/office/powerpoint/2010/main" val="35338631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a:t>Mass Storage</a:t>
            </a:r>
          </a:p>
        </p:txBody>
      </p:sp>
      <p:sp>
        <p:nvSpPr>
          <p:cNvPr id="11267" name="Rectangle 3"/>
          <p:cNvSpPr>
            <a:spLocks noGrp="1" noChangeArrowheads="1"/>
          </p:cNvSpPr>
          <p:nvPr>
            <p:ph type="body" idx="1"/>
          </p:nvPr>
        </p:nvSpPr>
        <p:spPr/>
        <p:txBody>
          <a:bodyPr/>
          <a:lstStyle/>
          <a:p>
            <a:r>
              <a:rPr lang="en-US" altLang="en-US"/>
              <a:t>Many systems today need to store many terabytes of data</a:t>
            </a:r>
          </a:p>
          <a:p>
            <a:r>
              <a:rPr lang="en-US" altLang="en-US"/>
              <a:t>Don’t want to use single, large disk</a:t>
            </a:r>
          </a:p>
          <a:p>
            <a:pPr lvl="1"/>
            <a:r>
              <a:rPr lang="en-US" altLang="en-US"/>
              <a:t>too expensive</a:t>
            </a:r>
          </a:p>
          <a:p>
            <a:pPr lvl="1"/>
            <a:r>
              <a:rPr lang="en-US" altLang="en-US"/>
              <a:t>failures could be dangerous</a:t>
            </a:r>
          </a:p>
          <a:p>
            <a:r>
              <a:rPr lang="en-US" altLang="en-US"/>
              <a:t>Would prefer to use many smaller disks</a:t>
            </a:r>
          </a:p>
        </p:txBody>
      </p:sp>
    </p:spTree>
    <p:extLst>
      <p:ext uri="{BB962C8B-B14F-4D97-AF65-F5344CB8AC3E}">
        <p14:creationId xmlns:p14="http://schemas.microsoft.com/office/powerpoint/2010/main" val="31236421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304800"/>
            <a:ext cx="7772400" cy="762000"/>
          </a:xfrm>
        </p:spPr>
        <p:txBody>
          <a:bodyPr/>
          <a:lstStyle/>
          <a:p>
            <a:r>
              <a:rPr lang="en-US" altLang="en-US"/>
              <a:t>RAID</a:t>
            </a:r>
          </a:p>
        </p:txBody>
      </p:sp>
      <p:sp>
        <p:nvSpPr>
          <p:cNvPr id="12291" name="Rectangle 3"/>
          <p:cNvSpPr>
            <a:spLocks noGrp="1" noChangeArrowheads="1"/>
          </p:cNvSpPr>
          <p:nvPr>
            <p:ph type="body" idx="1"/>
          </p:nvPr>
        </p:nvSpPr>
        <p:spPr>
          <a:xfrm>
            <a:off x="685800" y="1371600"/>
            <a:ext cx="7772400" cy="4724400"/>
          </a:xfrm>
        </p:spPr>
        <p:txBody>
          <a:bodyPr/>
          <a:lstStyle/>
          <a:p>
            <a:r>
              <a:rPr lang="en-US" altLang="en-US"/>
              <a:t>Redundant Array of Independent Disks</a:t>
            </a:r>
          </a:p>
          <a:p>
            <a:r>
              <a:rPr lang="en-US" altLang="en-US"/>
              <a:t>Basic idea is to connect multiple disks together to provide</a:t>
            </a:r>
          </a:p>
          <a:p>
            <a:pPr lvl="1"/>
            <a:r>
              <a:rPr lang="en-US" altLang="en-US"/>
              <a:t>large storage capacity</a:t>
            </a:r>
          </a:p>
          <a:p>
            <a:pPr lvl="1"/>
            <a:r>
              <a:rPr lang="en-US" altLang="en-US"/>
              <a:t>faster access to reading data</a:t>
            </a:r>
          </a:p>
          <a:p>
            <a:pPr lvl="1"/>
            <a:r>
              <a:rPr lang="en-US" altLang="en-US"/>
              <a:t>redundant data</a:t>
            </a:r>
          </a:p>
          <a:p>
            <a:r>
              <a:rPr lang="en-US" altLang="en-US"/>
              <a:t>Many different levels of RAID systems</a:t>
            </a:r>
          </a:p>
          <a:p>
            <a:pPr lvl="1"/>
            <a:r>
              <a:rPr lang="en-US" altLang="en-US"/>
              <a:t>differing levels of redundancy, error checking, capacity, and cost</a:t>
            </a:r>
          </a:p>
        </p:txBody>
      </p:sp>
    </p:spTree>
    <p:extLst>
      <p:ext uri="{BB962C8B-B14F-4D97-AF65-F5344CB8AC3E}">
        <p14:creationId xmlns:p14="http://schemas.microsoft.com/office/powerpoint/2010/main" val="2724955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85800" y="381000"/>
            <a:ext cx="7772400" cy="838200"/>
          </a:xfrm>
        </p:spPr>
        <p:txBody>
          <a:bodyPr/>
          <a:lstStyle/>
          <a:p>
            <a:r>
              <a:rPr lang="en-US" altLang="en-US"/>
              <a:t>Striping</a:t>
            </a:r>
          </a:p>
        </p:txBody>
      </p:sp>
      <p:sp>
        <p:nvSpPr>
          <p:cNvPr id="13315" name="Rectangle 3"/>
          <p:cNvSpPr>
            <a:spLocks noGrp="1" noChangeArrowheads="1"/>
          </p:cNvSpPr>
          <p:nvPr>
            <p:ph type="body" idx="1"/>
          </p:nvPr>
        </p:nvSpPr>
        <p:spPr>
          <a:xfrm>
            <a:off x="685800" y="1524000"/>
            <a:ext cx="7772400" cy="1371600"/>
          </a:xfrm>
        </p:spPr>
        <p:txBody>
          <a:bodyPr/>
          <a:lstStyle/>
          <a:p>
            <a:r>
              <a:rPr lang="en-US" altLang="en-US"/>
              <a:t>Take file data and map it to different disks</a:t>
            </a:r>
          </a:p>
          <a:p>
            <a:r>
              <a:rPr lang="en-US" altLang="en-US"/>
              <a:t>Allows for reading data in parallel</a:t>
            </a:r>
          </a:p>
        </p:txBody>
      </p:sp>
      <p:sp>
        <p:nvSpPr>
          <p:cNvPr id="13316" name="Rectangle 4"/>
          <p:cNvSpPr>
            <a:spLocks noChangeArrowheads="1"/>
          </p:cNvSpPr>
          <p:nvPr/>
        </p:nvSpPr>
        <p:spPr bwMode="auto">
          <a:xfrm>
            <a:off x="2362200" y="3352800"/>
            <a:ext cx="4957763" cy="4556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17" name="Line 5"/>
          <p:cNvSpPr>
            <a:spLocks noChangeShapeType="1"/>
          </p:cNvSpPr>
          <p:nvPr/>
        </p:nvSpPr>
        <p:spPr bwMode="auto">
          <a:xfrm>
            <a:off x="3586163" y="3351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18" name="Line 6"/>
          <p:cNvSpPr>
            <a:spLocks noChangeShapeType="1"/>
          </p:cNvSpPr>
          <p:nvPr/>
        </p:nvSpPr>
        <p:spPr bwMode="auto">
          <a:xfrm>
            <a:off x="4805363" y="3351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19" name="Line 7"/>
          <p:cNvSpPr>
            <a:spLocks noChangeShapeType="1"/>
          </p:cNvSpPr>
          <p:nvPr/>
        </p:nvSpPr>
        <p:spPr bwMode="auto">
          <a:xfrm>
            <a:off x="6100763" y="33512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20" name="Text Box 9"/>
          <p:cNvSpPr txBox="1">
            <a:spLocks noChangeArrowheads="1"/>
          </p:cNvSpPr>
          <p:nvPr/>
        </p:nvSpPr>
        <p:spPr bwMode="auto">
          <a:xfrm>
            <a:off x="1295400" y="33528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file data</a:t>
            </a:r>
          </a:p>
        </p:txBody>
      </p:sp>
      <p:sp>
        <p:nvSpPr>
          <p:cNvPr id="13321" name="Text Box 11"/>
          <p:cNvSpPr txBox="1">
            <a:spLocks noChangeArrowheads="1"/>
          </p:cNvSpPr>
          <p:nvPr/>
        </p:nvSpPr>
        <p:spPr bwMode="auto">
          <a:xfrm>
            <a:off x="3810000" y="33528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1</a:t>
            </a:r>
          </a:p>
        </p:txBody>
      </p:sp>
      <p:sp>
        <p:nvSpPr>
          <p:cNvPr id="13322" name="Text Box 12"/>
          <p:cNvSpPr txBox="1">
            <a:spLocks noChangeArrowheads="1"/>
          </p:cNvSpPr>
          <p:nvPr/>
        </p:nvSpPr>
        <p:spPr bwMode="auto">
          <a:xfrm>
            <a:off x="2590800" y="33528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0</a:t>
            </a:r>
          </a:p>
        </p:txBody>
      </p:sp>
      <p:sp>
        <p:nvSpPr>
          <p:cNvPr id="13323" name="Text Box 13"/>
          <p:cNvSpPr txBox="1">
            <a:spLocks noChangeArrowheads="1"/>
          </p:cNvSpPr>
          <p:nvPr/>
        </p:nvSpPr>
        <p:spPr bwMode="auto">
          <a:xfrm>
            <a:off x="5029200" y="33528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2</a:t>
            </a:r>
          </a:p>
        </p:txBody>
      </p:sp>
      <p:sp>
        <p:nvSpPr>
          <p:cNvPr id="13324" name="Text Box 14"/>
          <p:cNvSpPr txBox="1">
            <a:spLocks noChangeArrowheads="1"/>
          </p:cNvSpPr>
          <p:nvPr/>
        </p:nvSpPr>
        <p:spPr bwMode="auto">
          <a:xfrm>
            <a:off x="6324600" y="33528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3</a:t>
            </a:r>
          </a:p>
        </p:txBody>
      </p:sp>
      <p:grpSp>
        <p:nvGrpSpPr>
          <p:cNvPr id="13325" name="Group 20"/>
          <p:cNvGrpSpPr>
            <a:grpSpLocks/>
          </p:cNvGrpSpPr>
          <p:nvPr/>
        </p:nvGrpSpPr>
        <p:grpSpPr bwMode="auto">
          <a:xfrm>
            <a:off x="1905000" y="4267200"/>
            <a:ext cx="1219200" cy="2043113"/>
            <a:chOff x="1248" y="2928"/>
            <a:chExt cx="768" cy="1287"/>
          </a:xfrm>
        </p:grpSpPr>
        <p:sp>
          <p:nvSpPr>
            <p:cNvPr id="13348" name="Oval 15"/>
            <p:cNvSpPr>
              <a:spLocks noChangeArrowheads="1"/>
            </p:cNvSpPr>
            <p:nvPr/>
          </p:nvSpPr>
          <p:spPr bwMode="auto">
            <a:xfrm>
              <a:off x="1248" y="2928"/>
              <a:ext cx="768"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9" name="Line 16"/>
            <p:cNvSpPr>
              <a:spLocks noChangeShapeType="1"/>
            </p:cNvSpPr>
            <p:nvPr/>
          </p:nvSpPr>
          <p:spPr bwMode="auto">
            <a:xfrm>
              <a:off x="1248" y="3024"/>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50" name="Line 17"/>
            <p:cNvSpPr>
              <a:spLocks noChangeShapeType="1"/>
            </p:cNvSpPr>
            <p:nvPr/>
          </p:nvSpPr>
          <p:spPr bwMode="auto">
            <a:xfrm>
              <a:off x="2016" y="3024"/>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51" name="Freeform 18"/>
            <p:cNvSpPr>
              <a:spLocks/>
            </p:cNvSpPr>
            <p:nvPr/>
          </p:nvSpPr>
          <p:spPr bwMode="auto">
            <a:xfrm>
              <a:off x="1248" y="3792"/>
              <a:ext cx="768" cy="144"/>
            </a:xfrm>
            <a:custGeom>
              <a:avLst/>
              <a:gdLst>
                <a:gd name="T0" fmla="*/ 0 w 776"/>
                <a:gd name="T1" fmla="*/ 0 h 144"/>
                <a:gd name="T2" fmla="*/ 95 w 776"/>
                <a:gd name="T3" fmla="*/ 96 h 144"/>
                <a:gd name="T4" fmla="*/ 428 w 776"/>
                <a:gd name="T5" fmla="*/ 144 h 144"/>
                <a:gd name="T6" fmla="*/ 713 w 776"/>
                <a:gd name="T7" fmla="*/ 96 h 144"/>
                <a:gd name="T8" fmla="*/ 760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52" name="Text Box 19"/>
            <p:cNvSpPr txBox="1">
              <a:spLocks noChangeArrowheads="1"/>
            </p:cNvSpPr>
            <p:nvPr/>
          </p:nvSpPr>
          <p:spPr bwMode="auto">
            <a:xfrm>
              <a:off x="1392" y="3984"/>
              <a:ext cx="4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0</a:t>
              </a:r>
            </a:p>
          </p:txBody>
        </p:sp>
      </p:grpSp>
      <p:grpSp>
        <p:nvGrpSpPr>
          <p:cNvPr id="13326" name="Group 21"/>
          <p:cNvGrpSpPr>
            <a:grpSpLocks/>
          </p:cNvGrpSpPr>
          <p:nvPr/>
        </p:nvGrpSpPr>
        <p:grpSpPr bwMode="auto">
          <a:xfrm>
            <a:off x="3581400" y="4267200"/>
            <a:ext cx="1219200" cy="2043113"/>
            <a:chOff x="1248" y="2928"/>
            <a:chExt cx="768" cy="1287"/>
          </a:xfrm>
        </p:grpSpPr>
        <p:sp>
          <p:nvSpPr>
            <p:cNvPr id="13343" name="Oval 22"/>
            <p:cNvSpPr>
              <a:spLocks noChangeArrowheads="1"/>
            </p:cNvSpPr>
            <p:nvPr/>
          </p:nvSpPr>
          <p:spPr bwMode="auto">
            <a:xfrm>
              <a:off x="1248" y="2928"/>
              <a:ext cx="768"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4" name="Line 23"/>
            <p:cNvSpPr>
              <a:spLocks noChangeShapeType="1"/>
            </p:cNvSpPr>
            <p:nvPr/>
          </p:nvSpPr>
          <p:spPr bwMode="auto">
            <a:xfrm>
              <a:off x="1248" y="3024"/>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5" name="Line 24"/>
            <p:cNvSpPr>
              <a:spLocks noChangeShapeType="1"/>
            </p:cNvSpPr>
            <p:nvPr/>
          </p:nvSpPr>
          <p:spPr bwMode="auto">
            <a:xfrm>
              <a:off x="2016" y="3024"/>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6" name="Freeform 25"/>
            <p:cNvSpPr>
              <a:spLocks/>
            </p:cNvSpPr>
            <p:nvPr/>
          </p:nvSpPr>
          <p:spPr bwMode="auto">
            <a:xfrm>
              <a:off x="1248" y="3792"/>
              <a:ext cx="768" cy="144"/>
            </a:xfrm>
            <a:custGeom>
              <a:avLst/>
              <a:gdLst>
                <a:gd name="T0" fmla="*/ 0 w 776"/>
                <a:gd name="T1" fmla="*/ 0 h 144"/>
                <a:gd name="T2" fmla="*/ 95 w 776"/>
                <a:gd name="T3" fmla="*/ 96 h 144"/>
                <a:gd name="T4" fmla="*/ 428 w 776"/>
                <a:gd name="T5" fmla="*/ 144 h 144"/>
                <a:gd name="T6" fmla="*/ 713 w 776"/>
                <a:gd name="T7" fmla="*/ 96 h 144"/>
                <a:gd name="T8" fmla="*/ 760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7" name="Text Box 26"/>
            <p:cNvSpPr txBox="1">
              <a:spLocks noChangeArrowheads="1"/>
            </p:cNvSpPr>
            <p:nvPr/>
          </p:nvSpPr>
          <p:spPr bwMode="auto">
            <a:xfrm>
              <a:off x="1392" y="3984"/>
              <a:ext cx="4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1</a:t>
              </a:r>
            </a:p>
          </p:txBody>
        </p:sp>
      </p:grpSp>
      <p:grpSp>
        <p:nvGrpSpPr>
          <p:cNvPr id="13327" name="Group 27"/>
          <p:cNvGrpSpPr>
            <a:grpSpLocks/>
          </p:cNvGrpSpPr>
          <p:nvPr/>
        </p:nvGrpSpPr>
        <p:grpSpPr bwMode="auto">
          <a:xfrm>
            <a:off x="5181600" y="4267200"/>
            <a:ext cx="1219200" cy="2043113"/>
            <a:chOff x="1248" y="2928"/>
            <a:chExt cx="768" cy="1287"/>
          </a:xfrm>
        </p:grpSpPr>
        <p:sp>
          <p:nvSpPr>
            <p:cNvPr id="13338" name="Oval 28"/>
            <p:cNvSpPr>
              <a:spLocks noChangeArrowheads="1"/>
            </p:cNvSpPr>
            <p:nvPr/>
          </p:nvSpPr>
          <p:spPr bwMode="auto">
            <a:xfrm>
              <a:off x="1248" y="2928"/>
              <a:ext cx="768"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9" name="Line 29"/>
            <p:cNvSpPr>
              <a:spLocks noChangeShapeType="1"/>
            </p:cNvSpPr>
            <p:nvPr/>
          </p:nvSpPr>
          <p:spPr bwMode="auto">
            <a:xfrm>
              <a:off x="1248" y="3024"/>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0" name="Line 30"/>
            <p:cNvSpPr>
              <a:spLocks noChangeShapeType="1"/>
            </p:cNvSpPr>
            <p:nvPr/>
          </p:nvSpPr>
          <p:spPr bwMode="auto">
            <a:xfrm>
              <a:off x="2016" y="3024"/>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1" name="Freeform 31"/>
            <p:cNvSpPr>
              <a:spLocks/>
            </p:cNvSpPr>
            <p:nvPr/>
          </p:nvSpPr>
          <p:spPr bwMode="auto">
            <a:xfrm>
              <a:off x="1248" y="3792"/>
              <a:ext cx="768" cy="144"/>
            </a:xfrm>
            <a:custGeom>
              <a:avLst/>
              <a:gdLst>
                <a:gd name="T0" fmla="*/ 0 w 776"/>
                <a:gd name="T1" fmla="*/ 0 h 144"/>
                <a:gd name="T2" fmla="*/ 95 w 776"/>
                <a:gd name="T3" fmla="*/ 96 h 144"/>
                <a:gd name="T4" fmla="*/ 428 w 776"/>
                <a:gd name="T5" fmla="*/ 144 h 144"/>
                <a:gd name="T6" fmla="*/ 713 w 776"/>
                <a:gd name="T7" fmla="*/ 96 h 144"/>
                <a:gd name="T8" fmla="*/ 760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42" name="Text Box 32"/>
            <p:cNvSpPr txBox="1">
              <a:spLocks noChangeArrowheads="1"/>
            </p:cNvSpPr>
            <p:nvPr/>
          </p:nvSpPr>
          <p:spPr bwMode="auto">
            <a:xfrm>
              <a:off x="1392" y="3984"/>
              <a:ext cx="4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2</a:t>
              </a:r>
            </a:p>
          </p:txBody>
        </p:sp>
      </p:grpSp>
      <p:grpSp>
        <p:nvGrpSpPr>
          <p:cNvPr id="13328" name="Group 33"/>
          <p:cNvGrpSpPr>
            <a:grpSpLocks/>
          </p:cNvGrpSpPr>
          <p:nvPr/>
        </p:nvGrpSpPr>
        <p:grpSpPr bwMode="auto">
          <a:xfrm>
            <a:off x="7086600" y="4267200"/>
            <a:ext cx="1219200" cy="2043113"/>
            <a:chOff x="1248" y="2928"/>
            <a:chExt cx="768" cy="1287"/>
          </a:xfrm>
        </p:grpSpPr>
        <p:sp>
          <p:nvSpPr>
            <p:cNvPr id="13333" name="Oval 34"/>
            <p:cNvSpPr>
              <a:spLocks noChangeArrowheads="1"/>
            </p:cNvSpPr>
            <p:nvPr/>
          </p:nvSpPr>
          <p:spPr bwMode="auto">
            <a:xfrm>
              <a:off x="1248" y="2928"/>
              <a:ext cx="768" cy="14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4" name="Line 35"/>
            <p:cNvSpPr>
              <a:spLocks noChangeShapeType="1"/>
            </p:cNvSpPr>
            <p:nvPr/>
          </p:nvSpPr>
          <p:spPr bwMode="auto">
            <a:xfrm>
              <a:off x="1248" y="3024"/>
              <a:ext cx="0" cy="7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5" name="Line 36"/>
            <p:cNvSpPr>
              <a:spLocks noChangeShapeType="1"/>
            </p:cNvSpPr>
            <p:nvPr/>
          </p:nvSpPr>
          <p:spPr bwMode="auto">
            <a:xfrm>
              <a:off x="2016" y="3024"/>
              <a:ext cx="0" cy="8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6" name="Freeform 37"/>
            <p:cNvSpPr>
              <a:spLocks/>
            </p:cNvSpPr>
            <p:nvPr/>
          </p:nvSpPr>
          <p:spPr bwMode="auto">
            <a:xfrm>
              <a:off x="1248" y="3792"/>
              <a:ext cx="768" cy="144"/>
            </a:xfrm>
            <a:custGeom>
              <a:avLst/>
              <a:gdLst>
                <a:gd name="T0" fmla="*/ 0 w 776"/>
                <a:gd name="T1" fmla="*/ 0 h 144"/>
                <a:gd name="T2" fmla="*/ 95 w 776"/>
                <a:gd name="T3" fmla="*/ 96 h 144"/>
                <a:gd name="T4" fmla="*/ 428 w 776"/>
                <a:gd name="T5" fmla="*/ 144 h 144"/>
                <a:gd name="T6" fmla="*/ 713 w 776"/>
                <a:gd name="T7" fmla="*/ 96 h 144"/>
                <a:gd name="T8" fmla="*/ 760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7" name="Text Box 38"/>
            <p:cNvSpPr txBox="1">
              <a:spLocks noChangeArrowheads="1"/>
            </p:cNvSpPr>
            <p:nvPr/>
          </p:nvSpPr>
          <p:spPr bwMode="auto">
            <a:xfrm>
              <a:off x="1392" y="3984"/>
              <a:ext cx="4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3</a:t>
              </a:r>
            </a:p>
          </p:txBody>
        </p:sp>
      </p:grpSp>
      <p:sp>
        <p:nvSpPr>
          <p:cNvPr id="13329" name="Line 39"/>
          <p:cNvSpPr>
            <a:spLocks noChangeShapeType="1"/>
          </p:cNvSpPr>
          <p:nvPr/>
        </p:nvSpPr>
        <p:spPr bwMode="auto">
          <a:xfrm flipH="1">
            <a:off x="2514600" y="3810000"/>
            <a:ext cx="533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0" name="Line 40"/>
          <p:cNvSpPr>
            <a:spLocks noChangeShapeType="1"/>
          </p:cNvSpPr>
          <p:nvPr/>
        </p:nvSpPr>
        <p:spPr bwMode="auto">
          <a:xfrm>
            <a:off x="4191000" y="3810000"/>
            <a:ext cx="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1" name="Line 41"/>
          <p:cNvSpPr>
            <a:spLocks noChangeShapeType="1"/>
          </p:cNvSpPr>
          <p:nvPr/>
        </p:nvSpPr>
        <p:spPr bwMode="auto">
          <a:xfrm>
            <a:off x="5486400" y="3810000"/>
            <a:ext cx="304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332" name="Line 42"/>
          <p:cNvSpPr>
            <a:spLocks noChangeShapeType="1"/>
          </p:cNvSpPr>
          <p:nvPr/>
        </p:nvSpPr>
        <p:spPr bwMode="auto">
          <a:xfrm>
            <a:off x="6705600" y="3810000"/>
            <a:ext cx="1066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85841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609600"/>
            <a:ext cx="7772400" cy="838200"/>
          </a:xfrm>
        </p:spPr>
        <p:txBody>
          <a:bodyPr/>
          <a:lstStyle/>
          <a:p>
            <a:r>
              <a:rPr lang="en-US" altLang="en-US"/>
              <a:t>MIRRORING</a:t>
            </a:r>
          </a:p>
        </p:txBody>
      </p:sp>
      <p:sp>
        <p:nvSpPr>
          <p:cNvPr id="14339" name="Rectangle 3"/>
          <p:cNvSpPr>
            <a:spLocks noChangeArrowheads="1"/>
          </p:cNvSpPr>
          <p:nvPr/>
        </p:nvSpPr>
        <p:spPr bwMode="auto">
          <a:xfrm>
            <a:off x="1828800" y="2057400"/>
            <a:ext cx="6100763" cy="4556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40" name="Line 4"/>
          <p:cNvSpPr>
            <a:spLocks noChangeShapeType="1"/>
          </p:cNvSpPr>
          <p:nvPr/>
        </p:nvSpPr>
        <p:spPr bwMode="auto">
          <a:xfrm>
            <a:off x="29765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41" name="Line 5"/>
          <p:cNvSpPr>
            <a:spLocks noChangeShapeType="1"/>
          </p:cNvSpPr>
          <p:nvPr/>
        </p:nvSpPr>
        <p:spPr bwMode="auto">
          <a:xfrm>
            <a:off x="41957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42" name="Line 6"/>
          <p:cNvSpPr>
            <a:spLocks noChangeShapeType="1"/>
          </p:cNvSpPr>
          <p:nvPr/>
        </p:nvSpPr>
        <p:spPr bwMode="auto">
          <a:xfrm>
            <a:off x="54911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43" name="Text Box 7"/>
          <p:cNvSpPr txBox="1">
            <a:spLocks noChangeArrowheads="1"/>
          </p:cNvSpPr>
          <p:nvPr/>
        </p:nvSpPr>
        <p:spPr bwMode="auto">
          <a:xfrm>
            <a:off x="685800" y="20574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file data</a:t>
            </a:r>
          </a:p>
        </p:txBody>
      </p:sp>
      <p:sp>
        <p:nvSpPr>
          <p:cNvPr id="14344" name="Text Box 8"/>
          <p:cNvSpPr txBox="1">
            <a:spLocks noChangeArrowheads="1"/>
          </p:cNvSpPr>
          <p:nvPr/>
        </p:nvSpPr>
        <p:spPr bwMode="auto">
          <a:xfrm>
            <a:off x="32004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1</a:t>
            </a:r>
          </a:p>
        </p:txBody>
      </p:sp>
      <p:sp>
        <p:nvSpPr>
          <p:cNvPr id="14345" name="Text Box 9"/>
          <p:cNvSpPr txBox="1">
            <a:spLocks noChangeArrowheads="1"/>
          </p:cNvSpPr>
          <p:nvPr/>
        </p:nvSpPr>
        <p:spPr bwMode="auto">
          <a:xfrm>
            <a:off x="19812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0</a:t>
            </a:r>
          </a:p>
        </p:txBody>
      </p:sp>
      <p:sp>
        <p:nvSpPr>
          <p:cNvPr id="14346" name="Text Box 10"/>
          <p:cNvSpPr txBox="1">
            <a:spLocks noChangeArrowheads="1"/>
          </p:cNvSpPr>
          <p:nvPr/>
        </p:nvSpPr>
        <p:spPr bwMode="auto">
          <a:xfrm>
            <a:off x="44196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2</a:t>
            </a:r>
          </a:p>
        </p:txBody>
      </p:sp>
      <p:sp>
        <p:nvSpPr>
          <p:cNvPr id="14347" name="Text Box 11"/>
          <p:cNvSpPr txBox="1">
            <a:spLocks noChangeArrowheads="1"/>
          </p:cNvSpPr>
          <p:nvPr/>
        </p:nvSpPr>
        <p:spPr bwMode="auto">
          <a:xfrm>
            <a:off x="57150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3</a:t>
            </a:r>
          </a:p>
        </p:txBody>
      </p:sp>
      <p:sp>
        <p:nvSpPr>
          <p:cNvPr id="14348" name="Line 12"/>
          <p:cNvSpPr>
            <a:spLocks noChangeShapeType="1"/>
          </p:cNvSpPr>
          <p:nvPr/>
        </p:nvSpPr>
        <p:spPr bwMode="auto">
          <a:xfrm>
            <a:off x="6705600" y="205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49" name="Text Box 13"/>
          <p:cNvSpPr txBox="1">
            <a:spLocks noChangeArrowheads="1"/>
          </p:cNvSpPr>
          <p:nvPr/>
        </p:nvSpPr>
        <p:spPr bwMode="auto">
          <a:xfrm>
            <a:off x="68580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4</a:t>
            </a:r>
          </a:p>
        </p:txBody>
      </p:sp>
      <p:sp>
        <p:nvSpPr>
          <p:cNvPr id="14350" name="Oval 14"/>
          <p:cNvSpPr>
            <a:spLocks noChangeArrowheads="1"/>
          </p:cNvSpPr>
          <p:nvPr/>
        </p:nvSpPr>
        <p:spPr bwMode="auto">
          <a:xfrm>
            <a:off x="2133600" y="3200400"/>
            <a:ext cx="17526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1" name="Line 15"/>
          <p:cNvSpPr>
            <a:spLocks noChangeShapeType="1"/>
          </p:cNvSpPr>
          <p:nvPr/>
        </p:nvSpPr>
        <p:spPr bwMode="auto">
          <a:xfrm>
            <a:off x="2133600" y="3352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2" name="Line 16"/>
          <p:cNvSpPr>
            <a:spLocks noChangeShapeType="1"/>
          </p:cNvSpPr>
          <p:nvPr/>
        </p:nvSpPr>
        <p:spPr bwMode="auto">
          <a:xfrm>
            <a:off x="3886200" y="3352800"/>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3" name="Freeform 17"/>
          <p:cNvSpPr>
            <a:spLocks/>
          </p:cNvSpPr>
          <p:nvPr/>
        </p:nvSpPr>
        <p:spPr bwMode="auto">
          <a:xfrm>
            <a:off x="2133600" y="5486400"/>
            <a:ext cx="1752600" cy="304800"/>
          </a:xfrm>
          <a:custGeom>
            <a:avLst/>
            <a:gdLst>
              <a:gd name="T0" fmla="*/ 0 w 776"/>
              <a:gd name="T1" fmla="*/ 0 h 144"/>
              <a:gd name="T2" fmla="*/ 216816 w 776"/>
              <a:gd name="T3" fmla="*/ 203200 h 144"/>
              <a:gd name="T4" fmla="*/ 975674 w 776"/>
              <a:gd name="T5" fmla="*/ 304800 h 144"/>
              <a:gd name="T6" fmla="*/ 1626124 w 776"/>
              <a:gd name="T7" fmla="*/ 203200 h 144"/>
              <a:gd name="T8" fmla="*/ 1734532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4" name="Text Box 18"/>
          <p:cNvSpPr txBox="1">
            <a:spLocks noChangeArrowheads="1"/>
          </p:cNvSpPr>
          <p:nvPr/>
        </p:nvSpPr>
        <p:spPr bwMode="auto">
          <a:xfrm>
            <a:off x="2667000" y="5867400"/>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0</a:t>
            </a:r>
          </a:p>
        </p:txBody>
      </p:sp>
      <p:sp>
        <p:nvSpPr>
          <p:cNvPr id="14355" name="Oval 19"/>
          <p:cNvSpPr>
            <a:spLocks noChangeArrowheads="1"/>
          </p:cNvSpPr>
          <p:nvPr/>
        </p:nvSpPr>
        <p:spPr bwMode="auto">
          <a:xfrm>
            <a:off x="5486400" y="3200400"/>
            <a:ext cx="17526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6" name="Line 20"/>
          <p:cNvSpPr>
            <a:spLocks noChangeShapeType="1"/>
          </p:cNvSpPr>
          <p:nvPr/>
        </p:nvSpPr>
        <p:spPr bwMode="auto">
          <a:xfrm>
            <a:off x="5486400" y="3352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7" name="Line 21"/>
          <p:cNvSpPr>
            <a:spLocks noChangeShapeType="1"/>
          </p:cNvSpPr>
          <p:nvPr/>
        </p:nvSpPr>
        <p:spPr bwMode="auto">
          <a:xfrm>
            <a:off x="7239000" y="3352800"/>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8" name="Freeform 22"/>
          <p:cNvSpPr>
            <a:spLocks/>
          </p:cNvSpPr>
          <p:nvPr/>
        </p:nvSpPr>
        <p:spPr bwMode="auto">
          <a:xfrm>
            <a:off x="5486400" y="5486400"/>
            <a:ext cx="1752600" cy="304800"/>
          </a:xfrm>
          <a:custGeom>
            <a:avLst/>
            <a:gdLst>
              <a:gd name="T0" fmla="*/ 0 w 776"/>
              <a:gd name="T1" fmla="*/ 0 h 144"/>
              <a:gd name="T2" fmla="*/ 216816 w 776"/>
              <a:gd name="T3" fmla="*/ 203200 h 144"/>
              <a:gd name="T4" fmla="*/ 975674 w 776"/>
              <a:gd name="T5" fmla="*/ 304800 h 144"/>
              <a:gd name="T6" fmla="*/ 1626124 w 776"/>
              <a:gd name="T7" fmla="*/ 203200 h 144"/>
              <a:gd name="T8" fmla="*/ 1734532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59" name="Text Box 23"/>
          <p:cNvSpPr txBox="1">
            <a:spLocks noChangeArrowheads="1"/>
          </p:cNvSpPr>
          <p:nvPr/>
        </p:nvSpPr>
        <p:spPr bwMode="auto">
          <a:xfrm>
            <a:off x="6019800" y="5867400"/>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1</a:t>
            </a:r>
          </a:p>
        </p:txBody>
      </p:sp>
      <p:sp>
        <p:nvSpPr>
          <p:cNvPr id="14360" name="Text Box 24"/>
          <p:cNvSpPr txBox="1">
            <a:spLocks noChangeArrowheads="1"/>
          </p:cNvSpPr>
          <p:nvPr/>
        </p:nvSpPr>
        <p:spPr bwMode="auto">
          <a:xfrm>
            <a:off x="2117725" y="3543300"/>
            <a:ext cx="1263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block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     block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     block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     block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     block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4361" name="Text Box 25"/>
          <p:cNvSpPr txBox="1">
            <a:spLocks noChangeArrowheads="1"/>
          </p:cNvSpPr>
          <p:nvPr/>
        </p:nvSpPr>
        <p:spPr bwMode="auto">
          <a:xfrm>
            <a:off x="762000" y="41910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sectors</a:t>
            </a:r>
          </a:p>
        </p:txBody>
      </p:sp>
      <p:sp>
        <p:nvSpPr>
          <p:cNvPr id="14362" name="Line 26"/>
          <p:cNvSpPr>
            <a:spLocks noChangeShapeType="1"/>
          </p:cNvSpPr>
          <p:nvPr/>
        </p:nvSpPr>
        <p:spPr bwMode="auto">
          <a:xfrm flipH="1">
            <a:off x="1981200" y="35814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63" name="Line 27"/>
          <p:cNvSpPr>
            <a:spLocks noChangeShapeType="1"/>
          </p:cNvSpPr>
          <p:nvPr/>
        </p:nvSpPr>
        <p:spPr bwMode="auto">
          <a:xfrm>
            <a:off x="1981200" y="35814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64" name="Line 28"/>
          <p:cNvSpPr>
            <a:spLocks noChangeShapeType="1"/>
          </p:cNvSpPr>
          <p:nvPr/>
        </p:nvSpPr>
        <p:spPr bwMode="auto">
          <a:xfrm flipH="1">
            <a:off x="1981200" y="53340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65" name="Line 29"/>
          <p:cNvSpPr>
            <a:spLocks noChangeShapeType="1"/>
          </p:cNvSpPr>
          <p:nvPr/>
        </p:nvSpPr>
        <p:spPr bwMode="auto">
          <a:xfrm flipH="1">
            <a:off x="1600200" y="44196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66" name="Text Box 30"/>
          <p:cNvSpPr txBox="1">
            <a:spLocks noChangeArrowheads="1"/>
          </p:cNvSpPr>
          <p:nvPr/>
        </p:nvSpPr>
        <p:spPr bwMode="auto">
          <a:xfrm>
            <a:off x="5486400" y="3581400"/>
            <a:ext cx="1263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block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     block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     block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     block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     block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4367" name="Text Box 31"/>
          <p:cNvSpPr txBox="1">
            <a:spLocks noChangeArrowheads="1"/>
          </p:cNvSpPr>
          <p:nvPr/>
        </p:nvSpPr>
        <p:spPr bwMode="auto">
          <a:xfrm>
            <a:off x="4130675" y="42291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sectors</a:t>
            </a:r>
          </a:p>
        </p:txBody>
      </p:sp>
      <p:sp>
        <p:nvSpPr>
          <p:cNvPr id="14368" name="Line 32"/>
          <p:cNvSpPr>
            <a:spLocks noChangeShapeType="1"/>
          </p:cNvSpPr>
          <p:nvPr/>
        </p:nvSpPr>
        <p:spPr bwMode="auto">
          <a:xfrm flipH="1">
            <a:off x="5349875" y="36195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69" name="Line 33"/>
          <p:cNvSpPr>
            <a:spLocks noChangeShapeType="1"/>
          </p:cNvSpPr>
          <p:nvPr/>
        </p:nvSpPr>
        <p:spPr bwMode="auto">
          <a:xfrm>
            <a:off x="5349875" y="36195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70" name="Line 34"/>
          <p:cNvSpPr>
            <a:spLocks noChangeShapeType="1"/>
          </p:cNvSpPr>
          <p:nvPr/>
        </p:nvSpPr>
        <p:spPr bwMode="auto">
          <a:xfrm flipH="1">
            <a:off x="5349875" y="53721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371" name="Line 35"/>
          <p:cNvSpPr>
            <a:spLocks noChangeShapeType="1"/>
          </p:cNvSpPr>
          <p:nvPr/>
        </p:nvSpPr>
        <p:spPr bwMode="auto">
          <a:xfrm flipH="1">
            <a:off x="4968875" y="44577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632581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304800"/>
            <a:ext cx="7772400" cy="762000"/>
          </a:xfrm>
        </p:spPr>
        <p:txBody>
          <a:bodyPr/>
          <a:lstStyle/>
          <a:p>
            <a:r>
              <a:rPr lang="en-US" altLang="en-US"/>
              <a:t>Mirroring</a:t>
            </a:r>
          </a:p>
        </p:txBody>
      </p:sp>
      <p:sp>
        <p:nvSpPr>
          <p:cNvPr id="7171" name="Rectangle 3"/>
          <p:cNvSpPr>
            <a:spLocks noGrp="1" noChangeArrowheads="1"/>
          </p:cNvSpPr>
          <p:nvPr>
            <p:ph type="body" idx="1"/>
          </p:nvPr>
        </p:nvSpPr>
        <p:spPr>
          <a:xfrm>
            <a:off x="685800" y="1295400"/>
            <a:ext cx="7772400" cy="5029200"/>
          </a:xfrm>
        </p:spPr>
        <p:txBody>
          <a:bodyPr>
            <a:normAutofit fontScale="92500"/>
          </a:bodyPr>
          <a:lstStyle/>
          <a:p>
            <a:pPr>
              <a:buFont typeface="Arial" charset="0"/>
              <a:buChar char="•"/>
              <a:defRPr/>
            </a:pPr>
            <a:r>
              <a:rPr lang="en-US" dirty="0"/>
              <a:t>Keep two copies of data on two separate disks</a:t>
            </a:r>
          </a:p>
          <a:p>
            <a:pPr>
              <a:buFont typeface="Arial" charset="0"/>
              <a:buChar char="•"/>
              <a:defRPr/>
            </a:pPr>
            <a:r>
              <a:rPr lang="en-US" dirty="0"/>
              <a:t>Gives good error recovery</a:t>
            </a:r>
          </a:p>
          <a:p>
            <a:pPr lvl="1">
              <a:buFont typeface="Arial" charset="0"/>
              <a:buChar char="–"/>
              <a:defRPr/>
            </a:pPr>
            <a:r>
              <a:rPr lang="en-US" dirty="0"/>
              <a:t>if some data is lost, get it from the other source</a:t>
            </a:r>
          </a:p>
          <a:p>
            <a:pPr>
              <a:buFont typeface="Arial" charset="0"/>
              <a:buChar char="•"/>
              <a:defRPr/>
            </a:pPr>
            <a:r>
              <a:rPr lang="en-US" dirty="0"/>
              <a:t>Expensive</a:t>
            </a:r>
          </a:p>
          <a:p>
            <a:pPr lvl="1">
              <a:buFont typeface="Arial" charset="0"/>
              <a:buChar char="–"/>
              <a:defRPr/>
            </a:pPr>
            <a:r>
              <a:rPr lang="en-US" dirty="0"/>
              <a:t>requires twice as many disks</a:t>
            </a:r>
          </a:p>
          <a:p>
            <a:pPr>
              <a:buFont typeface="Arial" charset="0"/>
              <a:buChar char="•"/>
              <a:defRPr/>
            </a:pPr>
            <a:r>
              <a:rPr lang="en-US" dirty="0"/>
              <a:t>Write performance can be slow</a:t>
            </a:r>
          </a:p>
          <a:p>
            <a:pPr lvl="1">
              <a:buFont typeface="Arial" charset="0"/>
              <a:buChar char="–"/>
              <a:defRPr/>
            </a:pPr>
            <a:r>
              <a:rPr lang="en-US" dirty="0"/>
              <a:t>have to write data to two different spots</a:t>
            </a:r>
          </a:p>
          <a:p>
            <a:pPr>
              <a:buFont typeface="Arial" charset="0"/>
              <a:buChar char="•"/>
              <a:defRPr/>
            </a:pPr>
            <a:r>
              <a:rPr lang="en-US" dirty="0"/>
              <a:t>Read performance is enhanced</a:t>
            </a:r>
          </a:p>
          <a:p>
            <a:pPr lvl="1">
              <a:buFont typeface="Arial" charset="0"/>
              <a:buChar char="–"/>
              <a:defRPr/>
            </a:pPr>
            <a:r>
              <a:rPr lang="en-US" dirty="0"/>
              <a:t>can read data from file in parallel</a:t>
            </a:r>
          </a:p>
        </p:txBody>
      </p:sp>
    </p:spTree>
    <p:extLst>
      <p:ext uri="{BB962C8B-B14F-4D97-AF65-F5344CB8AC3E}">
        <p14:creationId xmlns:p14="http://schemas.microsoft.com/office/powerpoint/2010/main" val="1495222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228600"/>
            <a:ext cx="7772400" cy="914400"/>
          </a:xfrm>
        </p:spPr>
        <p:txBody>
          <a:bodyPr/>
          <a:lstStyle/>
          <a:p>
            <a:r>
              <a:rPr lang="en-US" altLang="en-US"/>
              <a:t>Parity</a:t>
            </a:r>
          </a:p>
        </p:txBody>
      </p:sp>
      <p:sp>
        <p:nvSpPr>
          <p:cNvPr id="16387" name="Rectangle 3"/>
          <p:cNvSpPr>
            <a:spLocks noGrp="1" noChangeArrowheads="1"/>
          </p:cNvSpPr>
          <p:nvPr>
            <p:ph type="body" idx="1"/>
          </p:nvPr>
        </p:nvSpPr>
        <p:spPr>
          <a:xfrm>
            <a:off x="685800" y="1295400"/>
            <a:ext cx="7772400" cy="5105400"/>
          </a:xfrm>
        </p:spPr>
        <p:txBody>
          <a:bodyPr/>
          <a:lstStyle/>
          <a:p>
            <a:r>
              <a:rPr lang="en-US" altLang="en-US" sz="2800"/>
              <a:t>Way to do error checking and correction</a:t>
            </a:r>
          </a:p>
          <a:p>
            <a:r>
              <a:rPr lang="en-US" altLang="en-US" sz="2800"/>
              <a:t>Add up all the bits that are 1</a:t>
            </a:r>
          </a:p>
          <a:p>
            <a:pPr lvl="1"/>
            <a:r>
              <a:rPr lang="en-US" altLang="en-US" sz="2400"/>
              <a:t>if even number, set parity bit to 0</a:t>
            </a:r>
          </a:p>
          <a:p>
            <a:pPr lvl="1"/>
            <a:r>
              <a:rPr lang="en-US" altLang="en-US" sz="2400"/>
              <a:t>if odd number, set parity bit to 1</a:t>
            </a:r>
          </a:p>
          <a:p>
            <a:r>
              <a:rPr lang="en-US" altLang="en-US" sz="2800"/>
              <a:t>To actually implement this, do an exclusive OR of all the bits being considered</a:t>
            </a:r>
          </a:p>
          <a:p>
            <a:r>
              <a:rPr lang="en-US" altLang="en-US" sz="2800"/>
              <a:t>Consider the following 2 bytes</a:t>
            </a:r>
            <a:endParaRPr lang="en-US" altLang="en-US"/>
          </a:p>
          <a:p>
            <a:pPr>
              <a:buFontTx/>
              <a:buNone/>
            </a:pPr>
            <a:r>
              <a:rPr lang="en-US" altLang="en-US" sz="2400"/>
              <a:t>		</a:t>
            </a:r>
            <a:r>
              <a:rPr lang="en-US" altLang="en-US" sz="2000" u="sng"/>
              <a:t>byte</a:t>
            </a:r>
            <a:r>
              <a:rPr lang="en-US" altLang="en-US" sz="2000"/>
              <a:t>		</a:t>
            </a:r>
            <a:r>
              <a:rPr lang="en-US" altLang="en-US" sz="2000" u="sng"/>
              <a:t>parity</a:t>
            </a:r>
            <a:endParaRPr lang="en-US" altLang="en-US" sz="2000"/>
          </a:p>
          <a:p>
            <a:pPr>
              <a:buFontTx/>
              <a:buNone/>
            </a:pPr>
            <a:r>
              <a:rPr lang="en-US" altLang="en-US" sz="2000"/>
              <a:t>		10110011	    1</a:t>
            </a:r>
          </a:p>
          <a:p>
            <a:pPr>
              <a:buFontTx/>
              <a:buNone/>
            </a:pPr>
            <a:r>
              <a:rPr lang="en-US" altLang="en-US" sz="2000"/>
              <a:t>		01101010	    0</a:t>
            </a:r>
          </a:p>
          <a:p>
            <a:r>
              <a:rPr lang="en-US" altLang="en-US" sz="2800"/>
              <a:t>If a single bit is bad, it is possible to correct it</a:t>
            </a:r>
          </a:p>
        </p:txBody>
      </p:sp>
    </p:spTree>
    <p:extLst>
      <p:ext uri="{BB962C8B-B14F-4D97-AF65-F5344CB8AC3E}">
        <p14:creationId xmlns:p14="http://schemas.microsoft.com/office/powerpoint/2010/main" val="4726346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85800" y="304800"/>
            <a:ext cx="7772400" cy="914400"/>
          </a:xfrm>
        </p:spPr>
        <p:txBody>
          <a:bodyPr/>
          <a:lstStyle/>
          <a:p>
            <a:r>
              <a:rPr lang="en-US" altLang="en-US"/>
              <a:t>RAID Level-0</a:t>
            </a:r>
          </a:p>
        </p:txBody>
      </p:sp>
      <p:sp>
        <p:nvSpPr>
          <p:cNvPr id="17411" name="Rectangle 3"/>
          <p:cNvSpPr>
            <a:spLocks noGrp="1" noChangeArrowheads="1"/>
          </p:cNvSpPr>
          <p:nvPr>
            <p:ph type="body" idx="1"/>
          </p:nvPr>
        </p:nvSpPr>
        <p:spPr>
          <a:xfrm>
            <a:off x="685800" y="1371600"/>
            <a:ext cx="7772400" cy="4876800"/>
          </a:xfrm>
        </p:spPr>
        <p:txBody>
          <a:bodyPr/>
          <a:lstStyle/>
          <a:p>
            <a:r>
              <a:rPr lang="en-US" altLang="en-US"/>
              <a:t>Often called striping</a:t>
            </a:r>
          </a:p>
          <a:p>
            <a:r>
              <a:rPr lang="en-US" altLang="en-US"/>
              <a:t>Break a file into blocks of data</a:t>
            </a:r>
          </a:p>
          <a:p>
            <a:r>
              <a:rPr lang="en-US" altLang="en-US"/>
              <a:t>Stripe the blocks across disks in the system</a:t>
            </a:r>
          </a:p>
          <a:p>
            <a:r>
              <a:rPr lang="en-US" altLang="en-US"/>
              <a:t>Simple to implement</a:t>
            </a:r>
          </a:p>
          <a:p>
            <a:pPr lvl="1"/>
            <a:r>
              <a:rPr lang="en-US" altLang="en-US"/>
              <a:t>disk = file block % number of disks</a:t>
            </a:r>
          </a:p>
          <a:p>
            <a:pPr lvl="1"/>
            <a:r>
              <a:rPr lang="en-US" altLang="en-US"/>
              <a:t>sector = file block / number of disks</a:t>
            </a:r>
          </a:p>
          <a:p>
            <a:r>
              <a:rPr lang="en-US" altLang="en-US"/>
              <a:t>provides no redundancy or error detection</a:t>
            </a:r>
          </a:p>
        </p:txBody>
      </p:sp>
    </p:spTree>
    <p:extLst>
      <p:ext uri="{BB962C8B-B14F-4D97-AF65-F5344CB8AC3E}">
        <p14:creationId xmlns:p14="http://schemas.microsoft.com/office/powerpoint/2010/main" val="33103693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a:t>RAID Level-0</a:t>
            </a:r>
          </a:p>
        </p:txBody>
      </p:sp>
      <p:sp>
        <p:nvSpPr>
          <p:cNvPr id="18435" name="Rectangle 4"/>
          <p:cNvSpPr>
            <a:spLocks noChangeArrowheads="1"/>
          </p:cNvSpPr>
          <p:nvPr/>
        </p:nvSpPr>
        <p:spPr bwMode="auto">
          <a:xfrm>
            <a:off x="1828800" y="2057400"/>
            <a:ext cx="6100763" cy="4556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36" name="Line 5"/>
          <p:cNvSpPr>
            <a:spLocks noChangeShapeType="1"/>
          </p:cNvSpPr>
          <p:nvPr/>
        </p:nvSpPr>
        <p:spPr bwMode="auto">
          <a:xfrm>
            <a:off x="29765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37" name="Line 6"/>
          <p:cNvSpPr>
            <a:spLocks noChangeShapeType="1"/>
          </p:cNvSpPr>
          <p:nvPr/>
        </p:nvSpPr>
        <p:spPr bwMode="auto">
          <a:xfrm>
            <a:off x="41957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38" name="Line 7"/>
          <p:cNvSpPr>
            <a:spLocks noChangeShapeType="1"/>
          </p:cNvSpPr>
          <p:nvPr/>
        </p:nvSpPr>
        <p:spPr bwMode="auto">
          <a:xfrm>
            <a:off x="54911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39" name="Text Box 8"/>
          <p:cNvSpPr txBox="1">
            <a:spLocks noChangeArrowheads="1"/>
          </p:cNvSpPr>
          <p:nvPr/>
        </p:nvSpPr>
        <p:spPr bwMode="auto">
          <a:xfrm>
            <a:off x="685800" y="20574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file data</a:t>
            </a:r>
          </a:p>
        </p:txBody>
      </p:sp>
      <p:sp>
        <p:nvSpPr>
          <p:cNvPr id="18440" name="Text Box 9"/>
          <p:cNvSpPr txBox="1">
            <a:spLocks noChangeArrowheads="1"/>
          </p:cNvSpPr>
          <p:nvPr/>
        </p:nvSpPr>
        <p:spPr bwMode="auto">
          <a:xfrm>
            <a:off x="32004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1</a:t>
            </a:r>
          </a:p>
        </p:txBody>
      </p:sp>
      <p:sp>
        <p:nvSpPr>
          <p:cNvPr id="18441" name="Text Box 10"/>
          <p:cNvSpPr txBox="1">
            <a:spLocks noChangeArrowheads="1"/>
          </p:cNvSpPr>
          <p:nvPr/>
        </p:nvSpPr>
        <p:spPr bwMode="auto">
          <a:xfrm>
            <a:off x="19812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0</a:t>
            </a:r>
          </a:p>
        </p:txBody>
      </p:sp>
      <p:sp>
        <p:nvSpPr>
          <p:cNvPr id="18442" name="Text Box 11"/>
          <p:cNvSpPr txBox="1">
            <a:spLocks noChangeArrowheads="1"/>
          </p:cNvSpPr>
          <p:nvPr/>
        </p:nvSpPr>
        <p:spPr bwMode="auto">
          <a:xfrm>
            <a:off x="44196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2</a:t>
            </a:r>
          </a:p>
        </p:txBody>
      </p:sp>
      <p:sp>
        <p:nvSpPr>
          <p:cNvPr id="18443" name="Text Box 12"/>
          <p:cNvSpPr txBox="1">
            <a:spLocks noChangeArrowheads="1"/>
          </p:cNvSpPr>
          <p:nvPr/>
        </p:nvSpPr>
        <p:spPr bwMode="auto">
          <a:xfrm>
            <a:off x="57150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3</a:t>
            </a:r>
          </a:p>
        </p:txBody>
      </p:sp>
      <p:sp>
        <p:nvSpPr>
          <p:cNvPr id="18444" name="Line 13"/>
          <p:cNvSpPr>
            <a:spLocks noChangeShapeType="1"/>
          </p:cNvSpPr>
          <p:nvPr/>
        </p:nvSpPr>
        <p:spPr bwMode="auto">
          <a:xfrm>
            <a:off x="6705600" y="205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45" name="Text Box 14"/>
          <p:cNvSpPr txBox="1">
            <a:spLocks noChangeArrowheads="1"/>
          </p:cNvSpPr>
          <p:nvPr/>
        </p:nvSpPr>
        <p:spPr bwMode="auto">
          <a:xfrm>
            <a:off x="68580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4</a:t>
            </a:r>
          </a:p>
        </p:txBody>
      </p:sp>
      <p:sp>
        <p:nvSpPr>
          <p:cNvPr id="18446" name="Oval 17"/>
          <p:cNvSpPr>
            <a:spLocks noChangeArrowheads="1"/>
          </p:cNvSpPr>
          <p:nvPr/>
        </p:nvSpPr>
        <p:spPr bwMode="auto">
          <a:xfrm>
            <a:off x="2133600" y="3200400"/>
            <a:ext cx="17526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47" name="Line 18"/>
          <p:cNvSpPr>
            <a:spLocks noChangeShapeType="1"/>
          </p:cNvSpPr>
          <p:nvPr/>
        </p:nvSpPr>
        <p:spPr bwMode="auto">
          <a:xfrm>
            <a:off x="2133600" y="3352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48" name="Line 19"/>
          <p:cNvSpPr>
            <a:spLocks noChangeShapeType="1"/>
          </p:cNvSpPr>
          <p:nvPr/>
        </p:nvSpPr>
        <p:spPr bwMode="auto">
          <a:xfrm>
            <a:off x="3886200" y="3352800"/>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49" name="Freeform 20"/>
          <p:cNvSpPr>
            <a:spLocks/>
          </p:cNvSpPr>
          <p:nvPr/>
        </p:nvSpPr>
        <p:spPr bwMode="auto">
          <a:xfrm>
            <a:off x="2133600" y="5486400"/>
            <a:ext cx="1752600" cy="304800"/>
          </a:xfrm>
          <a:custGeom>
            <a:avLst/>
            <a:gdLst>
              <a:gd name="T0" fmla="*/ 0 w 776"/>
              <a:gd name="T1" fmla="*/ 0 h 144"/>
              <a:gd name="T2" fmla="*/ 216816 w 776"/>
              <a:gd name="T3" fmla="*/ 203200 h 144"/>
              <a:gd name="T4" fmla="*/ 975674 w 776"/>
              <a:gd name="T5" fmla="*/ 304800 h 144"/>
              <a:gd name="T6" fmla="*/ 1626124 w 776"/>
              <a:gd name="T7" fmla="*/ 203200 h 144"/>
              <a:gd name="T8" fmla="*/ 1734532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50" name="Text Box 21"/>
          <p:cNvSpPr txBox="1">
            <a:spLocks noChangeArrowheads="1"/>
          </p:cNvSpPr>
          <p:nvPr/>
        </p:nvSpPr>
        <p:spPr bwMode="auto">
          <a:xfrm>
            <a:off x="2667000" y="5867400"/>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0</a:t>
            </a:r>
          </a:p>
        </p:txBody>
      </p:sp>
      <p:sp>
        <p:nvSpPr>
          <p:cNvPr id="18451" name="Oval 29"/>
          <p:cNvSpPr>
            <a:spLocks noChangeArrowheads="1"/>
          </p:cNvSpPr>
          <p:nvPr/>
        </p:nvSpPr>
        <p:spPr bwMode="auto">
          <a:xfrm>
            <a:off x="5486400" y="3200400"/>
            <a:ext cx="17526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52" name="Line 30"/>
          <p:cNvSpPr>
            <a:spLocks noChangeShapeType="1"/>
          </p:cNvSpPr>
          <p:nvPr/>
        </p:nvSpPr>
        <p:spPr bwMode="auto">
          <a:xfrm>
            <a:off x="5486400" y="3352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53" name="Line 31"/>
          <p:cNvSpPr>
            <a:spLocks noChangeShapeType="1"/>
          </p:cNvSpPr>
          <p:nvPr/>
        </p:nvSpPr>
        <p:spPr bwMode="auto">
          <a:xfrm>
            <a:off x="7239000" y="3352800"/>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54" name="Freeform 32"/>
          <p:cNvSpPr>
            <a:spLocks/>
          </p:cNvSpPr>
          <p:nvPr/>
        </p:nvSpPr>
        <p:spPr bwMode="auto">
          <a:xfrm>
            <a:off x="5486400" y="5486400"/>
            <a:ext cx="1752600" cy="304800"/>
          </a:xfrm>
          <a:custGeom>
            <a:avLst/>
            <a:gdLst>
              <a:gd name="T0" fmla="*/ 0 w 776"/>
              <a:gd name="T1" fmla="*/ 0 h 144"/>
              <a:gd name="T2" fmla="*/ 216816 w 776"/>
              <a:gd name="T3" fmla="*/ 203200 h 144"/>
              <a:gd name="T4" fmla="*/ 975674 w 776"/>
              <a:gd name="T5" fmla="*/ 304800 h 144"/>
              <a:gd name="T6" fmla="*/ 1626124 w 776"/>
              <a:gd name="T7" fmla="*/ 203200 h 144"/>
              <a:gd name="T8" fmla="*/ 1734532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55" name="Text Box 33"/>
          <p:cNvSpPr txBox="1">
            <a:spLocks noChangeArrowheads="1"/>
          </p:cNvSpPr>
          <p:nvPr/>
        </p:nvSpPr>
        <p:spPr bwMode="auto">
          <a:xfrm>
            <a:off x="6019800" y="5867400"/>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1</a:t>
            </a:r>
          </a:p>
        </p:txBody>
      </p:sp>
      <p:sp>
        <p:nvSpPr>
          <p:cNvPr id="18456" name="Text Box 35"/>
          <p:cNvSpPr txBox="1">
            <a:spLocks noChangeArrowheads="1"/>
          </p:cNvSpPr>
          <p:nvPr/>
        </p:nvSpPr>
        <p:spPr bwMode="auto">
          <a:xfrm>
            <a:off x="2117725" y="3543300"/>
            <a:ext cx="1263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block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     block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     block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457" name="Text Box 36"/>
          <p:cNvSpPr txBox="1">
            <a:spLocks noChangeArrowheads="1"/>
          </p:cNvSpPr>
          <p:nvPr/>
        </p:nvSpPr>
        <p:spPr bwMode="auto">
          <a:xfrm>
            <a:off x="762000" y="41910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sectors</a:t>
            </a:r>
          </a:p>
        </p:txBody>
      </p:sp>
      <p:sp>
        <p:nvSpPr>
          <p:cNvPr id="18458" name="Line 37"/>
          <p:cNvSpPr>
            <a:spLocks noChangeShapeType="1"/>
          </p:cNvSpPr>
          <p:nvPr/>
        </p:nvSpPr>
        <p:spPr bwMode="auto">
          <a:xfrm flipH="1">
            <a:off x="1981200" y="35814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59" name="Line 38"/>
          <p:cNvSpPr>
            <a:spLocks noChangeShapeType="1"/>
          </p:cNvSpPr>
          <p:nvPr/>
        </p:nvSpPr>
        <p:spPr bwMode="auto">
          <a:xfrm>
            <a:off x="1981200" y="35814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60" name="Line 39"/>
          <p:cNvSpPr>
            <a:spLocks noChangeShapeType="1"/>
          </p:cNvSpPr>
          <p:nvPr/>
        </p:nvSpPr>
        <p:spPr bwMode="auto">
          <a:xfrm flipH="1">
            <a:off x="1981200" y="53340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61" name="Line 40"/>
          <p:cNvSpPr>
            <a:spLocks noChangeShapeType="1"/>
          </p:cNvSpPr>
          <p:nvPr/>
        </p:nvSpPr>
        <p:spPr bwMode="auto">
          <a:xfrm flipH="1">
            <a:off x="1600200" y="44196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62" name="Text Box 41"/>
          <p:cNvSpPr txBox="1">
            <a:spLocks noChangeArrowheads="1"/>
          </p:cNvSpPr>
          <p:nvPr/>
        </p:nvSpPr>
        <p:spPr bwMode="auto">
          <a:xfrm>
            <a:off x="5486400" y="3581400"/>
            <a:ext cx="1263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block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     block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18463" name="Text Box 42"/>
          <p:cNvSpPr txBox="1">
            <a:spLocks noChangeArrowheads="1"/>
          </p:cNvSpPr>
          <p:nvPr/>
        </p:nvSpPr>
        <p:spPr bwMode="auto">
          <a:xfrm>
            <a:off x="4130675" y="42291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sectors</a:t>
            </a:r>
          </a:p>
        </p:txBody>
      </p:sp>
      <p:sp>
        <p:nvSpPr>
          <p:cNvPr id="18464" name="Line 43"/>
          <p:cNvSpPr>
            <a:spLocks noChangeShapeType="1"/>
          </p:cNvSpPr>
          <p:nvPr/>
        </p:nvSpPr>
        <p:spPr bwMode="auto">
          <a:xfrm flipH="1">
            <a:off x="5349875" y="36195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65" name="Line 44"/>
          <p:cNvSpPr>
            <a:spLocks noChangeShapeType="1"/>
          </p:cNvSpPr>
          <p:nvPr/>
        </p:nvSpPr>
        <p:spPr bwMode="auto">
          <a:xfrm>
            <a:off x="5349875" y="36195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66" name="Line 45"/>
          <p:cNvSpPr>
            <a:spLocks noChangeShapeType="1"/>
          </p:cNvSpPr>
          <p:nvPr/>
        </p:nvSpPr>
        <p:spPr bwMode="auto">
          <a:xfrm flipH="1">
            <a:off x="5349875" y="53721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467" name="Line 46"/>
          <p:cNvSpPr>
            <a:spLocks noChangeShapeType="1"/>
          </p:cNvSpPr>
          <p:nvPr/>
        </p:nvSpPr>
        <p:spPr bwMode="auto">
          <a:xfrm flipH="1">
            <a:off x="4968875" y="44577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992494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altLang="en-US"/>
              <a:t>Data Mapping For RAID 0</a:t>
            </a:r>
          </a:p>
        </p:txBody>
      </p:sp>
      <p:pic>
        <p:nvPicPr>
          <p:cNvPr id="19459" name="Picture 4"/>
          <p:cNvPicPr>
            <a:picLocks noChangeAspect="1" noChangeArrowheads="1"/>
          </p:cNvPicPr>
          <p:nvPr/>
        </p:nvPicPr>
        <p:blipFill>
          <a:blip r:embed="rId2">
            <a:extLst>
              <a:ext uri="{28A0092B-C50C-407E-A947-70E740481C1C}">
                <a14:useLocalDpi xmlns:a14="http://schemas.microsoft.com/office/drawing/2010/main" val="0"/>
              </a:ext>
            </a:extLst>
          </a:blip>
          <a:srcRect l="6512" t="6503" r="18588" b="18600"/>
          <a:stretch>
            <a:fillRect/>
          </a:stretch>
        </p:blipFill>
        <p:spPr bwMode="auto">
          <a:xfrm>
            <a:off x="914400" y="1066800"/>
            <a:ext cx="7010400" cy="541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05118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85800" y="609600"/>
            <a:ext cx="7772400" cy="762000"/>
          </a:xfrm>
        </p:spPr>
        <p:txBody>
          <a:bodyPr/>
          <a:lstStyle/>
          <a:p>
            <a:r>
              <a:rPr lang="en-US" altLang="en-US"/>
              <a:t>RAID Level-1</a:t>
            </a:r>
          </a:p>
        </p:txBody>
      </p:sp>
      <p:sp>
        <p:nvSpPr>
          <p:cNvPr id="20483" name="Rectangle 3"/>
          <p:cNvSpPr>
            <a:spLocks noGrp="1" noChangeArrowheads="1"/>
          </p:cNvSpPr>
          <p:nvPr>
            <p:ph type="body" idx="1"/>
          </p:nvPr>
        </p:nvSpPr>
        <p:spPr>
          <a:xfrm>
            <a:off x="685800" y="1752600"/>
            <a:ext cx="7772400" cy="4495800"/>
          </a:xfrm>
        </p:spPr>
        <p:txBody>
          <a:bodyPr/>
          <a:lstStyle/>
          <a:p>
            <a:r>
              <a:rPr lang="en-US" altLang="en-US" sz="2800"/>
              <a:t>A complete file is stored on a single disk</a:t>
            </a:r>
          </a:p>
          <a:p>
            <a:r>
              <a:rPr lang="en-US" altLang="en-US" sz="2800"/>
              <a:t>A second disk contains an exact copy of the file</a:t>
            </a:r>
          </a:p>
          <a:p>
            <a:r>
              <a:rPr lang="en-US" altLang="en-US" sz="2800"/>
              <a:t>Provides complete redundancy of data</a:t>
            </a:r>
          </a:p>
          <a:p>
            <a:r>
              <a:rPr lang="en-US" altLang="en-US" sz="2800"/>
              <a:t>Read performance can be improved</a:t>
            </a:r>
          </a:p>
          <a:p>
            <a:pPr lvl="1"/>
            <a:r>
              <a:rPr lang="en-US" altLang="en-US" sz="2400"/>
              <a:t>file data can be read in parallel</a:t>
            </a:r>
          </a:p>
          <a:p>
            <a:r>
              <a:rPr lang="en-US" altLang="en-US" sz="2800"/>
              <a:t>Write performance suffers</a:t>
            </a:r>
          </a:p>
          <a:p>
            <a:pPr lvl="1"/>
            <a:r>
              <a:rPr lang="en-US" altLang="en-US" sz="2400"/>
              <a:t>must write the data out twice</a:t>
            </a:r>
          </a:p>
          <a:p>
            <a:r>
              <a:rPr lang="en-US" altLang="en-US" sz="2800"/>
              <a:t>Most expensive RAID implementation</a:t>
            </a:r>
          </a:p>
          <a:p>
            <a:pPr lvl="1"/>
            <a:r>
              <a:rPr lang="en-US" altLang="en-US" sz="2400"/>
              <a:t>requires twice as much storage space</a:t>
            </a:r>
          </a:p>
        </p:txBody>
      </p:sp>
    </p:spTree>
    <p:extLst>
      <p:ext uri="{BB962C8B-B14F-4D97-AF65-F5344CB8AC3E}">
        <p14:creationId xmlns:p14="http://schemas.microsoft.com/office/powerpoint/2010/main" val="35218151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609600"/>
            <a:ext cx="7772400" cy="838200"/>
          </a:xfrm>
        </p:spPr>
        <p:txBody>
          <a:bodyPr/>
          <a:lstStyle/>
          <a:p>
            <a:r>
              <a:rPr lang="en-US" altLang="en-US"/>
              <a:t>RAID Level-1</a:t>
            </a:r>
          </a:p>
        </p:txBody>
      </p:sp>
      <p:sp>
        <p:nvSpPr>
          <p:cNvPr id="21507" name="Rectangle 3"/>
          <p:cNvSpPr>
            <a:spLocks noChangeArrowheads="1"/>
          </p:cNvSpPr>
          <p:nvPr/>
        </p:nvSpPr>
        <p:spPr bwMode="auto">
          <a:xfrm>
            <a:off x="1828800" y="2057400"/>
            <a:ext cx="6100763" cy="4556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08" name="Line 4"/>
          <p:cNvSpPr>
            <a:spLocks noChangeShapeType="1"/>
          </p:cNvSpPr>
          <p:nvPr/>
        </p:nvSpPr>
        <p:spPr bwMode="auto">
          <a:xfrm>
            <a:off x="29765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09" name="Line 5"/>
          <p:cNvSpPr>
            <a:spLocks noChangeShapeType="1"/>
          </p:cNvSpPr>
          <p:nvPr/>
        </p:nvSpPr>
        <p:spPr bwMode="auto">
          <a:xfrm>
            <a:off x="41957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10" name="Line 6"/>
          <p:cNvSpPr>
            <a:spLocks noChangeShapeType="1"/>
          </p:cNvSpPr>
          <p:nvPr/>
        </p:nvSpPr>
        <p:spPr bwMode="auto">
          <a:xfrm>
            <a:off x="5491163" y="2055813"/>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11" name="Text Box 7"/>
          <p:cNvSpPr txBox="1">
            <a:spLocks noChangeArrowheads="1"/>
          </p:cNvSpPr>
          <p:nvPr/>
        </p:nvSpPr>
        <p:spPr bwMode="auto">
          <a:xfrm>
            <a:off x="685800" y="2057400"/>
            <a:ext cx="927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file data</a:t>
            </a:r>
          </a:p>
        </p:txBody>
      </p:sp>
      <p:sp>
        <p:nvSpPr>
          <p:cNvPr id="21512" name="Text Box 8"/>
          <p:cNvSpPr txBox="1">
            <a:spLocks noChangeArrowheads="1"/>
          </p:cNvSpPr>
          <p:nvPr/>
        </p:nvSpPr>
        <p:spPr bwMode="auto">
          <a:xfrm>
            <a:off x="32004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1</a:t>
            </a:r>
          </a:p>
        </p:txBody>
      </p:sp>
      <p:sp>
        <p:nvSpPr>
          <p:cNvPr id="21513" name="Text Box 9"/>
          <p:cNvSpPr txBox="1">
            <a:spLocks noChangeArrowheads="1"/>
          </p:cNvSpPr>
          <p:nvPr/>
        </p:nvSpPr>
        <p:spPr bwMode="auto">
          <a:xfrm>
            <a:off x="19812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0</a:t>
            </a:r>
          </a:p>
        </p:txBody>
      </p:sp>
      <p:sp>
        <p:nvSpPr>
          <p:cNvPr id="21514" name="Text Box 10"/>
          <p:cNvSpPr txBox="1">
            <a:spLocks noChangeArrowheads="1"/>
          </p:cNvSpPr>
          <p:nvPr/>
        </p:nvSpPr>
        <p:spPr bwMode="auto">
          <a:xfrm>
            <a:off x="44196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2</a:t>
            </a:r>
          </a:p>
        </p:txBody>
      </p:sp>
      <p:sp>
        <p:nvSpPr>
          <p:cNvPr id="21515" name="Text Box 11"/>
          <p:cNvSpPr txBox="1">
            <a:spLocks noChangeArrowheads="1"/>
          </p:cNvSpPr>
          <p:nvPr/>
        </p:nvSpPr>
        <p:spPr bwMode="auto">
          <a:xfrm>
            <a:off x="57150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3</a:t>
            </a:r>
          </a:p>
        </p:txBody>
      </p:sp>
      <p:sp>
        <p:nvSpPr>
          <p:cNvPr id="21516" name="Line 12"/>
          <p:cNvSpPr>
            <a:spLocks noChangeShapeType="1"/>
          </p:cNvSpPr>
          <p:nvPr/>
        </p:nvSpPr>
        <p:spPr bwMode="auto">
          <a:xfrm>
            <a:off x="6705600" y="205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17" name="Text Box 13"/>
          <p:cNvSpPr txBox="1">
            <a:spLocks noChangeArrowheads="1"/>
          </p:cNvSpPr>
          <p:nvPr/>
        </p:nvSpPr>
        <p:spPr bwMode="auto">
          <a:xfrm>
            <a:off x="6858000" y="2057400"/>
            <a:ext cx="86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block 4</a:t>
            </a:r>
          </a:p>
        </p:txBody>
      </p:sp>
      <p:sp>
        <p:nvSpPr>
          <p:cNvPr id="21518" name="Oval 14"/>
          <p:cNvSpPr>
            <a:spLocks noChangeArrowheads="1"/>
          </p:cNvSpPr>
          <p:nvPr/>
        </p:nvSpPr>
        <p:spPr bwMode="auto">
          <a:xfrm>
            <a:off x="2133600" y="3200400"/>
            <a:ext cx="17526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19" name="Line 15"/>
          <p:cNvSpPr>
            <a:spLocks noChangeShapeType="1"/>
          </p:cNvSpPr>
          <p:nvPr/>
        </p:nvSpPr>
        <p:spPr bwMode="auto">
          <a:xfrm>
            <a:off x="2133600" y="3352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0" name="Line 16"/>
          <p:cNvSpPr>
            <a:spLocks noChangeShapeType="1"/>
          </p:cNvSpPr>
          <p:nvPr/>
        </p:nvSpPr>
        <p:spPr bwMode="auto">
          <a:xfrm>
            <a:off x="3886200" y="3352800"/>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1" name="Freeform 17"/>
          <p:cNvSpPr>
            <a:spLocks/>
          </p:cNvSpPr>
          <p:nvPr/>
        </p:nvSpPr>
        <p:spPr bwMode="auto">
          <a:xfrm>
            <a:off x="2133600" y="5486400"/>
            <a:ext cx="1752600" cy="304800"/>
          </a:xfrm>
          <a:custGeom>
            <a:avLst/>
            <a:gdLst>
              <a:gd name="T0" fmla="*/ 0 w 776"/>
              <a:gd name="T1" fmla="*/ 0 h 144"/>
              <a:gd name="T2" fmla="*/ 216816 w 776"/>
              <a:gd name="T3" fmla="*/ 203200 h 144"/>
              <a:gd name="T4" fmla="*/ 975674 w 776"/>
              <a:gd name="T5" fmla="*/ 304800 h 144"/>
              <a:gd name="T6" fmla="*/ 1626124 w 776"/>
              <a:gd name="T7" fmla="*/ 203200 h 144"/>
              <a:gd name="T8" fmla="*/ 1734532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2" name="Text Box 18"/>
          <p:cNvSpPr txBox="1">
            <a:spLocks noChangeArrowheads="1"/>
          </p:cNvSpPr>
          <p:nvPr/>
        </p:nvSpPr>
        <p:spPr bwMode="auto">
          <a:xfrm>
            <a:off x="2667000" y="5867400"/>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0</a:t>
            </a:r>
          </a:p>
        </p:txBody>
      </p:sp>
      <p:sp>
        <p:nvSpPr>
          <p:cNvPr id="21523" name="Oval 19"/>
          <p:cNvSpPr>
            <a:spLocks noChangeArrowheads="1"/>
          </p:cNvSpPr>
          <p:nvPr/>
        </p:nvSpPr>
        <p:spPr bwMode="auto">
          <a:xfrm>
            <a:off x="5486400" y="3200400"/>
            <a:ext cx="17526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4" name="Line 20"/>
          <p:cNvSpPr>
            <a:spLocks noChangeShapeType="1"/>
          </p:cNvSpPr>
          <p:nvPr/>
        </p:nvSpPr>
        <p:spPr bwMode="auto">
          <a:xfrm>
            <a:off x="5486400" y="33528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5" name="Line 21"/>
          <p:cNvSpPr>
            <a:spLocks noChangeShapeType="1"/>
          </p:cNvSpPr>
          <p:nvPr/>
        </p:nvSpPr>
        <p:spPr bwMode="auto">
          <a:xfrm>
            <a:off x="7239000" y="3352800"/>
            <a:ext cx="0" cy="2209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6" name="Freeform 22"/>
          <p:cNvSpPr>
            <a:spLocks/>
          </p:cNvSpPr>
          <p:nvPr/>
        </p:nvSpPr>
        <p:spPr bwMode="auto">
          <a:xfrm>
            <a:off x="5486400" y="5486400"/>
            <a:ext cx="1752600" cy="304800"/>
          </a:xfrm>
          <a:custGeom>
            <a:avLst/>
            <a:gdLst>
              <a:gd name="T0" fmla="*/ 0 w 776"/>
              <a:gd name="T1" fmla="*/ 0 h 144"/>
              <a:gd name="T2" fmla="*/ 216816 w 776"/>
              <a:gd name="T3" fmla="*/ 203200 h 144"/>
              <a:gd name="T4" fmla="*/ 975674 w 776"/>
              <a:gd name="T5" fmla="*/ 304800 h 144"/>
              <a:gd name="T6" fmla="*/ 1626124 w 776"/>
              <a:gd name="T7" fmla="*/ 203200 h 144"/>
              <a:gd name="T8" fmla="*/ 1734532 w 776"/>
              <a:gd name="T9" fmla="*/ 0 h 144"/>
              <a:gd name="T10" fmla="*/ 0 60000 65536"/>
              <a:gd name="T11" fmla="*/ 0 60000 65536"/>
              <a:gd name="T12" fmla="*/ 0 60000 65536"/>
              <a:gd name="T13" fmla="*/ 0 60000 65536"/>
              <a:gd name="T14" fmla="*/ 0 60000 65536"/>
              <a:gd name="T15" fmla="*/ 0 w 776"/>
              <a:gd name="T16" fmla="*/ 0 h 144"/>
              <a:gd name="T17" fmla="*/ 776 w 776"/>
              <a:gd name="T18" fmla="*/ 144 h 144"/>
            </a:gdLst>
            <a:ahLst/>
            <a:cxnLst>
              <a:cxn ang="T10">
                <a:pos x="T0" y="T1"/>
              </a:cxn>
              <a:cxn ang="T11">
                <a:pos x="T2" y="T3"/>
              </a:cxn>
              <a:cxn ang="T12">
                <a:pos x="T4" y="T5"/>
              </a:cxn>
              <a:cxn ang="T13">
                <a:pos x="T6" y="T7"/>
              </a:cxn>
              <a:cxn ang="T14">
                <a:pos x="T8" y="T9"/>
              </a:cxn>
            </a:cxnLst>
            <a:rect l="T15" t="T16" r="T17" b="T18"/>
            <a:pathLst>
              <a:path w="776" h="144">
                <a:moveTo>
                  <a:pt x="0" y="0"/>
                </a:moveTo>
                <a:cubicBezTo>
                  <a:pt x="12" y="36"/>
                  <a:pt x="24" y="72"/>
                  <a:pt x="96" y="96"/>
                </a:cubicBezTo>
                <a:cubicBezTo>
                  <a:pt x="168" y="120"/>
                  <a:pt x="328" y="144"/>
                  <a:pt x="432" y="144"/>
                </a:cubicBezTo>
                <a:cubicBezTo>
                  <a:pt x="536" y="144"/>
                  <a:pt x="664" y="120"/>
                  <a:pt x="720" y="96"/>
                </a:cubicBezTo>
                <a:cubicBezTo>
                  <a:pt x="776" y="72"/>
                  <a:pt x="772" y="36"/>
                  <a:pt x="76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27" name="Text Box 23"/>
          <p:cNvSpPr txBox="1">
            <a:spLocks noChangeArrowheads="1"/>
          </p:cNvSpPr>
          <p:nvPr/>
        </p:nvSpPr>
        <p:spPr bwMode="auto">
          <a:xfrm>
            <a:off x="6019800" y="5867400"/>
            <a:ext cx="787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Disk 1</a:t>
            </a:r>
          </a:p>
        </p:txBody>
      </p:sp>
      <p:sp>
        <p:nvSpPr>
          <p:cNvPr id="21528" name="Text Box 24"/>
          <p:cNvSpPr txBox="1">
            <a:spLocks noChangeArrowheads="1"/>
          </p:cNvSpPr>
          <p:nvPr/>
        </p:nvSpPr>
        <p:spPr bwMode="auto">
          <a:xfrm>
            <a:off x="2117725" y="3543300"/>
            <a:ext cx="1263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block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     block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     block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     block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     block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1529" name="Text Box 25"/>
          <p:cNvSpPr txBox="1">
            <a:spLocks noChangeArrowheads="1"/>
          </p:cNvSpPr>
          <p:nvPr/>
        </p:nvSpPr>
        <p:spPr bwMode="auto">
          <a:xfrm>
            <a:off x="762000" y="41910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sectors</a:t>
            </a:r>
          </a:p>
        </p:txBody>
      </p:sp>
      <p:sp>
        <p:nvSpPr>
          <p:cNvPr id="21530" name="Line 26"/>
          <p:cNvSpPr>
            <a:spLocks noChangeShapeType="1"/>
          </p:cNvSpPr>
          <p:nvPr/>
        </p:nvSpPr>
        <p:spPr bwMode="auto">
          <a:xfrm flipH="1">
            <a:off x="1981200" y="35814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1" name="Line 27"/>
          <p:cNvSpPr>
            <a:spLocks noChangeShapeType="1"/>
          </p:cNvSpPr>
          <p:nvPr/>
        </p:nvSpPr>
        <p:spPr bwMode="auto">
          <a:xfrm>
            <a:off x="1981200" y="35814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2" name="Line 28"/>
          <p:cNvSpPr>
            <a:spLocks noChangeShapeType="1"/>
          </p:cNvSpPr>
          <p:nvPr/>
        </p:nvSpPr>
        <p:spPr bwMode="auto">
          <a:xfrm flipH="1">
            <a:off x="1981200" y="53340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3" name="Line 29"/>
          <p:cNvSpPr>
            <a:spLocks noChangeShapeType="1"/>
          </p:cNvSpPr>
          <p:nvPr/>
        </p:nvSpPr>
        <p:spPr bwMode="auto">
          <a:xfrm flipH="1">
            <a:off x="1600200" y="44196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4" name="Text Box 30"/>
          <p:cNvSpPr txBox="1">
            <a:spLocks noChangeArrowheads="1"/>
          </p:cNvSpPr>
          <p:nvPr/>
        </p:nvSpPr>
        <p:spPr bwMode="auto">
          <a:xfrm>
            <a:off x="5486400" y="3581400"/>
            <a:ext cx="12636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0     block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1     block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2     block 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3     block 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4     block 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5</a:t>
            </a:r>
          </a:p>
        </p:txBody>
      </p:sp>
      <p:sp>
        <p:nvSpPr>
          <p:cNvPr id="21535" name="Text Box 31"/>
          <p:cNvSpPr txBox="1">
            <a:spLocks noChangeArrowheads="1"/>
          </p:cNvSpPr>
          <p:nvPr/>
        </p:nvSpPr>
        <p:spPr bwMode="auto">
          <a:xfrm>
            <a:off x="4130675" y="4229100"/>
            <a:ext cx="819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sectors</a:t>
            </a:r>
          </a:p>
        </p:txBody>
      </p:sp>
      <p:sp>
        <p:nvSpPr>
          <p:cNvPr id="21536" name="Line 32"/>
          <p:cNvSpPr>
            <a:spLocks noChangeShapeType="1"/>
          </p:cNvSpPr>
          <p:nvPr/>
        </p:nvSpPr>
        <p:spPr bwMode="auto">
          <a:xfrm flipH="1">
            <a:off x="5349875" y="36195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7" name="Line 33"/>
          <p:cNvSpPr>
            <a:spLocks noChangeShapeType="1"/>
          </p:cNvSpPr>
          <p:nvPr/>
        </p:nvSpPr>
        <p:spPr bwMode="auto">
          <a:xfrm>
            <a:off x="5349875" y="36195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8" name="Line 34"/>
          <p:cNvSpPr>
            <a:spLocks noChangeShapeType="1"/>
          </p:cNvSpPr>
          <p:nvPr/>
        </p:nvSpPr>
        <p:spPr bwMode="auto">
          <a:xfrm flipH="1">
            <a:off x="5349875" y="5372100"/>
            <a:ext cx="304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539" name="Line 35"/>
          <p:cNvSpPr>
            <a:spLocks noChangeShapeType="1"/>
          </p:cNvSpPr>
          <p:nvPr/>
        </p:nvSpPr>
        <p:spPr bwMode="auto">
          <a:xfrm flipH="1">
            <a:off x="4968875" y="44577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1553775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a:t>RAID Level 2</a:t>
            </a:r>
          </a:p>
        </p:txBody>
      </p:sp>
      <p:sp>
        <p:nvSpPr>
          <p:cNvPr id="22531" name="Rectangle 3"/>
          <p:cNvSpPr>
            <a:spLocks noGrp="1" noChangeArrowheads="1"/>
          </p:cNvSpPr>
          <p:nvPr>
            <p:ph type="body" idx="1"/>
          </p:nvPr>
        </p:nvSpPr>
        <p:spPr>
          <a:xfrm>
            <a:off x="0" y="1676400"/>
            <a:ext cx="8915400" cy="4495800"/>
          </a:xfrm>
        </p:spPr>
        <p:txBody>
          <a:bodyPr/>
          <a:lstStyle/>
          <a:p>
            <a:pPr>
              <a:lnSpc>
                <a:spcPct val="90000"/>
              </a:lnSpc>
              <a:buFont typeface="Wingdings" panose="05000000000000000000" pitchFamily="2" charset="2"/>
              <a:buChar char="q"/>
            </a:pPr>
            <a:r>
              <a:rPr lang="en-US" altLang="en-US" sz="2400"/>
              <a:t>Uses Bit-level striping with Hamming codes for ECC</a:t>
            </a:r>
          </a:p>
          <a:p>
            <a:pPr>
              <a:lnSpc>
                <a:spcPct val="90000"/>
              </a:lnSpc>
              <a:buFont typeface="Wingdings" panose="05000000000000000000" pitchFamily="2" charset="2"/>
              <a:buChar char="q"/>
            </a:pPr>
            <a:r>
              <a:rPr lang="en-US" altLang="en-US" sz="2400"/>
              <a:t>Number of disks required depends on exact implementation</a:t>
            </a:r>
          </a:p>
          <a:p>
            <a:pPr>
              <a:lnSpc>
                <a:spcPct val="90000"/>
              </a:lnSpc>
              <a:buFont typeface="Wingdings" panose="05000000000000000000" pitchFamily="2" charset="2"/>
              <a:buChar char="q"/>
            </a:pPr>
            <a:r>
              <a:rPr lang="en-US" altLang="en-US" sz="2400"/>
              <a:t>Only fair fault tolerance</a:t>
            </a:r>
          </a:p>
          <a:p>
            <a:pPr>
              <a:lnSpc>
                <a:spcPct val="90000"/>
              </a:lnSpc>
              <a:buFont typeface="Wingdings" panose="05000000000000000000" pitchFamily="2" charset="2"/>
              <a:buChar char="q"/>
            </a:pPr>
            <a:r>
              <a:rPr lang="en-US" altLang="en-US" sz="2400"/>
              <a:t>Advantages</a:t>
            </a:r>
          </a:p>
          <a:p>
            <a:pPr lvl="1">
              <a:lnSpc>
                <a:spcPct val="90000"/>
              </a:lnSpc>
              <a:buFont typeface="Wingdings" panose="05000000000000000000" pitchFamily="2" charset="2"/>
              <a:buChar char="Ø"/>
            </a:pPr>
            <a:r>
              <a:rPr lang="en-US" altLang="en-US" sz="2000"/>
              <a:t>Random Read performance=fair</a:t>
            </a:r>
          </a:p>
          <a:p>
            <a:pPr lvl="1">
              <a:lnSpc>
                <a:spcPct val="90000"/>
              </a:lnSpc>
              <a:buFont typeface="Wingdings" panose="05000000000000000000" pitchFamily="2" charset="2"/>
              <a:buChar char="Ø"/>
            </a:pPr>
            <a:r>
              <a:rPr lang="en-US" altLang="en-US" sz="2000"/>
              <a:t>Sequential Read Performance=very good</a:t>
            </a:r>
          </a:p>
          <a:p>
            <a:pPr lvl="1">
              <a:lnSpc>
                <a:spcPct val="90000"/>
              </a:lnSpc>
              <a:buFont typeface="Wingdings" panose="05000000000000000000" pitchFamily="2" charset="2"/>
              <a:buChar char="Ø"/>
            </a:pPr>
            <a:r>
              <a:rPr lang="en-US" altLang="en-US" sz="2000"/>
              <a:t>Sequential Write performance=good</a:t>
            </a:r>
          </a:p>
          <a:p>
            <a:pPr>
              <a:lnSpc>
                <a:spcPct val="90000"/>
              </a:lnSpc>
              <a:buFont typeface="Wingdings" panose="05000000000000000000" pitchFamily="2" charset="2"/>
              <a:buChar char="q"/>
            </a:pPr>
            <a:r>
              <a:rPr lang="en-US" altLang="en-US" sz="2400"/>
              <a:t>Disadvantages</a:t>
            </a:r>
          </a:p>
          <a:p>
            <a:pPr lvl="1">
              <a:lnSpc>
                <a:spcPct val="90000"/>
              </a:lnSpc>
              <a:buFont typeface="Wingdings" panose="05000000000000000000" pitchFamily="2" charset="2"/>
              <a:buChar char="Ø"/>
            </a:pPr>
            <a:r>
              <a:rPr lang="en-US" altLang="en-US" sz="2000"/>
              <a:t>Random Write Performance=poor</a:t>
            </a:r>
          </a:p>
          <a:p>
            <a:pPr lvl="1">
              <a:lnSpc>
                <a:spcPct val="90000"/>
              </a:lnSpc>
              <a:buFont typeface="Wingdings" panose="05000000000000000000" pitchFamily="2" charset="2"/>
              <a:buChar char="Ø"/>
            </a:pPr>
            <a:r>
              <a:rPr lang="en-US" altLang="en-US" sz="2000"/>
              <a:t>Requires a complex controller</a:t>
            </a:r>
          </a:p>
          <a:p>
            <a:pPr lvl="1">
              <a:lnSpc>
                <a:spcPct val="90000"/>
              </a:lnSpc>
              <a:buFont typeface="Wingdings" panose="05000000000000000000" pitchFamily="2" charset="2"/>
              <a:buChar char="Ø"/>
            </a:pPr>
            <a:r>
              <a:rPr lang="en-US" altLang="en-US" sz="2000"/>
              <a:t>High overhead for check disks</a:t>
            </a:r>
          </a:p>
          <a:p>
            <a:pPr lvl="1">
              <a:lnSpc>
                <a:spcPct val="90000"/>
              </a:lnSpc>
              <a:buFont typeface="Wingdings" panose="05000000000000000000" pitchFamily="2" charset="2"/>
              <a:buChar char="Ø"/>
            </a:pPr>
            <a:r>
              <a:rPr lang="en-US" altLang="en-US" sz="2000"/>
              <a:t>Not used in modern systems</a:t>
            </a:r>
          </a:p>
          <a:p>
            <a:pPr lvl="1">
              <a:lnSpc>
                <a:spcPct val="90000"/>
              </a:lnSpc>
              <a:buFont typeface="Wingdings" panose="05000000000000000000" pitchFamily="2" charset="2"/>
              <a:buChar char="Ø"/>
            </a:pPr>
            <a:endParaRPr lang="en-US" altLang="en-US" sz="2000"/>
          </a:p>
          <a:p>
            <a:pPr lvl="1">
              <a:lnSpc>
                <a:spcPct val="90000"/>
              </a:lnSpc>
              <a:buFont typeface="Wingdings" panose="05000000000000000000" pitchFamily="2" charset="2"/>
              <a:buNone/>
            </a:pPr>
            <a:endParaRPr lang="en-US" altLang="en-US" sz="2000"/>
          </a:p>
          <a:p>
            <a:pPr lvl="1">
              <a:lnSpc>
                <a:spcPct val="90000"/>
              </a:lnSpc>
              <a:buFont typeface="Wingdings" panose="05000000000000000000" pitchFamily="2" charset="2"/>
              <a:buNone/>
            </a:pPr>
            <a:endParaRPr lang="en-US" altLang="en-US" sz="2000"/>
          </a:p>
        </p:txBody>
      </p:sp>
    </p:spTree>
    <p:extLst>
      <p:ext uri="{BB962C8B-B14F-4D97-AF65-F5344CB8AC3E}">
        <p14:creationId xmlns:p14="http://schemas.microsoft.com/office/powerpoint/2010/main" val="16691413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p:cNvSpPr>
            <a:spLocks noGrp="1" noChangeArrowheads="1"/>
          </p:cNvSpPr>
          <p:nvPr>
            <p:ph type="title"/>
          </p:nvPr>
        </p:nvSpPr>
        <p:spPr/>
        <p:txBody>
          <a:bodyPr/>
          <a:lstStyle/>
          <a:p>
            <a:r>
              <a:rPr lang="en-US" altLang="en-US"/>
              <a:t>RAID Level 2</a:t>
            </a:r>
          </a:p>
        </p:txBody>
      </p:sp>
      <p:sp>
        <p:nvSpPr>
          <p:cNvPr id="23555" name="Rectangle 1029"/>
          <p:cNvSpPr>
            <a:spLocks noChangeArrowheads="1"/>
          </p:cNvSpPr>
          <p:nvPr/>
        </p:nvSpPr>
        <p:spPr bwMode="auto">
          <a:xfrm>
            <a:off x="-147638" y="199707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3556" name="Picture 1034" descr="02"/>
          <p:cNvPicPr>
            <a:picLocks noGrp="1" noChangeAspect="1" noChangeArrowheads="1"/>
          </p:cNvPicPr>
          <p:nvPr>
            <p:ph type="clipArt" sz="half" idx="1"/>
          </p:nvPr>
        </p:nvPicPr>
        <p:blipFill>
          <a:blip r:embed="rId2">
            <a:extLst>
              <a:ext uri="{28A0092B-C50C-407E-A947-70E740481C1C}">
                <a14:useLocalDpi xmlns:a14="http://schemas.microsoft.com/office/drawing/2010/main" val="0"/>
              </a:ext>
            </a:extLst>
          </a:blip>
          <a:srcRect/>
          <a:stretch>
            <a:fillRect/>
          </a:stretch>
        </p:blipFill>
        <p:spPr>
          <a:xfrm>
            <a:off x="762000" y="2133600"/>
            <a:ext cx="7215188" cy="3306763"/>
          </a:xfrm>
        </p:spPr>
      </p:pic>
    </p:spTree>
    <p:extLst>
      <p:ext uri="{BB962C8B-B14F-4D97-AF65-F5344CB8AC3E}">
        <p14:creationId xmlns:p14="http://schemas.microsoft.com/office/powerpoint/2010/main" val="17930163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a:t>RAID Level 3</a:t>
            </a:r>
          </a:p>
        </p:txBody>
      </p:sp>
      <p:sp>
        <p:nvSpPr>
          <p:cNvPr id="24579" name="Rectangle 3"/>
          <p:cNvSpPr>
            <a:spLocks noGrp="1" noChangeArrowheads="1"/>
          </p:cNvSpPr>
          <p:nvPr>
            <p:ph type="body" idx="1"/>
          </p:nvPr>
        </p:nvSpPr>
        <p:spPr>
          <a:xfrm>
            <a:off x="0" y="1752600"/>
            <a:ext cx="8610600" cy="4343400"/>
          </a:xfrm>
        </p:spPr>
        <p:txBody>
          <a:bodyPr/>
          <a:lstStyle/>
          <a:p>
            <a:pPr>
              <a:lnSpc>
                <a:spcPct val="80000"/>
              </a:lnSpc>
              <a:buFont typeface="Wingdings" panose="05000000000000000000" pitchFamily="2" charset="2"/>
              <a:buChar char="q"/>
            </a:pPr>
            <a:r>
              <a:rPr lang="en-US" altLang="en-US" sz="2800"/>
              <a:t>Uses byte-level striping with dedicated parity</a:t>
            </a:r>
          </a:p>
          <a:p>
            <a:pPr>
              <a:lnSpc>
                <a:spcPct val="80000"/>
              </a:lnSpc>
              <a:buFont typeface="Wingdings" panose="05000000000000000000" pitchFamily="2" charset="2"/>
              <a:buChar char="q"/>
            </a:pPr>
            <a:r>
              <a:rPr lang="en-US" altLang="en-US" sz="2800"/>
              <a:t>Requires minimum three drives to implement</a:t>
            </a:r>
          </a:p>
          <a:p>
            <a:pPr>
              <a:lnSpc>
                <a:spcPct val="80000"/>
              </a:lnSpc>
              <a:buFont typeface="Wingdings" panose="05000000000000000000" pitchFamily="2" charset="2"/>
              <a:buChar char="q"/>
            </a:pPr>
            <a:r>
              <a:rPr lang="en-US" altLang="en-US" sz="2800"/>
              <a:t>Has good fault-tolerance</a:t>
            </a:r>
          </a:p>
          <a:p>
            <a:pPr>
              <a:lnSpc>
                <a:spcPct val="80000"/>
              </a:lnSpc>
              <a:buFont typeface="Wingdings" panose="05000000000000000000" pitchFamily="2" charset="2"/>
              <a:buChar char="q"/>
            </a:pPr>
            <a:r>
              <a:rPr lang="en-US" altLang="en-US" sz="2800"/>
              <a:t>Advantages</a:t>
            </a:r>
          </a:p>
          <a:p>
            <a:pPr lvl="1">
              <a:lnSpc>
                <a:spcPct val="80000"/>
              </a:lnSpc>
              <a:buFont typeface="Wingdings" panose="05000000000000000000" pitchFamily="2" charset="2"/>
              <a:buChar char="Ø"/>
            </a:pPr>
            <a:r>
              <a:rPr lang="en-US" altLang="en-US" sz="2400"/>
              <a:t>Random Read Performance=good</a:t>
            </a:r>
          </a:p>
          <a:p>
            <a:pPr lvl="1">
              <a:lnSpc>
                <a:spcPct val="80000"/>
              </a:lnSpc>
              <a:buFont typeface="Wingdings" panose="05000000000000000000" pitchFamily="2" charset="2"/>
              <a:buChar char="Ø"/>
            </a:pPr>
            <a:r>
              <a:rPr lang="en-US" altLang="en-US" sz="2400"/>
              <a:t>Sequential Read performance=very good</a:t>
            </a:r>
          </a:p>
          <a:p>
            <a:pPr lvl="1">
              <a:lnSpc>
                <a:spcPct val="80000"/>
              </a:lnSpc>
              <a:buFont typeface="Wingdings" panose="05000000000000000000" pitchFamily="2" charset="2"/>
              <a:buChar char="Ø"/>
            </a:pPr>
            <a:r>
              <a:rPr lang="en-US" altLang="en-US" sz="2400"/>
              <a:t>Sequential Write performance=fair to good</a:t>
            </a:r>
          </a:p>
          <a:p>
            <a:pPr lvl="1">
              <a:lnSpc>
                <a:spcPct val="80000"/>
              </a:lnSpc>
              <a:buFont typeface="Wingdings" panose="05000000000000000000" pitchFamily="2" charset="2"/>
              <a:buChar char="Ø"/>
            </a:pPr>
            <a:r>
              <a:rPr lang="en-US" altLang="en-US" sz="2400"/>
              <a:t>Lowest overhead for check disks</a:t>
            </a:r>
          </a:p>
          <a:p>
            <a:pPr>
              <a:lnSpc>
                <a:spcPct val="80000"/>
              </a:lnSpc>
              <a:buFont typeface="Wingdings" panose="05000000000000000000" pitchFamily="2" charset="2"/>
              <a:buChar char="q"/>
            </a:pPr>
            <a:r>
              <a:rPr lang="en-US" altLang="en-US" sz="2800"/>
              <a:t>Disadvantages</a:t>
            </a:r>
          </a:p>
          <a:p>
            <a:pPr lvl="1">
              <a:lnSpc>
                <a:spcPct val="80000"/>
              </a:lnSpc>
              <a:buClr>
                <a:schemeClr val="tx2"/>
              </a:buClr>
              <a:buFont typeface="Wingdings" panose="05000000000000000000" pitchFamily="2" charset="2"/>
              <a:buChar char="Ø"/>
            </a:pPr>
            <a:r>
              <a:rPr lang="en-US" altLang="en-US" sz="2400"/>
              <a:t>Random Write performance=poor</a:t>
            </a:r>
          </a:p>
          <a:p>
            <a:pPr lvl="1">
              <a:lnSpc>
                <a:spcPct val="80000"/>
              </a:lnSpc>
              <a:buClr>
                <a:schemeClr val="tx2"/>
              </a:buClr>
              <a:buFont typeface="Wingdings" panose="05000000000000000000" pitchFamily="2" charset="2"/>
              <a:buChar char="Ø"/>
            </a:pPr>
            <a:r>
              <a:rPr lang="en-US" altLang="en-US" sz="2400"/>
              <a:t>Complex controller design</a:t>
            </a:r>
          </a:p>
          <a:p>
            <a:pPr lvl="1">
              <a:lnSpc>
                <a:spcPct val="80000"/>
              </a:lnSpc>
              <a:buFont typeface="Wingdings" panose="05000000000000000000" pitchFamily="2" charset="2"/>
              <a:buChar char="Ø"/>
            </a:pPr>
            <a:endParaRPr lang="en-US" altLang="en-US" sz="2400"/>
          </a:p>
          <a:p>
            <a:pPr lvl="1">
              <a:lnSpc>
                <a:spcPct val="80000"/>
              </a:lnSpc>
              <a:buFont typeface="Wingdings" panose="05000000000000000000" pitchFamily="2" charset="2"/>
              <a:buChar char="Ø"/>
            </a:pPr>
            <a:endParaRPr lang="en-US" altLang="en-US" sz="2400"/>
          </a:p>
        </p:txBody>
      </p:sp>
    </p:spTree>
    <p:extLst>
      <p:ext uri="{BB962C8B-B14F-4D97-AF65-F5344CB8AC3E}">
        <p14:creationId xmlns:p14="http://schemas.microsoft.com/office/powerpoint/2010/main" val="2965663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p:nvPr>
        </p:nvSpPr>
        <p:spPr/>
        <p:txBody>
          <a:bodyPr/>
          <a:lstStyle/>
          <a:p>
            <a:r>
              <a:rPr lang="en-US" altLang="en-US"/>
              <a:t>RAID Level 3</a:t>
            </a:r>
          </a:p>
        </p:txBody>
      </p:sp>
      <p:sp>
        <p:nvSpPr>
          <p:cNvPr id="25603" name="Rectangle 1029"/>
          <p:cNvSpPr>
            <a:spLocks noChangeArrowheads="1"/>
          </p:cNvSpPr>
          <p:nvPr/>
        </p:nvSpPr>
        <p:spPr bwMode="auto">
          <a:xfrm>
            <a:off x="-147638" y="222567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5604" name="Picture 1034" descr="03"/>
          <p:cNvPicPr>
            <a:picLocks noGrp="1" noChangeAspect="1" noChangeArrowheads="1"/>
          </p:cNvPicPr>
          <p:nvPr>
            <p:ph type="clipArt" sz="half" idx="1"/>
          </p:nvPr>
        </p:nvPicPr>
        <p:blipFill>
          <a:blip r:embed="rId2">
            <a:extLst>
              <a:ext uri="{28A0092B-C50C-407E-A947-70E740481C1C}">
                <a14:useLocalDpi xmlns:a14="http://schemas.microsoft.com/office/drawing/2010/main" val="0"/>
              </a:ext>
            </a:extLst>
          </a:blip>
          <a:srcRect/>
          <a:stretch>
            <a:fillRect/>
          </a:stretch>
        </p:blipFill>
        <p:spPr>
          <a:xfrm>
            <a:off x="328613" y="2660650"/>
            <a:ext cx="7215187" cy="2676525"/>
          </a:xfrm>
        </p:spPr>
      </p:pic>
    </p:spTree>
    <p:extLst>
      <p:ext uri="{BB962C8B-B14F-4D97-AF65-F5344CB8AC3E}">
        <p14:creationId xmlns:p14="http://schemas.microsoft.com/office/powerpoint/2010/main" val="18487518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a:t>RAID Level 4</a:t>
            </a:r>
          </a:p>
        </p:txBody>
      </p:sp>
      <p:sp>
        <p:nvSpPr>
          <p:cNvPr id="26627" name="Rectangle 3"/>
          <p:cNvSpPr>
            <a:spLocks noGrp="1" noChangeArrowheads="1"/>
          </p:cNvSpPr>
          <p:nvPr>
            <p:ph type="body" idx="1"/>
          </p:nvPr>
        </p:nvSpPr>
        <p:spPr>
          <a:xfrm>
            <a:off x="328613" y="1941513"/>
            <a:ext cx="8662987" cy="4114800"/>
          </a:xfrm>
        </p:spPr>
        <p:txBody>
          <a:bodyPr/>
          <a:lstStyle/>
          <a:p>
            <a:pPr>
              <a:lnSpc>
                <a:spcPct val="90000"/>
              </a:lnSpc>
              <a:buFont typeface="Wingdings" panose="05000000000000000000" pitchFamily="2" charset="2"/>
              <a:buChar char="q"/>
            </a:pPr>
            <a:r>
              <a:rPr lang="en-US" altLang="en-US" sz="2400"/>
              <a:t>Uses Block-level striping with dedicated parity</a:t>
            </a:r>
          </a:p>
          <a:p>
            <a:pPr>
              <a:lnSpc>
                <a:spcPct val="90000"/>
              </a:lnSpc>
              <a:buFont typeface="Wingdings" panose="05000000000000000000" pitchFamily="2" charset="2"/>
              <a:buChar char="q"/>
            </a:pPr>
            <a:r>
              <a:rPr lang="en-US" altLang="en-US" sz="2400"/>
              <a:t>Requires minimum of 3 drives to implement</a:t>
            </a:r>
          </a:p>
          <a:p>
            <a:pPr>
              <a:lnSpc>
                <a:spcPct val="90000"/>
              </a:lnSpc>
              <a:buFont typeface="Wingdings" panose="05000000000000000000" pitchFamily="2" charset="2"/>
              <a:buChar char="q"/>
            </a:pPr>
            <a:r>
              <a:rPr lang="en-US" altLang="en-US" sz="2400"/>
              <a:t>Has good fault-tolerance</a:t>
            </a:r>
          </a:p>
          <a:p>
            <a:pPr>
              <a:lnSpc>
                <a:spcPct val="90000"/>
              </a:lnSpc>
              <a:buFont typeface="Wingdings" panose="05000000000000000000" pitchFamily="2" charset="2"/>
              <a:buChar char="q"/>
            </a:pPr>
            <a:r>
              <a:rPr lang="en-US" altLang="en-US" sz="2400"/>
              <a:t>Advantages</a:t>
            </a:r>
          </a:p>
          <a:p>
            <a:pPr lvl="1">
              <a:lnSpc>
                <a:spcPct val="90000"/>
              </a:lnSpc>
              <a:buFont typeface="Wingdings" panose="05000000000000000000" pitchFamily="2" charset="2"/>
              <a:buChar char="Ø"/>
            </a:pPr>
            <a:r>
              <a:rPr lang="en-US" altLang="en-US" sz="2000"/>
              <a:t>Random Read Performance=very good</a:t>
            </a:r>
          </a:p>
          <a:p>
            <a:pPr lvl="1">
              <a:lnSpc>
                <a:spcPct val="90000"/>
              </a:lnSpc>
              <a:buFont typeface="Wingdings" panose="05000000000000000000" pitchFamily="2" charset="2"/>
              <a:buChar char="Ø"/>
            </a:pPr>
            <a:r>
              <a:rPr lang="en-US" altLang="en-US" sz="2000"/>
              <a:t>Sequential Read and Write performance=good</a:t>
            </a:r>
          </a:p>
          <a:p>
            <a:pPr lvl="1">
              <a:lnSpc>
                <a:spcPct val="90000"/>
              </a:lnSpc>
              <a:buFont typeface="Wingdings" panose="05000000000000000000" pitchFamily="2" charset="2"/>
              <a:buChar char="Ø"/>
            </a:pPr>
            <a:r>
              <a:rPr lang="en-US" altLang="en-US" sz="2000"/>
              <a:t>Lowest overhead of check disks</a:t>
            </a:r>
          </a:p>
          <a:p>
            <a:pPr>
              <a:lnSpc>
                <a:spcPct val="90000"/>
              </a:lnSpc>
              <a:buFont typeface="Wingdings" panose="05000000000000000000" pitchFamily="2" charset="2"/>
              <a:buChar char="q"/>
            </a:pPr>
            <a:r>
              <a:rPr lang="en-US" altLang="en-US" sz="2400"/>
              <a:t>Disadvantages</a:t>
            </a:r>
          </a:p>
          <a:p>
            <a:pPr lvl="1">
              <a:lnSpc>
                <a:spcPct val="90000"/>
              </a:lnSpc>
              <a:buFont typeface="Wingdings" panose="05000000000000000000" pitchFamily="2" charset="2"/>
              <a:buChar char="Ø"/>
            </a:pPr>
            <a:r>
              <a:rPr lang="en-US" altLang="en-US" sz="2000"/>
              <a:t>Quite complex controller design</a:t>
            </a:r>
          </a:p>
          <a:p>
            <a:pPr lvl="1">
              <a:lnSpc>
                <a:spcPct val="90000"/>
              </a:lnSpc>
              <a:buFont typeface="Wingdings" panose="05000000000000000000" pitchFamily="2" charset="2"/>
              <a:buChar char="Ø"/>
            </a:pPr>
            <a:r>
              <a:rPr lang="en-US" altLang="en-US" sz="2000"/>
              <a:t>Random write performance=poor</a:t>
            </a:r>
          </a:p>
          <a:p>
            <a:pPr lvl="1">
              <a:lnSpc>
                <a:spcPct val="90000"/>
              </a:lnSpc>
              <a:buFont typeface="Wingdings" panose="05000000000000000000" pitchFamily="2" charset="2"/>
              <a:buChar char="Ø"/>
            </a:pPr>
            <a:r>
              <a:rPr lang="en-US" altLang="en-US" sz="2000"/>
              <a:t>Not commonly used</a:t>
            </a:r>
          </a:p>
        </p:txBody>
      </p:sp>
    </p:spTree>
    <p:extLst>
      <p:ext uri="{BB962C8B-B14F-4D97-AF65-F5344CB8AC3E}">
        <p14:creationId xmlns:p14="http://schemas.microsoft.com/office/powerpoint/2010/main" val="33533892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t>RAID Level 4</a:t>
            </a:r>
          </a:p>
        </p:txBody>
      </p:sp>
      <p:sp>
        <p:nvSpPr>
          <p:cNvPr id="27651" name="Rectangle 5"/>
          <p:cNvSpPr>
            <a:spLocks noChangeArrowheads="1"/>
          </p:cNvSpPr>
          <p:nvPr/>
        </p:nvSpPr>
        <p:spPr bwMode="auto">
          <a:xfrm>
            <a:off x="-147638" y="2225675"/>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7652" name="Picture 10" descr="04"/>
          <p:cNvPicPr>
            <a:picLocks noGrp="1" noChangeAspect="1" noChangeArrowheads="1"/>
          </p:cNvPicPr>
          <p:nvPr>
            <p:ph type="clipArt" sz="half" idx="1"/>
          </p:nvPr>
        </p:nvPicPr>
        <p:blipFill>
          <a:blip r:embed="rId2">
            <a:extLst>
              <a:ext uri="{28A0092B-C50C-407E-A947-70E740481C1C}">
                <a14:useLocalDpi xmlns:a14="http://schemas.microsoft.com/office/drawing/2010/main" val="0"/>
              </a:ext>
            </a:extLst>
          </a:blip>
          <a:srcRect/>
          <a:stretch>
            <a:fillRect/>
          </a:stretch>
        </p:blipFill>
        <p:spPr>
          <a:xfrm>
            <a:off x="533400" y="2743200"/>
            <a:ext cx="7215188" cy="2676525"/>
          </a:xfrm>
        </p:spPr>
      </p:pic>
    </p:spTree>
    <p:extLst>
      <p:ext uri="{BB962C8B-B14F-4D97-AF65-F5344CB8AC3E}">
        <p14:creationId xmlns:p14="http://schemas.microsoft.com/office/powerpoint/2010/main" val="13391270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t>RAID Level 5</a:t>
            </a:r>
          </a:p>
        </p:txBody>
      </p:sp>
      <p:sp>
        <p:nvSpPr>
          <p:cNvPr id="28675" name="Rectangle 3"/>
          <p:cNvSpPr>
            <a:spLocks noGrp="1" noChangeArrowheads="1"/>
          </p:cNvSpPr>
          <p:nvPr>
            <p:ph type="body" idx="1"/>
          </p:nvPr>
        </p:nvSpPr>
        <p:spPr>
          <a:xfrm>
            <a:off x="0" y="1828800"/>
            <a:ext cx="8763000" cy="4114800"/>
          </a:xfrm>
        </p:spPr>
        <p:txBody>
          <a:bodyPr/>
          <a:lstStyle/>
          <a:p>
            <a:pPr>
              <a:lnSpc>
                <a:spcPct val="80000"/>
              </a:lnSpc>
              <a:buFont typeface="Wingdings" panose="05000000000000000000" pitchFamily="2" charset="2"/>
              <a:buChar char="q"/>
            </a:pPr>
            <a:r>
              <a:rPr lang="en-US" altLang="en-US" sz="2800"/>
              <a:t>Uses Block-level striping with distributed parity</a:t>
            </a:r>
          </a:p>
          <a:p>
            <a:pPr>
              <a:lnSpc>
                <a:spcPct val="80000"/>
              </a:lnSpc>
              <a:buFont typeface="Wingdings" panose="05000000000000000000" pitchFamily="2" charset="2"/>
              <a:buChar char="q"/>
            </a:pPr>
            <a:r>
              <a:rPr lang="en-US" altLang="en-US" sz="2800"/>
              <a:t>Requires a minimum of 3 drives to implement</a:t>
            </a:r>
          </a:p>
          <a:p>
            <a:pPr>
              <a:lnSpc>
                <a:spcPct val="80000"/>
              </a:lnSpc>
              <a:buFont typeface="Wingdings" panose="05000000000000000000" pitchFamily="2" charset="2"/>
              <a:buChar char="q"/>
            </a:pPr>
            <a:r>
              <a:rPr lang="en-US" altLang="en-US" sz="2800"/>
              <a:t>Advantages</a:t>
            </a:r>
          </a:p>
          <a:p>
            <a:pPr lvl="1">
              <a:lnSpc>
                <a:spcPct val="80000"/>
              </a:lnSpc>
              <a:buFont typeface="Wingdings" panose="05000000000000000000" pitchFamily="2" charset="2"/>
              <a:buChar char="Ø"/>
            </a:pPr>
            <a:r>
              <a:rPr lang="en-US" altLang="en-US" sz="2400"/>
              <a:t>Random Read performance=very good</a:t>
            </a:r>
          </a:p>
          <a:p>
            <a:pPr lvl="1">
              <a:lnSpc>
                <a:spcPct val="80000"/>
              </a:lnSpc>
              <a:buFont typeface="Wingdings" panose="05000000000000000000" pitchFamily="2" charset="2"/>
              <a:buChar char="Ø"/>
            </a:pPr>
            <a:r>
              <a:rPr lang="en-US" altLang="en-US" sz="2400"/>
              <a:t>Random Write performance=fair</a:t>
            </a:r>
          </a:p>
          <a:p>
            <a:pPr lvl="1">
              <a:lnSpc>
                <a:spcPct val="80000"/>
              </a:lnSpc>
              <a:buFont typeface="Wingdings" panose="05000000000000000000" pitchFamily="2" charset="2"/>
              <a:buChar char="Ø"/>
            </a:pPr>
            <a:r>
              <a:rPr lang="en-US" altLang="en-US" sz="2400"/>
              <a:t>Sequential Read and Write performance=good</a:t>
            </a:r>
          </a:p>
          <a:p>
            <a:pPr lvl="1">
              <a:lnSpc>
                <a:spcPct val="80000"/>
              </a:lnSpc>
              <a:buFont typeface="Wingdings" panose="05000000000000000000" pitchFamily="2" charset="2"/>
              <a:buChar char="Ø"/>
            </a:pPr>
            <a:r>
              <a:rPr lang="en-US" altLang="en-US" sz="2400"/>
              <a:t>Lowest overhead of check disks</a:t>
            </a:r>
          </a:p>
          <a:p>
            <a:pPr>
              <a:lnSpc>
                <a:spcPct val="80000"/>
              </a:lnSpc>
              <a:buFont typeface="Wingdings" panose="05000000000000000000" pitchFamily="2" charset="2"/>
              <a:buChar char="q"/>
            </a:pPr>
            <a:r>
              <a:rPr lang="en-US" altLang="en-US" sz="2800"/>
              <a:t>Disadvantages</a:t>
            </a:r>
          </a:p>
          <a:p>
            <a:pPr lvl="1">
              <a:lnSpc>
                <a:spcPct val="80000"/>
              </a:lnSpc>
              <a:buFont typeface="Wingdings" panose="05000000000000000000" pitchFamily="2" charset="2"/>
              <a:buChar char="Ø"/>
            </a:pPr>
            <a:r>
              <a:rPr lang="en-US" altLang="en-US" sz="2400"/>
              <a:t>Most complex controller design</a:t>
            </a:r>
          </a:p>
          <a:p>
            <a:pPr lvl="1">
              <a:lnSpc>
                <a:spcPct val="80000"/>
              </a:lnSpc>
              <a:buFont typeface="Wingdings" panose="05000000000000000000" pitchFamily="2" charset="2"/>
              <a:buChar char="Ø"/>
            </a:pPr>
            <a:r>
              <a:rPr lang="en-US" altLang="en-US" sz="2400"/>
              <a:t>Difficult to rebuild in the event of a disk failure</a:t>
            </a:r>
          </a:p>
          <a:p>
            <a:pPr>
              <a:lnSpc>
                <a:spcPct val="80000"/>
              </a:lnSpc>
              <a:buFont typeface="Wingdings" panose="05000000000000000000" pitchFamily="2" charset="2"/>
              <a:buChar char="q"/>
            </a:pPr>
            <a:endParaRPr lang="en-US" altLang="en-US" sz="2800"/>
          </a:p>
        </p:txBody>
      </p:sp>
    </p:spTree>
    <p:extLst>
      <p:ext uri="{BB962C8B-B14F-4D97-AF65-F5344CB8AC3E}">
        <p14:creationId xmlns:p14="http://schemas.microsoft.com/office/powerpoint/2010/main" val="32185961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a:t>RAID Level 5</a:t>
            </a:r>
          </a:p>
        </p:txBody>
      </p:sp>
      <p:sp>
        <p:nvSpPr>
          <p:cNvPr id="29699" name="Rectangle 5"/>
          <p:cNvSpPr>
            <a:spLocks noChangeArrowheads="1"/>
          </p:cNvSpPr>
          <p:nvPr/>
        </p:nvSpPr>
        <p:spPr bwMode="auto">
          <a:xfrm>
            <a:off x="-147638" y="211931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9700" name="Picture 10" descr="05"/>
          <p:cNvPicPr>
            <a:picLocks noGrp="1" noChangeAspect="1" noChangeArrowheads="1"/>
          </p:cNvPicPr>
          <p:nvPr>
            <p:ph type="clipArt" sz="half" idx="1"/>
          </p:nvPr>
        </p:nvPicPr>
        <p:blipFill>
          <a:blip r:embed="rId2">
            <a:extLst>
              <a:ext uri="{28A0092B-C50C-407E-A947-70E740481C1C}">
                <a14:useLocalDpi xmlns:a14="http://schemas.microsoft.com/office/drawing/2010/main" val="0"/>
              </a:ext>
            </a:extLst>
          </a:blip>
          <a:srcRect/>
          <a:stretch>
            <a:fillRect/>
          </a:stretch>
        </p:blipFill>
        <p:spPr>
          <a:xfrm>
            <a:off x="328613" y="2368550"/>
            <a:ext cx="7900987" cy="3260725"/>
          </a:xfrm>
        </p:spPr>
      </p:pic>
    </p:spTree>
    <p:extLst>
      <p:ext uri="{BB962C8B-B14F-4D97-AF65-F5344CB8AC3E}">
        <p14:creationId xmlns:p14="http://schemas.microsoft.com/office/powerpoint/2010/main" val="19163209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GB" altLang="en-US"/>
              <a:t>RAID 6</a:t>
            </a:r>
          </a:p>
        </p:txBody>
      </p:sp>
      <p:sp>
        <p:nvSpPr>
          <p:cNvPr id="30723" name="Rectangle 3"/>
          <p:cNvSpPr>
            <a:spLocks noGrp="1" noChangeArrowheads="1"/>
          </p:cNvSpPr>
          <p:nvPr>
            <p:ph type="body" idx="1"/>
          </p:nvPr>
        </p:nvSpPr>
        <p:spPr/>
        <p:txBody>
          <a:bodyPr/>
          <a:lstStyle/>
          <a:p>
            <a:r>
              <a:rPr lang="en-GB" altLang="en-US"/>
              <a:t>Two parity calculations</a:t>
            </a:r>
          </a:p>
          <a:p>
            <a:r>
              <a:rPr lang="en-GB" altLang="en-US"/>
              <a:t>Stored in separate blocks on different disks</a:t>
            </a:r>
          </a:p>
          <a:p>
            <a:r>
              <a:rPr lang="en-GB" altLang="en-US"/>
              <a:t>User requirement of N disks needs N+2</a:t>
            </a:r>
          </a:p>
          <a:p>
            <a:r>
              <a:rPr lang="en-GB" altLang="en-US"/>
              <a:t>High data availability</a:t>
            </a:r>
          </a:p>
          <a:p>
            <a:pPr lvl="1"/>
            <a:r>
              <a:rPr lang="en-GB" altLang="en-US"/>
              <a:t>Three disks need to fail for data loss</a:t>
            </a:r>
          </a:p>
          <a:p>
            <a:pPr lvl="1"/>
            <a:r>
              <a:rPr lang="en-GB" altLang="en-US"/>
              <a:t>Significant write penalty</a:t>
            </a:r>
          </a:p>
        </p:txBody>
      </p:sp>
    </p:spTree>
    <p:extLst>
      <p:ext uri="{BB962C8B-B14F-4D97-AF65-F5344CB8AC3E}">
        <p14:creationId xmlns:p14="http://schemas.microsoft.com/office/powerpoint/2010/main" val="7888051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a:t>RAID Level 6</a:t>
            </a:r>
          </a:p>
        </p:txBody>
      </p:sp>
      <p:sp>
        <p:nvSpPr>
          <p:cNvPr id="31747" name="Rectangle 6"/>
          <p:cNvSpPr>
            <a:spLocks noChangeArrowheads="1"/>
          </p:cNvSpPr>
          <p:nvPr/>
        </p:nvSpPr>
        <p:spPr bwMode="auto">
          <a:xfrm>
            <a:off x="0" y="17081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1748" name="Picture 14" descr="06"/>
          <p:cNvPicPr>
            <a:picLocks noGrp="1" noChangeAspect="1" noChangeArrowheads="1"/>
          </p:cNvPicPr>
          <p:nvPr>
            <p:ph type="clipArt" sz="half" idx="1"/>
          </p:nvPr>
        </p:nvPicPr>
        <p:blipFill>
          <a:blip r:embed="rId3">
            <a:extLst>
              <a:ext uri="{28A0092B-C50C-407E-A947-70E740481C1C}">
                <a14:useLocalDpi xmlns:a14="http://schemas.microsoft.com/office/drawing/2010/main" val="0"/>
              </a:ext>
            </a:extLst>
          </a:blip>
          <a:srcRect/>
          <a:stretch>
            <a:fillRect/>
          </a:stretch>
        </p:blipFill>
        <p:spPr>
          <a:xfrm>
            <a:off x="304800" y="2057400"/>
            <a:ext cx="6934200" cy="2860675"/>
          </a:xfrm>
          <a:solidFill>
            <a:schemeClr val="accent1"/>
          </a:solidFill>
        </p:spPr>
      </p:pic>
      <p:sp>
        <p:nvSpPr>
          <p:cNvPr id="31749" name="Text Box 16"/>
          <p:cNvSpPr txBox="1">
            <a:spLocks noChangeArrowheads="1"/>
          </p:cNvSpPr>
          <p:nvPr/>
        </p:nvSpPr>
        <p:spPr bwMode="auto">
          <a:xfrm>
            <a:off x="1965325" y="5019675"/>
            <a:ext cx="3978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750" name="Rectangle 17"/>
          <p:cNvSpPr>
            <a:spLocks noChangeArrowheads="1"/>
          </p:cNvSpPr>
          <p:nvPr/>
        </p:nvSpPr>
        <p:spPr bwMode="auto">
          <a:xfrm>
            <a:off x="228600" y="50292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Raid Level 6 uses Block-level striping with </a:t>
            </a:r>
            <a:r>
              <a:rPr kumimoji="0" lang="en-US" altLang="en-US" sz="18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dual</a:t>
            </a: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distributed parity</a:t>
            </a:r>
          </a:p>
        </p:txBody>
      </p:sp>
    </p:spTree>
    <p:extLst>
      <p:ext uri="{BB962C8B-B14F-4D97-AF65-F5344CB8AC3E}">
        <p14:creationId xmlns:p14="http://schemas.microsoft.com/office/powerpoint/2010/main" val="18880418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a:t>RAID Level 1+0</a:t>
            </a:r>
          </a:p>
        </p:txBody>
      </p:sp>
      <p:sp>
        <p:nvSpPr>
          <p:cNvPr id="32771" name="Rectangle 4"/>
          <p:cNvSpPr>
            <a:spLocks noGrp="1" noChangeArrowheads="1"/>
          </p:cNvSpPr>
          <p:nvPr>
            <p:ph type="body" sz="half" idx="2"/>
          </p:nvPr>
        </p:nvSpPr>
        <p:spPr>
          <a:xfrm>
            <a:off x="457200" y="5105400"/>
            <a:ext cx="7772400" cy="533400"/>
          </a:xfrm>
        </p:spPr>
        <p:txBody>
          <a:bodyPr/>
          <a:lstStyle/>
          <a:p>
            <a:pPr>
              <a:buFont typeface="Wingdings" panose="05000000000000000000" pitchFamily="2" charset="2"/>
              <a:buNone/>
            </a:pPr>
            <a:r>
              <a:rPr lang="en-US" altLang="en-US" sz="2800">
                <a:latin typeface="Times New Roman" panose="02020603050405020304" pitchFamily="18" charset="0"/>
              </a:rPr>
              <a:t>Uses Mirroring and striping without parity</a:t>
            </a:r>
          </a:p>
        </p:txBody>
      </p:sp>
      <p:sp>
        <p:nvSpPr>
          <p:cNvPr id="32772" name="Rectangle 5"/>
          <p:cNvSpPr>
            <a:spLocks noChangeArrowheads="1"/>
          </p:cNvSpPr>
          <p:nvPr/>
        </p:nvSpPr>
        <p:spPr bwMode="auto">
          <a:xfrm>
            <a:off x="-147638" y="2103438"/>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2773" name="Picture 7" descr="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57400"/>
            <a:ext cx="7010400"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10315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a:t>RAID Level 0+1</a:t>
            </a:r>
          </a:p>
        </p:txBody>
      </p:sp>
      <p:sp>
        <p:nvSpPr>
          <p:cNvPr id="49156" name="Rectangle 4"/>
          <p:cNvSpPr>
            <a:spLocks noGrp="1" noChangeArrowheads="1"/>
          </p:cNvSpPr>
          <p:nvPr>
            <p:ph type="body" sz="half" idx="2"/>
          </p:nvPr>
        </p:nvSpPr>
        <p:spPr>
          <a:xfrm>
            <a:off x="533400" y="5105400"/>
            <a:ext cx="7924800" cy="457200"/>
          </a:xfrm>
        </p:spPr>
        <p:txBody>
          <a:bodyPr>
            <a:normAutofit lnSpcReduction="10000"/>
          </a:bodyPr>
          <a:lstStyle/>
          <a:p>
            <a:pPr>
              <a:lnSpc>
                <a:spcPct val="90000"/>
              </a:lnSpc>
              <a:buFont typeface="Wingdings" pitchFamily="2" charset="2"/>
              <a:buNone/>
              <a:defRPr/>
            </a:pPr>
            <a:r>
              <a:rPr lang="en-US" sz="2800">
                <a:latin typeface="Times New Roman" charset="0"/>
              </a:rPr>
              <a:t>Uses Mirroring and striping without Parity</a:t>
            </a:r>
          </a:p>
        </p:txBody>
      </p:sp>
      <p:sp>
        <p:nvSpPr>
          <p:cNvPr id="33796" name="Rectangle 5"/>
          <p:cNvSpPr>
            <a:spLocks noChangeArrowheads="1"/>
          </p:cNvSpPr>
          <p:nvPr/>
        </p:nvSpPr>
        <p:spPr bwMode="auto">
          <a:xfrm>
            <a:off x="-147638" y="2103438"/>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IN"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33797" name="Picture 7" descr="0p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057400"/>
            <a:ext cx="6553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835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Blank 1">
        <a:dk1>
          <a:srgbClr val="000000"/>
        </a:dk1>
        <a:lt1>
          <a:srgbClr val="FFFFFF"/>
        </a:lt1>
        <a:dk2>
          <a:srgbClr val="000000"/>
        </a:dk2>
        <a:lt2>
          <a:srgbClr val="FFFFFF"/>
        </a:lt2>
        <a:accent1>
          <a:srgbClr val="EAEAEA"/>
        </a:accent1>
        <a:accent2>
          <a:srgbClr val="D0D0D0"/>
        </a:accent2>
        <a:accent3>
          <a:srgbClr val="FFFFFF"/>
        </a:accent3>
        <a:accent4>
          <a:srgbClr val="000000"/>
        </a:accent4>
        <a:accent5>
          <a:srgbClr val="F3F3F3"/>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C24AEC-DD38-4E0E-8147-90465BC00742}"/>
</file>

<file path=customXml/itemProps2.xml><?xml version="1.0" encoding="utf-8"?>
<ds:datastoreItem xmlns:ds="http://schemas.openxmlformats.org/officeDocument/2006/customXml" ds:itemID="{015C21DA-DE6E-4C04-B2BD-886D202E7E3D}"/>
</file>

<file path=customXml/itemProps3.xml><?xml version="1.0" encoding="utf-8"?>
<ds:datastoreItem xmlns:ds="http://schemas.openxmlformats.org/officeDocument/2006/customXml" ds:itemID="{017748C5-1637-4E72-9B4F-A161048C1096}"/>
</file>

<file path=docProps/app.xml><?xml version="1.0" encoding="utf-8"?>
<Properties xmlns="http://schemas.openxmlformats.org/officeDocument/2006/extended-properties" xmlns:vt="http://schemas.openxmlformats.org/officeDocument/2006/docPropsVTypes">
  <TotalTime>5080586</TotalTime>
  <Words>4730</Words>
  <Application>Microsoft Office PowerPoint</Application>
  <PresentationFormat>On-screen Show (4:3)</PresentationFormat>
  <Paragraphs>737</Paragraphs>
  <Slides>76</Slides>
  <Notes>1</Notes>
  <HiddenSlides>0</HiddenSlides>
  <MMClips>0</MMClips>
  <ScaleCrop>false</ScaleCrop>
  <HeadingPairs>
    <vt:vector size="8" baseType="variant">
      <vt:variant>
        <vt:lpstr>Fonts Used</vt:lpstr>
      </vt:variant>
      <vt:variant>
        <vt:i4>13</vt:i4>
      </vt:variant>
      <vt:variant>
        <vt:lpstr>Theme</vt:lpstr>
      </vt:variant>
      <vt:variant>
        <vt:i4>8</vt:i4>
      </vt:variant>
      <vt:variant>
        <vt:lpstr>Embedded OLE Servers</vt:lpstr>
      </vt:variant>
      <vt:variant>
        <vt:i4>1</vt:i4>
      </vt:variant>
      <vt:variant>
        <vt:lpstr>Slide Titles</vt:lpstr>
      </vt:variant>
      <vt:variant>
        <vt:i4>76</vt:i4>
      </vt:variant>
    </vt:vector>
  </HeadingPairs>
  <TitlesOfParts>
    <vt:vector size="98" baseType="lpstr">
      <vt:lpstr>SimSun</vt:lpstr>
      <vt:lpstr>Arial</vt:lpstr>
      <vt:lpstr>Calibri</vt:lpstr>
      <vt:lpstr>Cambria Math</vt:lpstr>
      <vt:lpstr>Corbel</vt:lpstr>
      <vt:lpstr>Minion-Regular</vt:lpstr>
      <vt:lpstr>Minion-Semibold</vt:lpstr>
      <vt:lpstr>Nimbus Roman No9 L</vt:lpstr>
      <vt:lpstr>Symbol</vt:lpstr>
      <vt:lpstr>Times New Roman</vt:lpstr>
      <vt:lpstr>TimesTen-Roman</vt:lpstr>
      <vt:lpstr>Wingdings</vt:lpstr>
      <vt:lpstr>Wingdings 2</vt:lpstr>
      <vt:lpstr>1_Office Theme</vt:lpstr>
      <vt:lpstr>Blank</vt:lpstr>
      <vt:lpstr>1_Blank</vt:lpstr>
      <vt:lpstr>4_Blank</vt:lpstr>
      <vt:lpstr>2_Blank</vt:lpstr>
      <vt:lpstr>3_Blank</vt:lpstr>
      <vt:lpstr>Office Theme</vt:lpstr>
      <vt:lpstr>5_Blank</vt:lpstr>
      <vt:lpstr>think-cell Slide</vt:lpstr>
      <vt:lpstr>PowerPoint Presentation</vt:lpstr>
      <vt:lpstr>PowerPoint Presentation</vt:lpstr>
      <vt:lpstr>Magnetic disk</vt:lpstr>
      <vt:lpstr>Disk Data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 is 404 for a 1K‐word memory.</vt:lpstr>
      <vt:lpstr>Address multiplexing for a 64K DRAM</vt:lpstr>
      <vt:lpstr>Memory organisation</vt:lpstr>
      <vt:lpstr>Memory organisation</vt:lpstr>
      <vt:lpstr>PowerPoint Presentation</vt:lpstr>
      <vt:lpstr>PowerPoint Presentation</vt:lpstr>
      <vt:lpstr>PowerPoint Presentation</vt:lpstr>
      <vt:lpstr>DRAM operation</vt:lpstr>
      <vt:lpstr>DRAM timing  </vt:lpstr>
      <vt:lpstr>DRAM timing  </vt:lpstr>
      <vt:lpstr>PowerPoint Presentation</vt:lpstr>
      <vt:lpstr>PowerPoint Presentation</vt:lpstr>
      <vt:lpstr>PowerPoint Presentation</vt:lpstr>
      <vt:lpstr>PowerPoint Presentation</vt:lpstr>
      <vt:lpstr>PowerPoint Presentation</vt:lpstr>
      <vt:lpstr>PowerPoint Presentation</vt:lpstr>
      <vt:lpstr>Refreshing overhead</vt:lpstr>
      <vt:lpstr>PowerPoint Presentation</vt:lpstr>
      <vt:lpstr>Methods of address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Mass Storage</vt:lpstr>
      <vt:lpstr>RAID</vt:lpstr>
      <vt:lpstr>Striping</vt:lpstr>
      <vt:lpstr>MIRRORING</vt:lpstr>
      <vt:lpstr>Mirroring</vt:lpstr>
      <vt:lpstr>Parity</vt:lpstr>
      <vt:lpstr>RAID Level-0</vt:lpstr>
      <vt:lpstr>RAID Level-0</vt:lpstr>
      <vt:lpstr>Data Mapping For RAID 0</vt:lpstr>
      <vt:lpstr>RAID Level-1</vt:lpstr>
      <vt:lpstr>RAID Level-1</vt:lpstr>
      <vt:lpstr>RAID Level 2</vt:lpstr>
      <vt:lpstr>RAID Level 2</vt:lpstr>
      <vt:lpstr>RAID Level 3</vt:lpstr>
      <vt:lpstr>RAID Level 3</vt:lpstr>
      <vt:lpstr>RAID Level 4</vt:lpstr>
      <vt:lpstr>RAID Level 4</vt:lpstr>
      <vt:lpstr>RAID Level 5</vt:lpstr>
      <vt:lpstr>RAID Level 5</vt:lpstr>
      <vt:lpstr>RAID 6</vt:lpstr>
      <vt:lpstr>RAID Level 6</vt:lpstr>
      <vt:lpstr>RAID Level 1+0</vt:lpstr>
      <vt:lpstr>RAID Level 0+1</vt:lpstr>
    </vt:vector>
  </TitlesOfParts>
  <Company>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Workspace at BITS Pilani</dc:title>
  <dc:creator>lenovo</dc:creator>
  <cp:lastModifiedBy>Parthasaradhi Nayani</cp:lastModifiedBy>
  <cp:revision>1070</cp:revision>
  <dcterms:created xsi:type="dcterms:W3CDTF">2013-11-14T17:12:02Z</dcterms:created>
  <dcterms:modified xsi:type="dcterms:W3CDTF">2025-09-27T02:20:28Z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