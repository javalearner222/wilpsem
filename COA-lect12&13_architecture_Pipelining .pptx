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ppt/tags/tag11.xml" ContentType="application/vnd.openxmlformats-officedocument.presentationml.tags+xml"/>
  <Override PartName="/docProps/app.xml" ContentType="application/vnd.openxmlformats-officedocument.extended-properties+xml"/>
  <Override PartName="/ppt/tags/tag12.xml" ContentType="application/vnd.openxmlformats-officedocument.presentationml.tags+xml"/>
  <Override PartName="/ppt/tags/tag10.xml" ContentType="application/vnd.openxmlformats-officedocument.presentationml.tags+xml"/>
  <Override PartName="/ppt/tags/tag9.xml" ContentType="application/vnd.openxmlformats-officedocument.presentationml.tags+xml"/>
  <Override PartName="/ppt/tags/tag8.xml" ContentType="application/vnd.openxmlformats-officedocument.presentationml.tags+xml"/>
  <Override PartName="/ppt/tags/tag7.xml" ContentType="application/vnd.openxmlformats-officedocument.presentationml.tags+xml"/>
  <Override PartName="/ppt/tags/tag6.xml" ContentType="application/vnd.openxmlformats-officedocument.presentationml.tags+xml"/>
  <Override PartName="/ppt/tags/tag5.xml" ContentType="application/vnd.openxmlformats-officedocument.presentationml.tags+xml"/>
  <Override PartName="/ppt/tags/tag4.xml" ContentType="application/vnd.openxmlformats-officedocument.presentationml.tags+xml"/>
  <Override PartName="/ppt/tags/tag3.xml" ContentType="application/vnd.openxmlformats-officedocument.presentationml.tags+xml"/>
  <Override PartName="/ppt/tags/tag2.xml" ContentType="application/vnd.openxmlformats-officedocument.presentationml.tags+xml"/>
  <Override PartName="/ppt/tags/tag1.xml" ContentType="application/vnd.openxmlformats-officedocument.presentationml.tag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82"/>
  </p:notesMasterIdLst>
  <p:sldIdLst>
    <p:sldId id="260" r:id="rId3"/>
    <p:sldId id="396" r:id="rId4"/>
    <p:sldId id="421" r:id="rId5"/>
    <p:sldId id="422" r:id="rId6"/>
    <p:sldId id="261" r:id="rId7"/>
    <p:sldId id="332" r:id="rId8"/>
    <p:sldId id="333" r:id="rId9"/>
    <p:sldId id="270" r:id="rId10"/>
    <p:sldId id="331" r:id="rId11"/>
    <p:sldId id="334" r:id="rId12"/>
    <p:sldId id="335" r:id="rId13"/>
    <p:sldId id="419" r:id="rId14"/>
    <p:sldId id="424" r:id="rId15"/>
    <p:sldId id="338" r:id="rId16"/>
    <p:sldId id="345" r:id="rId17"/>
    <p:sldId id="348" r:id="rId18"/>
    <p:sldId id="346" r:id="rId19"/>
    <p:sldId id="349" r:id="rId20"/>
    <p:sldId id="347" r:id="rId21"/>
    <p:sldId id="350" r:id="rId22"/>
    <p:sldId id="344" r:id="rId23"/>
    <p:sldId id="351" r:id="rId24"/>
    <p:sldId id="353" r:id="rId25"/>
    <p:sldId id="355" r:id="rId26"/>
    <p:sldId id="354" r:id="rId27"/>
    <p:sldId id="352" r:id="rId28"/>
    <p:sldId id="423" r:id="rId29"/>
    <p:sldId id="343" r:id="rId30"/>
    <p:sldId id="356" r:id="rId31"/>
    <p:sldId id="341" r:id="rId32"/>
    <p:sldId id="336" r:id="rId33"/>
    <p:sldId id="431" r:id="rId34"/>
    <p:sldId id="433" r:id="rId35"/>
    <p:sldId id="432" r:id="rId36"/>
    <p:sldId id="435" r:id="rId37"/>
    <p:sldId id="436" r:id="rId38"/>
    <p:sldId id="434" r:id="rId39"/>
    <p:sldId id="437" r:id="rId40"/>
    <p:sldId id="438" r:id="rId41"/>
    <p:sldId id="439" r:id="rId42"/>
    <p:sldId id="440" r:id="rId43"/>
    <p:sldId id="441" r:id="rId44"/>
    <p:sldId id="442" r:id="rId45"/>
    <p:sldId id="443" r:id="rId46"/>
    <p:sldId id="465" r:id="rId47"/>
    <p:sldId id="451" r:id="rId48"/>
    <p:sldId id="452" r:id="rId49"/>
    <p:sldId id="453" r:id="rId50"/>
    <p:sldId id="446" r:id="rId51"/>
    <p:sldId id="447" r:id="rId52"/>
    <p:sldId id="448" r:id="rId53"/>
    <p:sldId id="449" r:id="rId54"/>
    <p:sldId id="444" r:id="rId55"/>
    <p:sldId id="445" r:id="rId56"/>
    <p:sldId id="450" r:id="rId57"/>
    <p:sldId id="425" r:id="rId58"/>
    <p:sldId id="420" r:id="rId59"/>
    <p:sldId id="429" r:id="rId60"/>
    <p:sldId id="454" r:id="rId61"/>
    <p:sldId id="455" r:id="rId62"/>
    <p:sldId id="456" r:id="rId63"/>
    <p:sldId id="397" r:id="rId64"/>
    <p:sldId id="398" r:id="rId65"/>
    <p:sldId id="400" r:id="rId66"/>
    <p:sldId id="399" r:id="rId67"/>
    <p:sldId id="402" r:id="rId68"/>
    <p:sldId id="403" r:id="rId69"/>
    <p:sldId id="404" r:id="rId70"/>
    <p:sldId id="406" r:id="rId71"/>
    <p:sldId id="401" r:id="rId72"/>
    <p:sldId id="405" r:id="rId73"/>
    <p:sldId id="407" r:id="rId74"/>
    <p:sldId id="408" r:id="rId75"/>
    <p:sldId id="409" r:id="rId76"/>
    <p:sldId id="411" r:id="rId77"/>
    <p:sldId id="410" r:id="rId78"/>
    <p:sldId id="413" r:id="rId79"/>
    <p:sldId id="416" r:id="rId80"/>
    <p:sldId id="428" r:id="rId8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11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74" autoAdjust="0"/>
    <p:restoredTop sz="94660"/>
  </p:normalViewPr>
  <p:slideViewPr>
    <p:cSldViewPr>
      <p:cViewPr varScale="1">
        <p:scale>
          <a:sx n="73" d="100"/>
          <a:sy n="73" d="100"/>
        </p:scale>
        <p:origin x="566" y="6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97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viewProps" Target="viewProps.xml"/><Relationship Id="rId89" Type="http://schemas.openxmlformats.org/officeDocument/2006/relationships/customXml" Target="../customXml/item3.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presProps" Target="presProps.xml"/><Relationship Id="rId88"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customXml" Target="../customXml/item1.xml"/><Relationship Id="rId61" Type="http://schemas.openxmlformats.org/officeDocument/2006/relationships/slide" Target="slides/slide59.xml"/><Relationship Id="rId82" Type="http://schemas.openxmlformats.org/officeDocument/2006/relationships/notesMaster" Target="notesMasters/notesMaster1.xml"/><Relationship Id="rId19" Type="http://schemas.openxmlformats.org/officeDocument/2006/relationships/slide" Target="slides/slide1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6T12:04:46.185"/>
    </inkml:context>
    <inkml:brush xml:id="br0">
      <inkml:brushProperty name="width" value="0.05" units="cm"/>
      <inkml:brushProperty name="height" value="0.05" units="cm"/>
      <inkml:brushProperty name="color" value="#E71224"/>
    </inkml:brush>
  </inkml:definitions>
  <inkml:trace contextRef="#ctx0" brushRef="#br0">78 76 15559,'-17'-22'816,"-4"0"-143,3 6-145,4 4-368,7 8-160,10 4-128,1 4-1056,-4 14-4595</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4-04-21T08:35:00.088"/>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7030A0"/>
    </inkml:brush>
  </inkml:definitions>
  <inkml:trace contextRef="#ctx0" brushRef="#br0">1051 3580 349 0,'-22'-20'269'0,"4"6"-199"16,4 9 18-16,8 3-36 16,4 0 6-16,2 2-28 15,0 0-27-15,0 0-3 16,0 0-1-16,0 0-5 16,0 12 3-16,11 14 3 15,3 6 0-15,-2 6 1 16,2 10 0-16,-3 1 0 0,0 2-1 15,1 7 0 1,-4 0 0-16,1 5 0 0,3-3 0 16,-1-5 0-16,0-11-33 15,-1-7-32-15,0-13-15 16,-2-9-74-16,0-15 19 16,-6-2 27-16,-2-39 78 15,0-17-89-15,0-18 119 16,-6-10 29-16,-17-4 35 15,-4-7 14-15,0 7 15 16,1 6 31-16,10 10-7 16,2 14-29-16,10 14-18 15,4 14-22-15,0 13-31 16,6 9-12-16,22 6-5 16,9 4-2-16,6 0 1 0,-2 0 1 15,-7 18-1-15,-8 3 1 16,-9 7-10-16,-12 8-16 15,-5 8 11-15,-14 12 4 16,-31 4-19-16,-4 2-39 16,3-5-53-16,3-13-95 15,17-19-182-15</inkml:trace>
  <inkml:trace contextRef="#ctx0" brushRef="#br0" timeOffset="1351.38">1557 4025 586 0,'0'0'73'0,"0"0"10"16,0 0 9-16,0 0-42 16,0 0-9-16,0 0-21 15,-24-17-14-15,24 1-5 16,0-9-1-16,6-12 0 15,8-4 0-15,-7 0 2 16,-3-5-2-16,-4-2 0 16,0 2 3-16,0 5-2 15,-13 12 2-15,1 6 3 16,4 9-2-16,3 8 2 16,3 3-4-16,2 3-2 15,0 0-4-15,0 0-8 0,2 0-32 16,13 12 42-16,4 5 1 15,1 3 1-15,-5 5-1 16,-2 2 1-16,-4 7 0 16,-2 9 0-16,-5 1 0 15,-2 2 1-15,0-2-1 16,0-10 0-16,0-5 0 16,5-12 0-16,3-8 1 15,10-3-1-15,5-6 1 16,6 0 0-16,13-12 2 15,8-17 3-15,3-5-2 16,2-6 1-16,-1-2-4 0,-7-2-1 16,-9 5 0-16,-9 4 3 15,-9 7 10-15,-11 5 2 16,-3 5 7-16,-6 6 3 16,0 2-16-16,0 6 1 15,0 2-6-15,-8 2-4 16,-13 0 1-16,-6 4-2 15,3 13 1-15,0-2-2 16,8-1 2-16,7 2-2 16,4-1 1-16,5 2-1 15,0 1 1-15,3 5-1 16,17-4 1-16,4-2-2 16,7-3-1-16,5-6 0 0,9-4 0 15,9-4-2 1,10 0-10-16,9 0-13 0,4-16-21 15,-2 0-37-15,-1-6-46 16,-11 0-33-16,-17 0 69 16,-18 0 97-16,-19 5 3 15,-9-1 157-15,0 4 16 16,-2-2-76-16,-15 2-32 16,-1 3-17-16,-5 6-28 15,0 1-7-15,-4 4-11 16,2 0-3-16,-2 9-2 15,4 14-2-15,4 2 2 0,7 2-2 16,6 4 1-16,4-1 0 16,2 0 1-16,0-4-1 15,4-5 1-15,16-1-4 16,5-5 4-16,-1-6-3 16,3-4 0-16,2-5-5 15,0-2 8-15,2-25 0 16,-2-7 0-16,-4-13 1 15,-3-14-2-15,-7-10-1 16,-7-14 0-16,-8-5-4 16,0 6 4-16,-13 11 2 15,-15 17 5-15,-5 14-4 16,-1 12 11-16,3 11-5 16,9 8 2-16,9 7-1 15,1 4-4-15,4 8-4 0,3 24-4 16,1 13 1-16,4 4 2 15,0 10 0-15,0 7 1 16,9 4 0-16,11 3 1 16,0-10-1-16,8-5-3 15,1-9 1-15,8-8 1 16,-2-2 1-16,5-5-1 16,4-6 1-16,1-6 0 15,1-6 0-15,2-10 1 16,-9-6-1-16,-2 0 0 0,-6-2 0 15,-8-14 0 1,-4-8 1-16,-8-2 1 0,-9-3 0 16,-2-6 0-16,0 0 1 15,0 8-1-15,-2 3 0 16,-8 7 9-16,7 9-4 16,-1 6 2-16,4 2-9 15,0 0-5-15,0 24-12 16,0 11 7-16,4 6-8 15,7 4-27-15,2-4-22 16,-2-2-24-16,-3-12-162 16,1-12-241-16</inkml:trace>
  <inkml:trace contextRef="#ctx0" brushRef="#br0" timeOffset="1520.61">3173 3511 458 0,'0'0'283'0,"0"0"-158"16,0 0-33-16,0 0-57 16,0 0-35-16,0 0 0 15,25-79-24-15,15 115-38 16,3 3-90-16,-3 0-148 16</inkml:trace>
  <inkml:trace contextRef="#ctx0" brushRef="#br0" timeOffset="1782.26">3657 3612 521 0,'0'0'201'0,"0"0"-70"15,0 0-36-15,0 0-60 16,0 0-2-16,0 0-14 16,-116-71-19-16,108 73 0 15,-1 22-6-15,-1 10 3 16,2 8 2-16,3 3-3 15,5 2 4-15,0-7 0 16,5-3 0-16,23-6-3 16,8-6-21-16,16-7 12 15,10-9-18-15,9-9-5 16,8-6-19-16,-4-20-64 16,-11-13-151-16</inkml:trace>
  <inkml:trace contextRef="#ctx0" brushRef="#br0" timeOffset="2007.12">3780 3263 620 0,'0'0'156'16,"0"0"-43"-16,0 0-50 16,0 0-45-16,0 0-18 15,0 0 0-15,-18 74 0 16,47-19 2-16,2 9-1 0,10 3 0 15,-4 2-1-15,-1-11 0 16,-3-2 0-16,-2-6-2 16,-5-1-25-16,-6 4-41 15,-10-5-62-15,-10-12-188 16</inkml:trace>
  <inkml:trace contextRef="#ctx0" brushRef="#br0" timeOffset="2162.04">3849 3884 508 0,'0'0'225'0,"0"0"-83"16,0 0-40-16,0 0-50 15,0 0-17-15,0 0-33 0,35-122-2 16,56 90-15 0,23 0-30-16,0-3-77 0,-14 3-335 15</inkml:trace>
  <inkml:trace contextRef="#ctx0" brushRef="#br0" timeOffset="2880.17">4963 3417 355 0,'0'0'197'15,"0"0"-28"-15,0 0-61 16,0 0-38-16,0 0-31 16,0 0-14-16,-29-19-6 15,58 0-12-15,23-11-3 16,17-6-2-16,16-4 0 15,15 1-1-15,12 5 3 16,-4 8-4-16,-7 11 0 16,-25 12-48-16,-27 3-75 15,-32 8-157-15,-17 12-134 0</inkml:trace>
  <inkml:trace contextRef="#ctx0" brushRef="#br0" timeOffset="3061.37">5407 3328 397 0,'0'0'111'15,"0"0"26"-15,0 0-25 16,0 0-40-16,0 0-38 16,0 0-31-16,-18 49-3 15,18-8 3-15,0 17-1 16,5 9 0-16,-3 8-1 16,-2 6-1-16,0-2-1 15,2-1-8-15,12-8-76 16,15-14-91-16,12-20-116 15</inkml:trace>
  <inkml:trace contextRef="#ctx0" brushRef="#br0" timeOffset="3514.13">6093 3398 695 0,'0'0'83'0,"0"0"9"15,-150-39-47-15,120 39-24 16,3 0-9-16,8 20-10 16,0 15-2-16,11 10-2 15,3 1 2-15,5 2-1 16,0 0 0-16,8-6 0 0,13-1 1 16,-2-8-3-16,7-3 1 15,-4-7 2-15,1-8 1 16,-8-7-1-16,0-3-2 15,-3-5-5-15,4 0 7 16,3-20 1-16,1-16 2 16,0-8 0-16,-2-4-2 15,-9-3 1-15,-2 7-1 16,-7 3 1-16,0 12 3 16,0 11-2-16,0 10 4 15,0 5 8-15,0 3-15 16,0 0 0-16,9 25-13 0,1 15-1 15,5 8 13 1,0 1-6-16,7 0-21 16,1-4 10-16,3-8-40 0,-2-4-40 15,2-5-22-15,0-10-70 16,-2-9-133-16</inkml:trace>
  <inkml:trace contextRef="#ctx0" brushRef="#br0" timeOffset="3768.6">6405 3192 765 0,'0'0'95'16,"0"0"-9"-16,0 0-43 0,0 0-38 15,0 0-5-15,0 0-5 16,-20 50 5-16,29 9 0 15,5 11 2-15,3 6-2 16,6 0 0-16,2 0-14 16,0-5-24-16,-4-6-4 15,2-8-50-15,1-12-36 16,3-19-116-16,2-21-64 16</inkml:trace>
  <inkml:trace contextRef="#ctx0" brushRef="#br0" timeOffset="4280.09">6807 3488 437 0,'0'0'206'0,"0"0"-69"0,0 0-55 15,0 0-76-15,0 0 54 16,-124-56-60-16,89 91-4 16,2 3-1-16,7-6-1 15,8-6 0-15,4-6-9 16,7-6-6-16,1-4 18 15,4-5 0-15,2-2 0 16,0-1 1-16,0 5 2 16,0 0-1-16,0 5-1 15,0 2-1-15,8-1 0 16,11 1 0-16,1-2 2 0,4-5 2 16,5-2-1-16,4-5 2 15,6 0-2-15,4 0 1 16,5-9-1-16,-4-5-12 15,3-4-1-15,-7-4 1 16,-2-2 2-16,-7-5 1 16,-10 0 8-16,-9 0 1 15,-12 0 2-15,0 5 12 16,-6 5 55-16,-14-1-42 16,-8 10-15-16,2 3 13 15,2 3-16-15,7 4 0 16,5 0-8-16,1 4-1 0,2 18-2 15,4 7 0 1,5 8-2-16,0-4 0 0,7 4 1 16,22-5-3-1,13-4-7-15,15-8-17 0,6-7-30 16,11-12-40-16,1-1-117 16,-13-10-100-16</inkml:trace>
  <inkml:trace contextRef="#ctx0" brushRef="#br0" timeOffset="4630.99">7362 3382 94 0,'0'0'541'0,"0"0"-427"15,0 0-12-15,0 0-45 16,0 0-48-16,0 0-9 16,-20-11-14-16,31 43 13 0,7 12 1 15,2 6 0-15,-5-1 3 16,3-6-2-16,1-7-2 15,-3-8 2-15,-1-10-2 16,-4-8 2-16,-5-3-2 16,-4-7 1-16,0 0 0 15,8 0 5-15,3-26 10 16,9-15 2-16,10-9-14 16,-5 2-3-16,2 8 0 15,-8 8 1-15,-5 16 0 16,-3 8 0-16,5 8-1 15,7 0-6-15,5 3 3 16,9 18 1-16,3 7-6 16,1 4-35-16,3-4-46 0,1-10-46 15,7-9-175-15</inkml:trace>
  <inkml:trace contextRef="#ctx0" brushRef="#br0" timeOffset="4735.02">8325 3367 466 0,'0'0'224'16,"0"0"-98"-16,0 0-126 16,0 0-45-16,-120 29-332 15</inkml:trace>
  <inkml:trace contextRef="#ctx0" brushRef="#br0" timeOffset="6664.96">1288 4911 628 0,'0'0'113'0,"0"0"-92"15,0 0-16-15,0 0 9 16,0 0 7-16,0 0-10 16,0 0-11-16,0 10-1 15,0 6 1-15,4 6 1 16,5 4-1-16,0 9 0 16,0 0 3-16,-3 7-3 15,-4-1 1-15,-2-6 0 16,0-9 0-16,0-9-1 15,0-12 0-15,0-2 1 16,0-3 3-16,0 0 9 0,0-15 60 16,-8-27-46-16,-10-12-26 15,-2-10 0-15,2 0 0 16,0 0 0-16,5 1-1 16,4 12 0-16,9 8 2 15,0 11 2-15,7 10-4 16,20 6 0-16,4 8-5 15,4 6 2-15,-1 2 3 16,-5 0-4-16,-11 12 2 16,-12 12-5-16,-6 10-2 15,-6 8 5-15,-33 11 3 16,-3 2 0-16,5 2-21 16,12-3-62-16,16-16-134 0,9-20-213 15</inkml:trace>
  <inkml:trace contextRef="#ctx0" brushRef="#br0" timeOffset="7364.3">1801 5187 761 0,'0'0'68'0,"0"0"-17"15,0 0 1-15,0 0-25 16,0 0-2-16,0 0-15 15,-17 0-8-15,17-5-1 0,0-18 4 16,0-9-4-16,0-10-1 16,0-4 0-16,3-5 0 15,-3 0 1-15,0 3-2 16,0 4 0-16,-11 11-5 16,-2 9 6-16,3 11 0 15,4 6 0-15,4 7 0 16,-3 0 0-16,1 4-5 15,-3 20-11-15,2 11 13 16,5 1 0-16,0-7-3 16,0-4 3-16,23-4-7 15,4-2 3-15,6-1 7 16,5-2-3-16,-1-3 0 0,2-1 2 16,-4-1 1-16,1-1-3 15,-7 2 1-15,-4-2 1 16,-5 2-10-16,-3-2-1 15,-3 0-15-15,1-1 9 16,-2 0 18-16,3-5-1 16,5-2 1-16,6-2 0 15,3 0 0-15,6-12 0 16,6-14 1-16,6-6 0 16,-4-6-1-16,1-2 2 15,-14-1 1-15,-10 3-1 16,-11 4 1-16,-10 9 4 15,0 2 14-15,-12 9-2 16,-7 5 6-16,-1 4-19 0,-5 5-5 16,2 0-1-16,0 6 0 15,-1 13-3-15,9-2 2 16,8 4-2-16,5-1 1 16,2 1-1-16,0 2 1 15,21-2 1-15,12-1-5 16,11-1-5-16,16-9-6 15,6-6-17-15,13-4-21 16,6 0-22-16,0-18-12 16,-3-6-59-16,-12-3-34 15,-20 4-81-15</inkml:trace>
  <inkml:trace contextRef="#ctx0" brushRef="#br0" timeOffset="7950.27">3038 4816 113 0,'0'0'310'0,"0"0"-122"15,0 0-75-15,-130-38-20 16,105 38-30-16,8 0-34 15,2 0-23-15,7 13-6 16,2 8-4-16,1 5 4 16,5 3-2-16,0 0 0 15,0-2 2-15,11-3 0 16,10-4-1-16,-2-6 1 16,2-4-6-16,-1-8-1 15,-1-2 6-15,2 0 1 16,-1-22 0-16,3-12 4 15,-8-11-4-15,-7-6 0 16,-8-8 2-16,0-6-1 0,-10-2 1 16,-19 1 2-16,-5 6 2 15,1 11 14-15,6 13 10 16,7 13-7-16,7 7 7 16,6 14-11-16,5 2-17 15,-2 0-2-15,4 15-8 16,0 21 2-16,0 12 4 15,0 7 0-15,13 3 2 16,0-2 0-16,2 0-1 16,4-3 1-16,5-5-1 15,0-4 1-15,8 0 0 16,3-2-1-16,8-4 0 0,0-6-3 16,8-9 1-1,-3-14-2-15,-1-7-9 0,-5-2 7 16,-1-6 4-16,-5-18-2 15,-7-8 3-15,-6-2-1 16,-11 0 0-16,-9 2 3 16,-3 2 2-16,0 6-1 15,-3 4 3-15,-5 6-1 16,0 7 5-16,4 5 2 16,2 2-9-16,-1 0-1 15,3 25-40-15,0 7 30 16,0 8-28-16,0 0-70 15,0-2-46-15,7-11-139 16</inkml:trace>
  <inkml:trace contextRef="#ctx0" brushRef="#br0" timeOffset="8103.51">3541 4720 365 0,'0'0'94'0,"0"0"72"15,0 0-133-15,0 0-33 16,0 0-143-16,0 0 23 16,71 0-253-16</inkml:trace>
  <inkml:trace contextRef="#ctx0" brushRef="#br0" timeOffset="8329.79">3950 4720 769 0,'0'0'79'0,"0"0"-5"0,0 0-39 16,0 0-18-16,-116 2-13 15,104 22-4-15,1 5-1 16,11 6-2-16,0 0 1 16,0-3 0-16,23 2 1 15,12-3 1-15,19-6-9 16,28-11-31-16,31-14-37 15,22-2-21-15,7-35-390 0</inkml:trace>
  <inkml:trace contextRef="#ctx0" brushRef="#br0" timeOffset="8786.78">5015 4516 388 0,'0'0'410'15,"0"0"-281"-15,0 0-38 16,0 0-45-16,0 0-4 0,0 0-28 15,-33-17-14 1,33 17-5-16,0 29-22 0,0 10 12 16,-6 16 14-16,0 1-12 15,-4 0-19-15,5-3 0 16,-5-4-5-16,-1-1-38 16,-5-9-62-16,-3-15-209 15</inkml:trace>
  <inkml:trace contextRef="#ctx0" brushRef="#br0" timeOffset="9366.94">4914 4624 656 0,'0'0'136'16,"0"0"-46"-16,0 0-62 0,0 0-22 15,0 0-2-15,0 0-4 16,95-31 0-16,-67 39 0 15,-6 7 1-15,-4-3 0 16,0 2-1-16,-4 3 0 16,1 0 2-16,-1 3-2 15,1-2 0-15,-1-3-22 16,-1-6 3-16,1-7 7 16,-4-2 6-16,1 0 6 15,1-6 3-15,-4-20 8 16,3-8 11-16,1-6-11 15,-3-2 17-15,1 2-25 0,2 8-3 16,0 8-1-16,-2 9-19 16,6 8-24-16,-3 7-45 15,5 0 1-15,5 0 43 16,-4 0 12-16,4 0 31 16,-5 1 2-16,-7 5 0 15,-5-2 1-15,-3 7 25 16,-3 0 6-16,0 10 12 15,0 3-10-15,0 6-14 16,-5 1 3-16,1 2-5 16,1-1-6-16,3-4-8 15,0-4-4-15,21-5 1 16,3-7 0-16,5-5 0 0,2-7 1 16,-4 0 3-1,-3-7 27-15,-5-24 42 16,-9-5-20-16,-7-8-28 0,-3 2-18 15,0 4-5-15,-18 7-3 16,-2 12-7-16,2 13-21 16,-4 6-38-16,5 3-161 15,7 16-208-15</inkml:trace>
  <inkml:trace contextRef="#ctx0" brushRef="#br0" timeOffset="9645.04">5848 4596 415 0,'0'0'296'16,"0"0"-172"-16,0 0-54 15,0 0-12-15,0 0-26 16,0 0-21-16,-25-18-11 16,44 12-4-16,25-6 0 15,26-5 2-15,8 2 1 16,8 4-46-16,-22 8-90 16,-26 0-287-16</inkml:trace>
  <inkml:trace contextRef="#ctx0" brushRef="#br0" timeOffset="9805.57">6064 4574 622 0,'0'0'188'0,"0"0"-129"15,0 0-50-15,0 0-9 16,0 0-12-16,0 0 12 16,-2 118 0-16,18-60 0 15,-1 8-27-15,8-8-111 16,4-11-168-16</inkml:trace>
  <inkml:trace contextRef="#ctx0" brushRef="#br0" timeOffset="10512.65">6762 4211 346 0,'0'0'150'16,"0"0"-118"-16,0 0 10 15,0 0-17-15,0 0-7 16,0 0 6-16,18 0 4 0,-13 4-15 16,-3-4 30-1,-2 0 42-15,0 0-2 0,0 0-29 16,0 0-23-16,0 0-14 15,0 0-11-15,0 0 1 16,0 0-7-16,0 0 0 16,0 2 0-16,0-1-2 15,0-1 2-15,0 0 2 16,0 0-1-16,0 0 1 16,0 0 11-16,0 0 8 15,0 0 0-15,0 0 0 16,0 0-6-16,-2 0-10 0,2 0-4 15,-2 0-1 1,2 0-2-16,0 3-1 0,0-3-7 16,-3 4-12-16,-1 2 9 15,-6 1 12-15,4 0-2 16,-3-2 1-16,5 2 1 16,2-3 0-16,0-4 0 15,2 0 1-15,-2 0 0 16,-6 0 10-16,0 0 19 15,-3-2-7-15,-3-10-12 16,5 0 13-16,3 3-5 16,1 4-8-16,5 1-3 15,0 4-7-15,0 0 0 16,0 0-6-16,0 0-4 16,0 0-12-16,13 8-16 0,8 12 36 15,6 6 1-15,1 6 1 16,1 7 0-16,0 0-2 15,0 5-1-15,-5 2-7 16,1 4-13-16,-2-1-4 16,-4-3 0-16,4-6 16 15,-3-4-48-15,-7-11-8 16,-9-16-160-16</inkml:trace>
  <inkml:trace contextRef="#ctx0" brushRef="#br0" timeOffset="10759.51">6616 4393 581 0,'0'0'182'15,"0"0"-53"-15,0 0-60 16,0 0-17-16,0 0-36 16,0 0-16-16,42-74-10 15,14 66-37-15,10 4-43 16,3 0-133-16,-6 0-436 16</inkml:trace>
  <inkml:trace contextRef="#ctx0" brushRef="#br0" timeOffset="11212.67">7242 4488 637 0,'0'0'165'0,"0"0"-71"16,0 0-48-16,0 0-25 15,-127-8-12-15,115 6-1 16,6 2-8-16,-1 0-1 0,-2 0-3 15,3 2 0 1,1 11-1-16,0 1 2 0,5 4-8 16,0 5-1-16,0-1-3 15,19 0 8-15,3-1-1 16,2 0 3 0,1-7-20-16,-3-3 9 0,-5-6-4 15,-5-5 1-15,-3 0 14 16,-1 0 5-16,0-14 15 15,0-12-7-15,-3 2 13 16,-3-2-2-16,-2 4 20 16,0 2-14-16,0 5-3 15,0 7 13-15,0 5-17 16,0 1 5-16,0 2-16 16,0 0-7-16,0 0-7 0,0 0-20 15,4 5-35 1,12 11 39-16,7 5 20 0,7-1-27 15,9-4-22-15,2-11-50 16,5-5-222-16</inkml:trace>
  <inkml:trace contextRef="#ctx0" brushRef="#br0" timeOffset="12096.23">7406 4106 760 0,'0'0'139'0,"0"0"-32"0,0 0-46 16,0 0-28 0,0 0-33-16,0 0-1 0,-26-3-14 15,55 45-3-15,7 10 17 16,-1 6-4-16,-1 3-7 16,-3-3 5-16,-4-2-8 15,-3-3 8-15,-4-2-8 16,0-10-6-16,-6-3 19 15,6-15-13-15,-7-7 5 16,-4-9-11-16,-1-7 7 16,-3 0 11-16,7 0 3 15,9-21 14-15,4-16 1 16,2-4-14-16,-7 5-1 16,-9 5 1-16,-11 9 1 15,0 9 11-15,0 4 17 0,0 6 10 16,0 3-21-16,0 0-19 15,0 0-3-15,0 0-17 16,0 7-20-16,0 11 27 16,4 3 11-16,8-4-7 15,8 2 5-15,4-5-2 16,8-4 4-16,3-5-7 16,6-5-3-16,1 0 8 15,5-7-1-15,-3-18 2 16,-6-3 0-16,-7-6 3 15,-8 1 0-15,-13 1 0 16,-8 1 3-16,-2 6 9 0,0 4 12 16,-15 3 1-16,-4 6-16 15,3 5 15-15,2 4-18 16,4 3-6-16,5 0-2 16,-2 0-1-16,2 12-3 15,-1 11 2-15,6 3 1 16,0 3-7-16,0 0-2 15,9 3-1-15,15-6-3 16,6-3-6-16,8-5 2 16,1-6-46-16,1-9-38 15,-2-3-68-15,-9-5-2 16,-7-16-2-16,-8-8 133 16,-7 2 43-16,-7-2 137 0,0 5 83 15,0 4-16-15,0 3-70 16,0 6-62-16,0 3-20 15,0 6-25-15,0 2-21 16,0 0-6-16,0 0-7 16,0 0-5-16,11 16-19 15,5 6 29-15,1 0 1 16,-3 0 1-16,-1-4-1 16,-1-2-8-16,-4-4-6 15,3-3-1-15,-2-6 11 16,-2-3-4-16,2 0 5 15,4 0 2-15,5 0 0 16,7 0-20-16,-1-3-53 16,3-9-239-16</inkml:trace>
  <inkml:trace contextRef="#ctx0" brushRef="#br0" timeOffset="12233.32">8907 4331 336 0,'0'0'617'15,"0"0"-505"-15,0 0-58 16,0 0-21-16,0 0-33 16,0 0-16-16,-16-22-108 15</inkml:trace>
  <inkml:trace contextRef="#ctx0" brushRef="#br0" timeOffset="31565.99">9009 3439 483 0,'0'0'90'15,"0"0"-12"-15,0 0 4 16,0 0-23-16,0 0-22 16,0 0-20-16,0 0-3 15,0 0 10-15,0-2 11 16,0 2-7-16,0 0-6 15,0 0-13-15,0 0-5 16,0 0-4-16,0 0 2 16,0 0-2-16,0 0-2 15,0 0 2-15,0 0 0 16,0 0 0-16,0 0 1 0,0 0 0 16,0 0-1-16,6-5 0 15,21 0-1-15,14-8 0 16,15-5-1-16,9-4 3 15,14-5-1-15,20-4 0 16,8-5 0-16,11-2 0 16,2 1 1-16,-1-6-1 15,-6-1 2-15,-13 4-2 16,-17 8 0-16,-28 7 0 16,-22 13 2-16,-19 7-2 15,-9 5-5-15,-4 0-31 16,-1 0-40-16,0 0-194 15,0 0-36-15</inkml:trace>
  <inkml:trace contextRef="#ctx0" brushRef="#br0" timeOffset="31986.08">10940 2803 554 0,'0'0'162'0,"0"0"-156"0,0 0-2 15,0 0 7-15,0 0-9 16,0 0 1-16,-7 16 7 15,7-4-1-15,0-1-1 16,0 2 2-16,0 3 5 16,0 6-3-16,0 2 0 15,3 5-2-15,-1 0-4 16,-2 2-1-16,4-2-4 16,-3 0-1-16,7-5 2 15,-2-2-2-15,4-2 0 16,-2-4 0-16,0 0 0 15,3-2 0-15,-2-2-5 0,1-4-1 16,-2 1-28-16,-2-6-73 16,-4-3-74-16,-2 0-20 15</inkml:trace>
  <inkml:trace contextRef="#ctx0" brushRef="#br0" timeOffset="32197.1">10882 2898 325 0,'0'0'189'15,"0"0"-23"-15,0 0-108 16,0 0-20-16,0 0 10 0,0 0-39 16,-9-19-9-16,9 19-3 15,0 0-22-15,0 4-124 16,0 20 52-16,0 0-61 15,0 1-123-15</inkml:trace>
  <inkml:trace contextRef="#ctx0" brushRef="#br0" timeOffset="32430.72">10780 3347 300 0,'0'0'248'15,"0"0"-108"-15,0 0-18 0,0 0-23 16,0 0-48-16,0 0-33 16,-10 0-7-16,10 0-9 15,0 0-2-15,18 0 3 16,18 0-3-16,13-9 1 16,9-5-1-16,5-4-1 15,6 3-18-15,-5-3-65 16,-10-1-269-16</inkml:trace>
  <inkml:trace contextRef="#ctx0" brushRef="#br0" timeOffset="32572.65">11268 3309 741 0,'0'0'99'0,"0"0"-46"16,0 0-53-16,0 0-28 15,0 0-408-15</inkml:trace>
  <inkml:trace contextRef="#ctx0" brushRef="#br0" timeOffset="35029.75">9548 4708 358 0,'0'0'52'16,"0"0"87"-16,0 0-1 15,0 0-41-15,0 0-27 16,0 0-16-16,-17 2-24 16,17-2-9-16,-4 0 4 15,4 0 0-15,0 0-10 16,0 0-2-16,0 0-3 16,0 0-6-16,0 0-4 15,13 0 0-15,27 0-1 16,20-7 1-16,19-10 0 15,10-3-2-15,2-1 2 0,3-2 0 16,-5 2 2-16,-9 6-2 16,-16 3 0-16,-12 5 0 15,-15 6 0-15,-8 1-21 16,-2 0-26-16,-2 0-29 16,-5 0-106-16,-5 0-246 15</inkml:trace>
  <inkml:trace contextRef="#ctx0" brushRef="#br0" timeOffset="35931.36">10992 4309 232 0,'0'0'98'16,"0"0"59"-16,0 0-33 15,0 0-5-15,0 0-40 16,0 0-27-16,0-13-24 16,0 13-11-16,0 0-13 15,-12 0 1-15,-5 3-4 0,-6 17 1 16,-6 8-1-16,4-1-2 16,10-1 1-16,1 4 0 15,6-1 0-15,2 4-1 16,5-1 0-16,1-1 1 15,0 0-1-15,0-4-1 16,7 0 1-16,6-1 1 16,3-1-1-16,3-2 1 15,1-1 0-15,3-2 0 16,2-4 0-16,-4-1 0 16,4-6-1-16,-2 0 3 15,1-7-1-15,2 1-1 16,-1-3 0-16,0 0 2 15,1 0-2-15,-2 0 4 0,2 0-4 16,1-1 2-16,0-8 6 16,4 0 5-16,-1-4-3 15,2-1-4-15,-4 0 5 16,-3-2-1-16,2-4 7 16,-3-2 3-16,-3-2-1 15,-2-2-8-15,-3 4 32 16,-5-5-25-16,-1 0 5 15,-4-1 8-15,-2-4-16 16,-4 0-1-16,0 1 18 16,0 1-20-16,0 3-6 15,-16-2 4-15,-1 3-6 16,-10 0-4-16,-6 2-1 0,-10 7-14 16,-17 12-27-16,-18 5-39 15,-17 18-32-15,-13 16-96 16,0 2-478-16</inkml:trace>
  <inkml:trace contextRef="#ctx0" brushRef="#br0" timeOffset="38195.21">8488 9182 287 0,'0'0'115'0,"0"0"12"16,0 0-49-16,0 0-8 15,0 0-14 1,0 0-29-16,-79-22 13 0,75 22 21 15,2-3-19-15,-3 3-19 16,0 0-4-16,-2 0-15 16,-6 0-3-16,-7 0-1 15,-3 0-2-15,-6 9 2 16,-5 5-1-16,0 0 1 16,2 0 1-16,-7 0 0 15,6 4-1-15,-1 0 1 16,7 0 1-16,8-1-2 0,1 0-2 15,5 5-2-15,-1 2 4 16,2 2 0-16,3 1 0 16,3-4-3-16,4 0 2 15,2 1 0-15,-4 3 1 16,-3 6 0-16,-2 3 0 16,-5 2 0-16,2 2 0 15,-2 1 2-15,0-6-2 16,4 3 0-16,2 1 0 15,2 1 0-15,4 0 0 16,2 1 0-16,0 2 0 16,0-5 0-16,0-3-1 15,0 2 1-15,8-2 0 16,4 0-1-16,-1 0 1 0,-2-1 0 16,-1 0 0-16,2-2 0 15,-2-3 0-15,6-4 0 16,-1-1-1-16,2-1-1 15,2 0 2-15,-1-2 1 16,0 0-1-16,1-3 1 16,0 1-1-16,1-4 0 15,2 1 0-15,5 0-1 16,1 2 1-16,4-2 0 16,3 0 1-16,1 0 0 0,4-2-1 15,-1-1 1 1,-1-3 0-16,-1-3 1 15,0 0-1-15,1-4 1 0,1-3-2 16,-6 0 1-16,0 0 2 16,0 0 1-16,3-1 7 15,6-13 16-15,5-7-13 16,3-1-5-16,8-4-5 16,0 1-3-16,1-6 1 15,4 1 0-15,-9 4-2 16,-4 2 1-16,-8 2 1 15,-4 2-2-15,-4-1 4 16,-10 4 8-16,4-1 0 16,-8-3 6-16,0-2 4 15,0-5-6-15,0-4-12 16,1-5-3-16,0 0 2 0,1-4-3 16,0 1-1-1,-5 0 1-15,1-1 1 16,-2 2 1-16,-4 3 0 0,-1 2 1 15,-1 6 6-15,-4 1 6 16,-2 1-9-16,-2 3 14 16,0-1-4-16,0-1-12 15,0 1 1-15,0-2-5 16,0 0 0-16,0 3 1 16,0-3 0-16,-4 5-1 15,-6 1 1-15,1 2 3 16,1 2 2-16,0-1 0 0,2 5-6 15,-2-4 0-15,5 7 2 16,-4-3-2-16,-3 0 2 16,2-2-2-16,-2-3 0 15,-4 0 0-15,-1-2 0 16,-4-1 0-16,-3 1 0 16,-2 0-2-16,-4 3 2 15,2 2 0-15,-5 2 0 16,-3 3-2-16,-1-2 0 15,-3 2 2-15,-4 0-3 16,-6 1 3-16,-2 2 0 16,-4 3-3-16,-4 3-2 15,-6 0 0-15,-3 0 0 16,-3 0-8-16,-1 12-13 0,-2 5 13 16,-1 9-33-16,3 8-17 15,15 7 8-15,23 5-69 16,20 0-133-16,13-4-98 15</inkml:trace>
  <inkml:trace contextRef="#ctx0" brushRef="#br0" timeOffset="38945.67">8722 9851 492 0,'0'0'102'0,"0"0"19"16,0 0-23-16,0 0-29 15,0 0-18-15,0 0-27 16,-58-62 0-16,49 59 20 16,2-2-15-16,3 5-9 15,-1 0 2-15,5 0-21 0,-2 0-1 16,-1 0 0-16,3 0-4 16,-1 0 2-16,1 0-1 15,0 0-1-15,-2 0 0 16,-3 3 0-16,-2 16 1 15,0 10 3-15,1 7 0 16,-1-2 0-16,5 3-1 16,-1-2-1-16,3-1 2 15,0-2 0-15,0-3-1 16,0-4-1-16,0-2-3 16,5-2 2-16,4-5 3 15,2-2-4-15,-2-4 1 16,4-2-1-16,1 0 0 15,1-2 4-15,4-1 0 0,-4-5-1 16,3 0 1-16,-1 0 0 16,4 0 1-16,1-5 0 15,-2-6-1-15,2-5 2 16,-4-1 1-16,0 1-2 16,-3 0 1-16,-6 0-1 15,0 0 3-15,-4-4 2 16,-3-4 8-16,-2-4 23 15,0-2-20-15,0-2 11 16,0 0-17-16,0 1 14 16,-11 0-5-16,-3 2-12 15,1 1-3-15,-2 5 0 16,-1 2 6-16,-2 3-9 0,0 2-2 16,-4 4-2-16,-2 6-4 15,-7 6-36-15,-13 6-35 16,-4 29-39-16,-5 4-154 15</inkml:trace>
  <inkml:trace contextRef="#ctx0" brushRef="#br0" timeOffset="40665.26">13964 9189 126 0,'0'0'394'15,"0"0"-314"-15,0 0-13 16,0 0-46-16,0 0-8 16,0 0 2-16,-89 0-9 15,72 14 2-15,-1 5 9 0,2-1 0 16,3 3-4 0,-4 2-5-16,2 7 0 0,-2 7 0 15,-1 0 8-15,3 6 15 16,0-3-28-16,7 6-1 15,2 1-2-15,-1 2 2 16,4 1 3-16,1-2-5 16,2-2 0-16,0-3 3 15,0-3 2-15,0-6-4 16,0-4 4-16,6-2-4 16,4-2 2-16,-1 1 1 15,7 2-2-15,3 0 2 16,6 2-2-16,4-1 6 15,6 1 0-15,3-4-7 0,1-3 3 16,1-2 0-16,-5-4-4 16,0-4 2-16,-4-3 0 15,4-1-1-15,1-4 0 16,1 0-1-16,10-4 9 16,4-2-4-16,7 0 9 15,4 0-4-15,1-8-2 16,-3-10 2-16,-2-5-2 15,-4-7-2-15,-5-4 8 16,0-6 1-16,-5-2 3 16,1-6-3-16,0 1 7 15,-10-6-4-15,-1 2 2 16,-9 0 5-16,-6 5-11 0,-5 4-2 16,-6 1 16-1,-3 1-21-15,-4-2-4 0,-1 1-1 16,0-2-1-16,0 2-1 15,0 5 5-15,-3 1 2 16,-8 0-3-16,-1 5 4 16,-2 2 3-16,2 0-3 15,-6 4 1-15,-3-2-9 16,2 0-1-16,-6 3 1 16,-1-3-2-16,-6 9-4 15,-6-1 2-15,-2 4 0 16,-8 0-12-16,-6-1 6 15,-6 3-5-15,-3 5 0 16,1 0 13-16,-5 5-7 0,3 2-9 16,-6 0-1-16,1 14-11 15,4 11-7-15,12 3-1 16,6 6-14-16,13 2-20 16,17 0-77-16,13-6-120 15,4-8-94-15</inkml:trace>
  <inkml:trace contextRef="#ctx0" brushRef="#br0" timeOffset="41098.35">14456 9479 797 0,'0'0'73'15,"0"0"27"-15,0 0-52 0,0 0-20 16,0 0-10-1,0 0-15-15,-25-5-3 0,25 5-1 16,0 0 0-16,0 0 0 16,0 0-1-16,0 0-3 15,0 12 4-15,0 8 1 16,8 5 0-16,1 1 1 16,-4 0-1-16,4-2 0 15,-4-4-14-15,1-2-8 16,0 0-16-16,0-4 11 15,-2 3-37-15,0 0-17 16,-4-7-136-16,0-10-159 16</inkml:trace>
  <inkml:trace contextRef="#ctx0" brushRef="#br0" timeOffset="41294.22">14406 9471 506 0,'0'0'66'0,"0"0"-6"16,0 0-13-16,0 0-32 15,0 0-15-15,0 0-7 16,-15-4-6-16,15 18 12 16,0 6-5-16,0 2-78 15,9-1-13-15,-5 1-107 16</inkml:trace>
  <inkml:trace contextRef="#ctx0" brushRef="#br0" timeOffset="41501.62">14348 9895 741 0,'0'0'72'0,"0"0"30"16,0 0-14-16,0 0-39 15,0 0-45-15,0 0-4 16,25 0-2-16,24-7-1 16,16-7 2-16,12-6-27 15,4-6-55-15,-10-4-217 0</inkml:trace>
  <inkml:trace contextRef="#ctx0" brushRef="#br0" timeOffset="49594.49">15009 9409 261 0,'0'0'48'0,"0"0"-14"15,0 0 5-15,0 0-7 0,0 0-11 16,0 0 2-16,0 0 11 16,0 0 13-16,0 0 8 15,0 0-21-15,0 2-4 16,0-2-14-16,0 2-10 16,0-2-4-16,0 0-2 15,0 0 0-15,0 0 0 16,0 0 0-16,0 0 2 15,0 0-1-15,0 0 0 16,0 0 1-16,0 0 2 16,0 0-3-16,0 0 1 15,0 0-2-15,0 0-2 16,0 0-1-16,0 0 0 0,0 0-2 16,0 0 2-16,3 0 1 15,0 0-2-15,3 0 3 16,8 0 1-16,5 0 13 15,4-14 25-15,2-3 0 16,2-5-4-16,-3 1-8 16,-2-2-17-16,0 0 12 15,-1 4-11-15,-6 1 3 16,-1 0-6-16,-1 2 1 16,-1 2-1-16,0-3-4 15,5-2-1-15,2-5 7 16,6-6-8-16,2-5 0 15,-3 0 2-15,0-2 1 16,-4 4 4-16,1-1-5 0,-6 3 8 16,-1 1-3-16,-3-2-4 15,-1 0 6-15,2 0 5 16,-5 1-12-16,-1-1 17 16,-2-2-13-16,0 1 0 15,-2-4-1-15,0 3 3 16,-2 0 3-16,0-2-11 15,0-2-2-15,0-4 2 16,0 1-1-16,0 7 2 16,0 5-4-16,0 0 2 15,-4 5 0-15,-9 1 3 16,5-2-3-16,-4 5 0 0,-1-2 1 16,0 4-1-16,2 4 0 15,-2-2 0-15,1 4-1 16,3 2 0-16,0-2 1 15,-4 0 0-15,0 0 0 16,-8-5-1-16,2 0 1 16,-6-1 0-16,1-2 0 15,-2 3-10-15,8 2 10 16,-4 3 0-16,7 2 1 16,0-2-1-16,1 2 0 15,3 2 0-15,-2 2 0 16,-1 1 0-16,1 2-1 15,-5 1-2-15,-2 2 2 0,-4 0 0 16,-5 0 0-16,-2 0-2 16,-6 2 0-16,-2 6 3 15,-3-1-1-15,1 0 1 16,1 1 0-16,9-4 1 16,2-2-1-16,4 3 0 15,1 2-1-15,0 1-1 16,5 2 2-16,-1 0 0 15,1 0 0-15,0 4-1 16,-2 0 0-16,-2 2 1 16,3-1 0-16,-5 8 0 15,-6 0-2-15,0 6 2 16,0 6 0-16,-3-4 0 0,10-2 0 16,6-5-1-16,4-2 1 15,8-3-5-15,-1 2 3 16,1 1 2-16,1 2-1 15,-2-1 1-15,1 1 0 16,1 1 0-16,3-4 1 16,2-2-2-16,-2-1 1 15,2 0 0-15,0 5 0 16,0 1 0-16,0 1 0 16,0 1 0-16,0 3 0 15,0-5 0-15,0-2 0 16,0-3 1-16,4-2-1 15,1 1 0-15,1-4-1 16,1 2 1-16,0 0 0 0,-3-3 0 16,1 8 0-16,-3-3 0 15,2 4-1-15,1 0 0 16,-4 0 2-16,5 2-1 16,-4-3 0-16,1 0 0 15,3-3 0-15,-3-2 1 16,2-2-1-16,-2-3 0 15,1-6 0-15,-1 2-2 16,-3-5-5-16,2-1 1 16,-2 1 2-16,2 5 1 0,0 1 2 15,3 1 1-15,-1 4 0 16,3-1 0-16,-1-1-1 16,-1-1 0-16,0 1 0 15,-1-5-2-15,-4-3 1 16,0-3-1-16,0 0 1 15,0 0 1-15,0 0 1 16,0 0 0-16,0 0 2 16,0 0 0-16,0 2-1 15,0-2 0-15,0 0 3 16,0 0-2-16,-14 0 3 16,-8-2-2-16,1-5-2 15,5-3 2-15,-2 2-3 0,4-1 2 16,5 2 4-16,0 0-6 15,1 4 3-15,0-2-3 16,2 3 0-16,4 0 0 16,-3 0 0-16,5 2 3 15,0-1 7-15,0 1-2 16,0 0-1-16,0 0-4 16,0 0 0-16,0 0 0 15,0 0-1-15,0-3 0 16,0 3 0-16,0 0 2 15,0 0-2-15,0 0-2 16,0 0 0-16,0 0 0 16,0 0-1-16,0 0 1 15,0 0-5-15,0 0 4 0,0 0-3 16,0 0-3-16,0 0-13 16,0 4-13-16,11 10 17 15,3 4 16-15,1-1 2 16,3-4-2-16,-2-2 1 15,-4-5-1-15,0-2 0 16,-7-2 0-16,-1-2-1 16,-1 0 1-16,-3 0 1 15,2 0 2-15,0 0 12 16,7-18 26-16,0-14 0 16,0-15-39-16,2 0 1 15,-5-4-3-15,3 1-1 16,-1 1 0-16,0 12-5 15,3 8-16-15,3 14-35 16,-3 6-103-16,-7 0-574 0</inkml:trace>
  <inkml:trace contextRef="#ctx0" brushRef="#br0" timeOffset="50899.9">15416 7481 216 0,'0'0'114'0,"0"0"-59"16,0 0 8-16,0 0-25 15,0 0-25-15,0 0 0 16,-2 4 1-16,2-1 2 16,-4-3 24-16,3 0 6 15,1 0-4-15,0 0-1 16,0 0-23-16,0 2-10 16,0 0-8-16,0 5 0 15,0 4 2-15,0 0-2 0,0-3 1 16,0-4 4-1,0-1-5-15,0-3 1 0,0 0 0 16,0 0 0-16,0 0 1 16,0 0 19-16,0 0 18 15,18 0-2-15,11-7 34 16,13-9-23-16,4-5-34 16,0-4-5-16,1 2 5 15,-1-4-3-15,-6 5-5 16,-11 2 1-16,-9 8 3 15,-9 6-6-15,-5 3-1 16,-4 3-3-16,-2 0 0 16,0 0 0-16,0 0-1 15,0 0-5-15,6 0-29 0,3 0-43 16,3 15-17-16,-8 2-137 16,-4 0-64-16</inkml:trace>
  <inkml:trace contextRef="#ctx0" brushRef="#br0" timeOffset="51318.41">15728 7492 583 0,'0'0'95'0,"0"0"-2"15,0 0-16-15,0 0-35 16,0 0-32-16,0 0-8 0,-11 0-2 15,11 0 4 1,0 0-4-16,0 0 1 0,0 0-1 16,0 0 2-16,0 0 2 15,0 0 3-15,0 0 1 16,0 0-5-16,0 0-2 16,0 0 0-16,0 0-1 15,0 0 0-15,0 0 0 16,0 10-1-16,0 4 1 15,0 6 1-15,0 5 1 16,0 4-2-16,0 3 2 16,0 2-2-16,0 1 0 0,0 2 0 15,0-1 0 1,0-7 1-16,0-6-1 0,0-3 0 16,0-6-1-16,4 1 0 15,1-6 0-15,4 2-12 16,0-1-46-16,-3-8-41 15,4-2-151-15</inkml:trace>
  <inkml:trace contextRef="#ctx0" brushRef="#br0" timeOffset="51475.23">15904 7761 401 0,'0'0'443'0,"0"0"-352"15,0 0-55-15,0 0-36 16,0 0-22-16,0 0-393 16</inkml:trace>
  <inkml:trace contextRef="#ctx0" brushRef="#br0" timeOffset="54269.34">14352 9513 321 0,'0'0'50'16,"0"0"64"-16,0 0-26 16,0 0-1-16,0 0-33 15,0 0-24-15,-36-7-26 16,35 4 1-16,1 1 22 15,-2-2-9-15,-1 1-7 0,3 3 13 16,-2-1-11 0,2 1 5-16,0 0-9 0,0 0-9 15,0 0-4-15,0 0-67 16,0 20-236-16,0 6 188 16</inkml:trace>
  <inkml:trace contextRef="#ctx0" brushRef="#br0" timeOffset="54561.37">14431 9888 404 0,'0'0'101'16,"0"0"-9"-16,0 0-50 15,0 0-37-15,0 0-5 16,0 0-131-16,104-30-185 15</inkml:trace>
  <inkml:trace contextRef="#ctx0" brushRef="#br0" timeOffset="57428.11">9470 9597 39 0,'0'0'203'15,"0"0"-178"-15,0 0 29 0,0 0 3 16,0 0-14-16,0 0 24 16,0-28-9-16,0 28-15 15,-4 0-5-15,2 0-10 16,2 0-8-16,-2 0-3 16,2 0-2-16,0 0-7 15,0 0-2-15,0 0-2 16,0 0 4-16,0 0 1 15,0 0-4-15,0 0-3 16,0 0-2-16,0-3 1 0,0 1-2 16,0-5 2-16,5 1-1 15,10-4 2-15,2-2-4 16,4-2 2-16,6-4-1 16,-3-3 1-16,3 3 0 15,0 0 0-15,-1 3 0 16,1-4 1-16,-2 5-1 15,-3 3 0-15,-1 0 0 16,0-1 3-16,4-2-6 16,2-2 6-16,2 2-1 15,-2 0 0-15,4-2-2 16,0 2 1-16,-2 2-1 16,-2 3 0-16,-3 0 0 15,-2 1 0-15,-4 0 0 16,0 2 4-16,-7 2-4 15,0 0 0-15,-4 2-1 16,4-3 1-16,2 0 0 0,6-2 0 16,2 0 1-16,4-1-1 15,6 0 0-15,2-3 0 16,6-1 2-16,1-2-2 16,0 2 0-16,-5 1 0 15,2-1 0-15,-8-1 1 16,0 3 1-16,-8 1 3 15,-3 2 4-15,-5 3-3 16,-3 1 0-16,1-1-2 16,1 1-1-16,9-2-3 0,6-1 1 15,11-4 0 1,9-2-1-16,7-1 1 0,5-1-1 16,4-2 0-16,-3 2-1 15,3-2 1-15,-6 0 0 16,3 1 0-16,-6 0 0 15,-7 5-1-15,-7 1 1 16,-5 0 1-16,1 1-1 16,2 2 0-16,0 0 1 15,-1-2-1-15,1 1 1 16,3 2-1-16,-1-3 1 16,7 0 0-16,4 0-1 15,0-2 2-15,1 3-2 16,-8 0 0-16,-4 2 1 15,-8 5 0-15,-10-3 0 0,-2 3-1 16,-3 0 1-16,-1 0 0 16,3 0-1-16,3 0 0 15,6 0 1-15,8 0 1 16,1 0-2-16,2-2 0 16,-1-2 3-16,-1 1 0 15,0 1 2-15,-2 2-3 16,-1 0 0-16,-1 0-2 15,-2 0 0-15,-4 0 0 16,0 2 2-16,0 3-2 16,0-3 0-16,3 3 0 15,6-5 0-15,0 0 1 0,4 0 0 16,-5 0-1-16,-4 0 0 16,0 0 0-16,0 0-1 15,4 0 0-15,0 5 1 16,3-1 0-16,0 2 0 15,5-2 1-15,3 0-1 16,6 0 1-16,8-2-1 16,2 0 1-16,0-2-1 15,-6 0 1-15,-7 0 0 16,-8 1 3-16,-8 4-2 16,-6 2-2-16,-6-2 0 15,-2 4 1-15,-1-4-1 16,-1 1 0-16,3-2 1 15,2 2 0-15,3 0 7 16,2 2-1-16,2 1-1 0,2-2-6 16,0 3 2-16,-2 0 0 15,-2 0-1-15,-7-1-1 16,-5-2 1-16,-1 0 0 16,-5 0-1-16,0 1 0 15,0 2 0-15,2 0 0 16,4 2 2-16,1 1-2 15,5-2 0-15,-4 1 1 16,1-2-1-16,-1 1 0 16,-1-4 2-16,-5 0-1 0,-3-4-1 15,-4 1 1-15,-4-1-1 16,0-3 0-16,0 0-1 16,0 1 1-16,0-1 0 15,0 3 0-15,2 1-1 16,2 1 1-16,1 4 3 15,-1 1-2-15,2-3-1 16,2 2 2-16,-5-2-2 16,5-3 0-16,-6 1 0 15,0-5 2-15,-2 0-2 16,0 0 0-16,2 0 1 16,0 2-2-16,1 8-19 15,-3-8-84-15,-11-2-322 16</inkml:trace>
  <inkml:trace contextRef="#ctx0" brushRef="#br0" timeOffset="58543.82">9618 9342 91 0,'0'0'0'0,"0"0"-13"16,0 0 13-16,0 0 1 15,0 0 0-15,0 0 3 0,-42-32 0 16,37 27 27-1,1-2 48-15,-1 2-19 0,0 5 44 16,3 0 4-16,0 0 10 16,2 0-36-16,-2 0-13 15,2 0-6-15,-3 0-4 16,3 0-12-16,0 0-7 16,-1 0-8-16,1 0-9 15,-3 0-11-15,1 0-5 16,2 0-7-16,-2 0 0 15,2 0 0-15,-2 0-4 16,-5 9-1-16,-2 17 0 16,0 9 5-16,-1-1 0 0,0 0 0 15,6 0 0-15,1-2 0 16,1 0 0 0,0-2-2-16,-2-6-14 0,0-4 8 15,-3-8-6-15,7-5 4 16,0-7 4-16,0 0 1 15,0 0 3-15,0 0 2 16,0 0 0-16,0 0 0 16,3 0-2-16,16 0 2 15,10 0 0-15,15-5 0 16,14-9 0-16,12-6-1 16,14-4-36-16,7-4-89 15,-2-6-180-15</inkml:trace>
  <inkml:trace contextRef="#ctx0" brushRef="#br0" timeOffset="58962.16">10421 8524 1 0,'0'0'278'0,"0"0"-223"0,0 0 98 15,0 0 4-15,0 0-68 16,0 0-31-16,0 0-9 15,-39 2-15-15,39-2-2 16,-2 0-16-16,0 0-2 16,-3 2-10-16,-10 10-4 15,-7 10-2-15,-7 12-4 16,-2 6 4-16,5 0 1 16,6 6 0-16,8 2 1 15,3 1-2-15,0 1 0 16,8-1-7-16,1-6-36 15,0-2-5-15,0-5-33 0,0-13-110 16,0-16-167-16</inkml:trace>
  <inkml:trace contextRef="#ctx0" brushRef="#br0" timeOffset="59411.71">10289 8690 670 0,'0'0'128'16,"0"0"-49"-16,0 0-34 16,0 0-17-16,0 0-19 0,0 0-8 15,0-8-1-15,7 8-1 16,4 0 0-16,9 0 1 16,2 0 1-16,7 4-1 15,0 5 1-15,4 1 0 16,-2 2 0-16,4 0-1 15,-4-2 1-15,-7 2-1 16,-2-5 0-16,-6 2 0 16,-3-3 0-16,-4 0 1 15,0 0-1-15,-4-2 0 16,1-2 0-16,-6 0 0 16,0-2 0-16,0 0 6 15,0 0 4-15,0-8 78 16,0-21 14-16,0-12-68 15,-2-8-33-15,-2-2 3 16,1-4-4-16,1-1 0 0,0 5 0 16,2 14 0-16,0 13-2 15,0 13 2-15,0 6-8 16,7 5-45-16,28 0-63 16,7 0-87-16,5 0-317 15</inkml:trace>
  <inkml:trace contextRef="#ctx0" brushRef="#br0" timeOffset="59640.07">10886 8392 723 0,'0'0'119'0,"0"0"-34"15,0 0-31-15,0 0-23 16,0 0-31-16,92-127 0 15,-34 102 0-15,2 2 0 16,-2 5 0-16,-6 4-3 16,-15 8-12-16,-8 6-28 15,-17 0-53-15,-9 6-81 16,-3 14-6-16,-6 3-26 16</inkml:trace>
  <inkml:trace contextRef="#ctx0" brushRef="#br0" timeOffset="59894.82">11123 8323 460 0,'0'0'250'16,"0"0"-188"-16,0 0 21 15,0 0-21-15,0 0-30 16,0 0-13-16,-9 0-15 16,9 0-4-16,0 2 0 15,0 10-2-15,0 9 1 16,2 11 1-16,6 2 1 15,2 4-1-15,-4 4 0 16,1-1 0-16,0 0 0 16,2-3-12-16,4-5-34 0,7-9-41 15,8-12-36-15,16-12-111 16,4-11-166-16</inkml:trace>
  <inkml:trace contextRef="#ctx0" brushRef="#br0" timeOffset="60053.11">11640 8368 848 0,'0'0'97'15,"0"0"-26"-15,0 0 26 16,0 0-20-16,0 0-58 16,0 0-19-16,-9-7-26 15,18 24-79-15,-9 15-27 16,-9 6-280-16</inkml:trace>
  <inkml:trace contextRef="#ctx0" brushRef="#br0" timeOffset="73160.83">8185 10732 104 0,'0'0'234'0,"0"0"-157"16,0 0-4-16,0 0-19 15,0 0-15-15,0 0-19 16,0 0-7-16,0-2-7 16,0 2 12-16,0 0 4 15,0 0-1-15,0 0-5 16,0 0 5-16,0 0-8 16,0 0-2-16,0 0 0 0,0 0-7 15,0 0-4 1,0 0 3-16,0 0-2 0,0 0-1 15,0 0-1 1,0 0 1-16,0 0 1 0,0 0 11 16,0 0 10-16,0 0-4 15,0 0 4-15,0 0-4 16,0 0-12-16,0 0-5 16,0 0-1-16,0 0 1 15,0 0 0-15,0 0-1 16,0 0 1-16,0 0-1 15,0 0 3-15,0 0 0 16,0 0 1-16,0 0 12 16,-3 0-8-16,3 0-7 0,0 0-1 15,0 0 0-15,0 0 0 16,-2 0 0-16,2 0 0 16,0 0-2-16,-2 0 2 15,-10 19-6-15,-5 12 4 16,-8 11 2-16,-4 7 0 15,2-2 0-15,0 3-4 16,2 0 4-16,-4 3 6 16,2-2-6-16,0-5-1 15,2 0 1-15,3-3 0 16,-3 1 1-16,-4 1 0 16,1-5-1-16,-3 4 0 15,-6-6 1-15,6-4-1 0,-2 0 0 16,1-8 1-16,8-4-1 15,-3 0 0-15,3 0 1 16,-1-3 2-16,-1 2-2 16,1-5-1-16,0-4 1 15,4 0-1-15,-4-3 1 16,0-4 1-16,-4 3-1 16,-4-1 2-16,0-1-1 15,-6-5-2-15,7 2 0 16,3-3 2-16,2 0 5 15,2 0 8-15,0 0-5 16,1-8 8-16,-3-2-10 16,-2-1 1-16,-3-2-6 15,3-3 0-15,-2-2 3 0,-1-3-2 16,4 1 18-16,4 0-11 16,2 2 7-16,1-2-11 15,6-2-5-15,-3 1-1 16,-2-2-1-16,0-3 0 15,-2 2 0-15,-5-6 0 16,-7 2-1-16,-6-5 1 16,-2 1 0-16,0 3 4 15,4-2-3-15,5 5-1 16,4-2 0-16,4 2 0 16,5 1 0-16,5 2 1 15,3 0-2-15,3-3 1 16,3 1-1-16,1-5-1 15,-2 0 2-15,3-2 0 0,-1 1 0 16,3 1-1-16,0 0-1 16,2 2 2-16,-2-2 0 15,2 2 0-15,-3 4 0 16,-1 2 1-16,2 1-1 16,0 8 1-16,2-1-1 15,0 2 0-15,0-4 1 16,0-4 0-16,0-7-2 15,0-7-1-15,15-4 2 16,8-4-2-16,4-1 1 16,2 2-1-16,0 5 2 15,2 2-1-15,0 0 0 16,-8 5 1-16,2 4-1 0,-6 2 1 16,-6 5 0-1,0 3 1-15,-4-1-2 0,0 0 2 16,0 0-2-16,0-1 2 15,0 1-2-15,-1 3 1 16,4 3 0-16,1-3 0 16,3-2 0-16,9-2-1 15,4-5 0-15,4 0 0 16,5 0 2-16,-3 1-1 16,3 4 0-16,-2-1-2 15,-2 2 2-15,-11 4 0 16,-2 6 0-16,-5 0 2 15,-3 2-3-15,0 0 1 0,2 2 0 16,5-5-1-16,5 4 0 16,6-4 1-16,3 2 0 15,4-4 0-15,-5 4-2 16,-3 1 1-16,-6 0 1 16,-4 2-2-16,0-3 2 15,-2 3-1-15,-5 1 1 16,-2-1 0-16,-4 0-1 15,0 2 1-15,-3 0 0 16,2 0-1-16,9 0 1 16,4 0 0-16,7 0 0 15,6 0 0-15,1 0 0 0,1 0-1 16,-3 0 1-16,-4 4 0 16,-3-1-1-16,-5 4 0 15,-6-3 1-15,-5-3 0 16,0 2-1-16,-4-2 1 15,0 2-1-15,-1-2 1 16,-2 4-3-16,4-3-2 16,0 3 0-16,4 0-7 15,-3-1 6-15,1 1 6 16,-1 0-3-16,0 1 2 16,-2-2-6-16,-1 0-3 15,-3-4 7-15,0 0-2 0,0 0 2 16,0 0 3-16,0 0 3 15,0 0-1 1,0 0-1-16,0 0 2 0,0 0 2 16,0 0-5-16,0 0-4 15,0 0 3-15,0 0 1 16,0 0-1-16,0 0 1 16,0 0 0-16,0 0 0 15,0 0-1-15,0 0-1 16,0 0 3-16,0 0-1 15,0 0 1-15,0 0 0 16,0 0-1-16,0 0 5 16,0 0 0-16,0 0 21 0,-13-8-25 15,0-5-1 1,-3 1 4-16,3 0-3 0,-3 3 3 16,1 3-3-16,-1 1 2 15,1 2-3-15,-5 1-1 16,0 0 0-16,0 0 0 15,2 2 1-15,9 0 2 16,0-3-2-16,7 3 1 16,0-2 1-16,2 2-2 15,0-2 0-15,0 2-4 16,0 0 3-16,0 0 1 16,-2 0 1-16,2 0 0 15,0 0 2-15,0 0-3 0,0 0-2 16,0 0 2-1,0 0 3-15,0 0-3 0,0 0 0 16,0 0-3-16,0 0 3 16,0 0 0-16,0 0 2 15,0 0-2-15,0 0 0 16,0 0 2-16,0 0-2 16,0 0 0-16,0 0-2 15,0 0 2-15,0 0 3 16,0 0-3-16,0-5 0 15,0-2 4-15,-5 0 3 16,2-4-5-16,-1 6-2 16,0-4 0-16,-2 1-2 15,-1 1 2-15,-3-2 0 0,4 4 0 16,1 1 1-16,1 1 1 16,4 2-4-16,-2 1 5 15,2 0-6-15,0 0 3 16,0 0-2-16,0 0-1 15,0 0 1-15,0 0-3 16,0 0 3-16,0 0 2 16,0 0 0-16,0 0 0 15,0 0 0-15,0 0 0 16,0 0-3-16,0-3-3 16,0 3-3-16,9 0-16 15,11 0 0-15,7 0 24 0,6 0-2 16,1 0-2-1,3 0-3-15,1 0 5 0,-3 0-3 16,0-2 4-16,-4 0 1 16,-12 0 1-16,-7 1 0 15,-8 1 0-15,-4 0 2 16,0 0-2-16,0 0 1 16,0 0 3-16,0 0 3 15,0 0-3-15,0 0-4 16,0 0 0-16,0 0 0 15,0 0-1-15,0 0 1 16,0 0 0-16,0 0 0 16,0 0-2-16,0 5 1 15,0 9 1-15,0 6 0 16,0 10 1-16,-6 6 1 0,-4 9-2 16,2 7-2-16,3 1 2 15,1 0 2-15,0-2-2 16,1-10 0-16,0-7-2 15,1-3 2-15,-2-12-1 16,2-5 1-16,0-10 3 16,-1-1-3-16,3-3 2 15,0 0 1-15,0 0-2 16,0 0 2-16,0-3-3 16,3-24-38-16,-3-12-847 15</inkml:trace>
  <inkml:trace contextRef="#ctx0" brushRef="#br0" timeOffset="74277.98">5875 11672 224 0,'0'0'199'15,"0"0"-94"-15,0 0 59 16,0 0-58-16,0 0-3 16,0 0-45-16,-47-44-12 15,45 44-25-15,-1 0-9 0,3 0-10 16,-2 0-2-16,2 0-5 16,-2 0 3-16,-2 14-3 15,-8 16-3-15,-3 10 7 16,2 4 1-16,-1-2-1 15,6 3-3-15,-2-1-3 16,1 2 5-16,-2 2-9 16,1-4-11-16,-1 4-3 15,1-6-4-15,4-6-47 16,2-7-10-16,4-15-62 0,0-14-70 16,0-18-67-1</inkml:trace>
  <inkml:trace contextRef="#ctx0" brushRef="#br0" timeOffset="74727.5">5777 11698 518 0,'0'0'194'0,"0"0"-167"16,0 0-2-16,0 0-20 16,0 0-5-16,0 0-1 15,15-14 1-15,-1 14 0 16,1 2 3-16,4 8-3 15,3 2 1-15,2 5-1 16,3-3 1-16,0 3-1 16,0 3 0-16,2 1 2 0,-5 1-2 15,-1-4 2 1,-4-2-1-16,-3-4-1 0,-3-5 1 16,-4-2-1-16,-2-3 0 15,-4-2 1-15,-3 0 0 16,0 0 9-16,0 0 59 15,0 0 9-15,0 0-21 16,0-12-10-16,0-18-24 16,-3-9-22-16,-4-3 0 15,3-2 1-15,-3-4 2 16,1-1-4-16,1 9 2 16,3 3-1-16,2 9-1 15,0 10-1-15,0 4 1 16,0 7 0-16,0 1-5 0,5 3-27 15,14 3-38-15,12 0-53 16,10 0-41-16,-1 2-93 16</inkml:trace>
  <inkml:trace contextRef="#ctx0" brushRef="#br0" timeOffset="74969.25">6274 11729 427 0,'0'0'263'16,"0"0"-143"-16,0 0-37 16,0 0-44-16,0 0-25 15,0 0-10-15,-11 0-4 0,11 0 0 16,9-8-1-16,9-8 1 16,9-5 1-16,2 1 0 15,0 0 1-15,1 6-2 16,-1 5-3-16,-4-2-53 15,-5 7-32-15,-7 4-73 16,-11 0-63-16,-2 0-38 16</inkml:trace>
  <inkml:trace contextRef="#ctx0" brushRef="#br0" timeOffset="75210.56">6421 11694 224 0,'0'0'225'0,"0"0"-81"16,0 0-14-16,0 0-35 15,0 0-33-15,0 0-18 16,-10 0-17-16,10 0-16 0,-3 0 0 16,3 0-9-16,0 2 1 15,0 0-3-15,0 8-4 16,0 7 4-16,0 11 0 16,5 6 1-16,3 10-1 15,5 4 0-15,-1 6 0 16,-3 9-42-16,1 2-35 15,-2-4-83-15,-5-17-185 16</inkml:trace>
  <inkml:trace contextRef="#ctx0" brushRef="#br0" timeOffset="75363.75">6795 11905 863 0,'0'0'65'16,"0"0"-31"-16,0 0-34 16,0 0-88-16,0 0-347 15</inkml:trace>
  <inkml:trace contextRef="#ctx0" brushRef="#br0" timeOffset="84013.08">9353 10311 136 0,'0'0'52'0,"0"0"9"0,0 0 3 16,0 0-3-16,0 0-8 15,0 0-11-15,0 0-9 16,0 0-9-16,-3 0-2 16,3 0-10-16,0 0-4 15,0 0 0-15,0 0 1 16,0 0-7-16,0 0 0 15,0 0 1-15,0 0 0 16,0 0 3-16,0 0-6 16,0 0-5-16,0 0 3 15,0 0-6-15,0 0 3 16,0 0 5-16,5 3 2 0,7 2 2 16,3 2-1-16,0 0-3 15,1 0 0-15,-2 0-1 16,3-1 1-16,-1 1 3 15,-2-4-3-15,-2-1 0 16,1 2 0-16,1-1 0 16,-3 2 0-16,1-1-2 15,-1 0 2-15,2 2 0 16,1-2 0-16,-2 0 0 16,2 0 0-16,-1 0 0 15,2-2 5-15,2 2-5 0,1-2-1 16,-1 1-1-1,1 2 2-15,-3-3 2 0,0 0-2 16,-1 1 0-16,0-1-1 16,-2 1 2-16,3 1-3 15,-2 1 4-15,0 2-3 16,3-1 1-16,0 1-1 16,1 0-2-16,2-2 3 15,-2 4 3-15,1-4-3 16,-2 2 0-16,2-5 0 15,-5 2 1-15,3-4-1 16,-6 2 1-16,2 3 4 16,-5-4 5-16,1 1 1 15,4 0 3-15,-1 0 1 0,4-2 6 16,3 0-9-16,4 2-8 16,1-2 0-16,-1 0-2 15,0 0 0-15,-1 0-2 16,-2 0-1-16,-1 0 1 15,1 0 0-15,-6 0 0 16,-3 0 0-16,0 0 0 16,-1 0 0-16,1 0 0 15,2 3 1-15,3-3-1 16,-1 0 0-16,1 0 0 16,1 0 1-16,-3 0 0 0,6 0 0 15,-4 0-1 1,1 0 0-16,1 0 0 0,1 0 2 15,3 0-2-15,-2 0 1 16,4 0-1-16,-3 0 0 16,2 0 0-16,-4 0 0 15,2-3 1-15,-5 1-1 16,6 2 0-16,-4-2 0 16,5 2 0-16,1-2 1 15,-4 0-1-15,6 1 0 16,0-4-2-16,0 2 2 15,4-2 0-15,-6-2 2 16,3 5-2-16,-2-3 0 16,3-2-1-16,-1 4 1 15,3-1 0-15,3 0 0 0,1-2 0 16,5 0 1-16,2-3 0 16,2 4 2-16,4-4-3 15,-2 4 1-15,-2-2 0 16,-2-2 0-16,-2 1 0 15,-3-2-1-15,1 4 5 16,1-5-4-16,-4 4 7 16,0 0 5-16,-2-4-4 15,0 5-1-15,1-2-7 16,-1 1 1-16,0 2-2 16,-2 1 3-16,2-1-2 15,-2 0 2-15,-1-2-3 0,0 2 1 16,-4-1-1-1,3-3 3-15,-3 2-2 0,3-3 8 16,-2-1-1 0,2 4-6-16,0-4 1 0,0 4-2 15,4-5 0-15,0 2 0 16,0-3 0-16,3 1 1 16,-1 1 1-16,0-1-1 15,3-3 5-15,0 2-4 16,8-1 6-16,0-2-6 15,6 1-2-15,-8 3-1 16,-5 4 0-16,-2 2 1 16,-14 1-2-16,0 0 1 0,-6-2-1 15,-3 2 1-15,1-1 1 16,5-4 0-16,1-1 10 16,6 2-2-1,1-3-3-15,2 0-4 16,-1-1-2-16,-3 6 1 0,-3-3-1 15,-4 1 1-15,-1 2 0 16,-1-1 1-16,-4 2-2 16,3-2 2-16,-1 0-2 15,2-1 1-15,1-1-1 16,4 1 0-16,4-4 1 16,8 1 0-16,6-4-1 0,7-2 0 15,1 1 1 1,2 0 0-16,-4-1 1 0,-7 7-2 15,-8 1 0-15,-4 1 1 16,-9 5-1-16,-5 1 0 16,-5-2 1-16,3 3 0 15,1-3 5-15,5-4-6 16,3 1 11-16,4-2 0 16,-1 0-2-16,3 1-6 15,-2-2-1-15,1 3 1 16,-6 2-2-16,-2 2-1 15,-7 4 0-15,-4 0 1 16,-2 0-1-16,-2 0 1 16,0 0 0-16,0 0 0 15,0 0 0-15,0 0 5 0,0 0 4 16,0 0 0-16,0 0 2 16,0 0-3-16,0-3 0 15,0 3-3-15,0 0 1 16,0 0-5-16,0 0 1 15,2-3 3-15,7-8-4 16,7-1-2-16,-3-3-1 16,3 3 0-16,-8 7 1 15,-1 5-12-15,-2 0-29 16,-5 0-58-16,0 0-255 16</inkml:trace>
  <inkml:trace contextRef="#ctx0" brushRef="#br0" timeOffset="84761.57">13333 9585 560 0,'0'0'65'16,"0"0"37"-16,0 0-31 0,0 0-39 15,0 0-16-15,0 0-10 16,0-2-4-16,0 2-1 16,0 0 7-16,0 0 11 15,0-2-1-15,0 2-8 16,0 0-2-16,0 0-4 15,0-3-1-15,0 3-3 16,0 0-1-16,0 0-2 16,8 0 2-16,2 0 0 15,13 0 1-15,6-5 0 16,7-2 1-16,7 0 0 16,-2 0-1-16,1-1 1 15,-5 3-1-15,-6 1 0 16,-2 0 0-16,-7 0 2 0,-8 4-2 15,-8 0 0-15,-4 0 0 16,-2 0 1-16,0 0-1 16,0 0 4-16,0 0 15 15,0 0 8-15,0 0-7 16,0 0 1-16,0 0-7 16,0 0-7-16,-2 0-7 15,2 0-2-15,0 0 2 16,0 0-1-16,0 0 0 15,0 0 0-15,0 0-1 16,-4 8 0-16,-3 8 1 16,-2 11 1-16,-4 2 2 15,1 3-1-15,-3 2-1 0,-3 4-2 16,-2 4 2 0,0 6 0-16,2-3 0 0,2-3 0 15,6-8 0-15,0-8-20 16,6-10 20-16,2-10 0 15,2-4-1-15,0-2 1 16,0 0-1-16,0 0-1 16,0 0 1-16,0 0-18 15,0-2-23-15,18-22-64 16,-3-8-254-16</inkml:trace>
  <inkml:trace contextRef="#ctx0" brushRef="#br0" timeOffset="86112.65">11067 10868 410 0,'0'0'137'16,"0"0"-61"-16,0 0 17 15,0 0-28-15,0 0-33 16,0 0-11-16,-4 3-5 16,4-3 9-16,-3 0 11 15,1 0-4-15,2 0-3 16,-2 0-7-16,0 0-2 16,2 1-12-16,0-1-1 0,0 0-3 15,0 0-4 1,0 0 0-16,0 0-1 0,0 0-2 15,15 0 2-15,18-4 1 16,12-10 0-16,8-6 0 16,7 0 1-16,3-6 1 15,4-2-1-15,0 0-1 16,-7-3 1-16,-2 6 1 16,-14 3 1-16,-15 6-2 15,-8 7-1-15,-15 6 3 16,-1 3-3-16,-3 0-1 15,-2 0-1-15,0 0-7 16,0 0-32-16,0 10-51 16,-4 20-154-16,-26 7 154 15,-5 0-204-15</inkml:trace>
  <inkml:trace contextRef="#ctx0" brushRef="#br0" timeOffset="86462.19">11495 10830 579 0,'0'0'125'0,"0"0"-16"15,0 0-28-15,0 0-34 16,0 0-24-16,0 0-14 16,-11 0-5-16,11 0-4 15,-2 0 1-15,2 0 3 0,0 0-4 16,-2 0 0-16,2 0-2 15,0 0 1-15,0 4 0 16,0 10-2-16,0 9 3 16,0 5 2-16,0-1 0 15,5 4-2-15,3-2 1 16,0-2 0-16,0-3-1 16,0-6-1-16,0-4 1 15,2-5 0-15,-1 0-1 16,2 0-5-16,3-2-24 15,1 3-25-15,-1-4-65 16,-3-6-173-16</inkml:trace>
  <inkml:trace contextRef="#ctx0" brushRef="#br0" timeOffset="86625">11810 10976 862 0,'0'0'91'16,"0"0"-39"-16,0 0-28 16,0 0-24-16,0 0-9 15,0 0-80-15,0-9-313 16</inkml:trace>
  <inkml:trace contextRef="#ctx0" brushRef="#br0" timeOffset="100217.7">16518 4257 24 0,'0'0'86'0,"0"0"-28"16,0 0-31-16,-121 48 160 15,121-37-187-15,0 4-33 16,0-1-24-16,20-5-154 16</inkml:trace>
  <inkml:trace contextRef="#ctx0" brushRef="#br0" timeOffset="100729.4">16785 4279 436 0,'0'0'208'0,"0"0"-126"0,0 0 8 15,0 0-9-15,0 0-48 16,0 0-20-16,-22-22-5 15,22 22-2-15,0 0-6 16,0 0 0-16,0 0-6 16,0 0-3-16,0 22-18 15,0 12 17-15,0 7 10 16,0 5 0-16,0 2 0 16,3 1 0-16,2 0 0 15,2-2 0-15,-1 0 0 16,6-5-2-16,-2-2-4 0,5-1-5 15,-2-5-44-15,-3-3 20 16,2-4-52-16,-2-12-103 16,-2-15-20-16</inkml:trace>
  <inkml:trace contextRef="#ctx0" brushRef="#br0" timeOffset="100940.71">16850 4279 507 0,'0'0'194'16,"0"0"-146"-16,-39-116 31 16,39 85-32-16,0 2-3 15,10-1-38-15,23 2-6 0,7 3-1 16,4 11-3-16,-1 10-18 16,-10 4-39-16,-8 18-35 15,-12 24-80-15,-13 17 51 16,0 9-32-16,-31 2-39 15</inkml:trace>
  <inkml:trace contextRef="#ctx0" brushRef="#br0" timeOffset="101094.9">16846 4557 308 0,'0'0'133'16,"0"0"25"-16,0 0-23 15,0 0-8-15,0 0-102 0,0 0-15 16,59-7-9-1,8-11 0-15,11 0-1 0,0 3-85 16,-13 1-156-16,-19-1-182 16</inkml:trace>
  <inkml:trace contextRef="#ctx0" brushRef="#br0" timeOffset="101610.31">17315 4437 478 0,'0'0'129'16,"0"0"2"-16,0 0-13 0,0 0-94 15,0 0-24 1,0 0-6-16,-43 34-5 0,41-8 8 16,2-2 2-1,0 1-2-15,0-5-1 16,0-4-3-16,2-2-14 0,10 0 8 16,-5-6-6-16,-1-2 6 15,-4-5-18-15,-2-1 10 16,0 0 21-16,0 0 12 15,0 0 27-15,0 0 39 16,0-12-31-16,0-14-41 16,0-4 3-16,0-3 0 15,0-2-9-15,8 5 1 16,0 6 33-16,1 9-22 16,3 0-6-16,0 8-6 0,2 2 0 15,4 5-2-15,4 0-4 16,3 5 4-16,-1 13-1 15,1 1 2 1,-7 4-5-16,-5-1-11 0,-5-5-4 16,-2-3 8-16,-2-4 7 15,-2-3 6-15,-2-6-1 16,0-1 1-16,0 0 8 16,0 0 19-16,0 0 38 15,0-8-1-15,0-20-23 16,0-12-41-16,0-13-10 15,17-5-12-15,24-3-38 16,8 6-33-16,2 16-68 16,-6 12-183-16</inkml:trace>
  <inkml:trace contextRef="#ctx0" brushRef="#br0" timeOffset="101912.73">18412 3884 73 0,'0'0'661'0,"0"0"-529"16,0 0-81-16,0 0-4 15,-116-28-42-15,74 67-5 0,-8 12-5 16,2 13 4-16,7 2 1 15,14-1-2-15,14-6 1 16,11-4 0-16,2-3-1 16,8-2-2-16,31-4 3 15,12-6-3-15,19-5 1 16,30-14-2-16,20-9-2 16,16-12-47-16,-7-2-172 15,-22-36-309-15</inkml:trace>
  <inkml:trace contextRef="#ctx0" brushRef="#br0" timeOffset="102466.02">19052 4279 522 0,'0'0'223'15,"0"0"-99"-15,0 0-75 16,0 0-10-16,0 0-16 16,0 0-17-16,-7 0 0 15,7 0 6-15,0 0 9 16,0 0-7-16,0 0 4 16,0 0-3-16,0 0-8 0,0 0 1 15,0 0-2 1,0 0-3-16,0 0 3 0,0-8 9 15,0-14-1-15,0-9-13 16,7-5-1-16,3-4 1 16,-2-2 0-16,-4-1-1 15,-4 4 2-15,0 5-1 16,0 8 7-16,0 6-1 16,0 6 8-16,-9 6-5 15,2 4 3-15,3 4 0 16,2 0-12-16,0 0-1 15,-1 0-8-15,-3 0-3 16,-8 29-17-16,-1 12-23 16,-3 14 48-16,5 0 4 15,6-2-1-15,7-6 0 0,0-1 0 16,0-3 0-16,22-7-2 16,6-4-9-16,8-6 6 15,3-8-9-15,-1-2 9 16,0-8-16-16,6-4-30 15,-7-4-63-15,-5-9-201 16</inkml:trace>
  <inkml:trace contextRef="#ctx0" brushRef="#br0" timeOffset="102657.71">19087 3956 560 0,'0'0'142'15,"0"0"-46"-15,0 0-12 16,0 0-49-16,0 0-16 16,0 0-19-16,-29-30-4 15,45 25-10-15,15 5-34 16,11-3 28-16,10 1-99 16,0 0-109-16,-8-3-131 15</inkml:trace>
  <inkml:trace contextRef="#ctx0" brushRef="#br0" timeOffset="103814.48">19502 4164 577 0,'0'0'248'0,"0"0"-113"0,0 0-54 16,0 0-19-16,0 0-30 15,0 0-28-15,-18-1-4 16,18 1-6-16,0 0-5 16,4 0-25-16,21 0-32 15,4 17 19-15,0 3-58 16,-11 6-174-16,-14-2-186 15</inkml:trace>
  <inkml:trace contextRef="#ctx0" brushRef="#br0" timeOffset="103959.3">19533 4466 383 0,'0'0'151'0,"0"0"95"0,0 0-160 15,0 0-22-15,0 0-63 16,0 0-1-16,179-87-51 15,-100 53-157-15,-12-2-216 16</inkml:trace>
  <inkml:trace contextRef="#ctx0" brushRef="#br0" timeOffset="104259.42">20086 3976 565 0,'0'0'188'0,"0"0"-102"15,0 0-27-15,0 0-47 0,0 0-12 16,0 0-5-16,-62 61 5 16,44-22-3-16,7-5 3 15,8-7 0-15,3-4-1 16,0-3-2-16,16-8 1 16,4-4-5-16,5-8 7 15,6 0 1-15,9-25 7 16,5-18 6-16,-3-11 0 15,-9 1-4-15,-13 2 13 16,-13 11-22-16,-7 12-1 0,-4 18-7 16,-32 10-15-1,-6 13-50-15,1 24-84 0,14 4-155 16</inkml:trace>
  <inkml:trace contextRef="#ctx0" brushRef="#br0" timeOffset="104441.17">20798 4221 817 0,'0'0'139'0,"0"0"-90"16,0 0 15-16,0 0-45 16,0 0-19-16,0 0-8 0,-35 66-68 15,12-11 31-15,-4 20-15 16,4-11-158-16,14-13-131 15</inkml:trace>
  <inkml:trace contextRef="#ctx0" brushRef="#br0" timeOffset="105760.31">21537 4134 269 0,'0'0'312'0,"0"0"-124"16,0 0-132-16,0 0-15 16,0 0-4-16,0 0-13 15,-24 3-14-15,24-3-1 0,0 0 2 16,0 0 11-1,0 0 5-15,0-10 2 0,0-14-3 16,0-13-23-16,6-1-3 16,-4 2 1-16,-2 4-1 15,0 10 3-15,0 5 3 16,0 10 3-16,0 2 3 16,0 5-1-16,0 0-11 15,0 0-8-15,0 7-3 16,0 23-9-16,0 12 11 15,0 7 8-15,6 1 0 16,11-5-24-16,1-2 15 16,-1-1-14-16,-1-6-16 15,-7-5-42-15,-3-2-53 0,-1-14-126 16,2-15-142-16</inkml:trace>
  <inkml:trace contextRef="#ctx0" brushRef="#br0" timeOffset="105919.73">21700 3921 529 0,'0'0'194'0,"0"0"-71"16,0 0-51-16,0 0-47 16,0 0-25-16,0 0-34 15,60-25-38-15,-6 27-173 0</inkml:trace>
  <inkml:trace contextRef="#ctx0" brushRef="#br0" timeOffset="106163.28">22054 4014 347 0,'0'0'92'15,"0"0"-82"-15,0 0 1 16,0 0-5-16,0 0-6 15,0 0-8-15,-80 38 8 16,80-31-6-16,0-4 6 16,7 1 1-16,2 3 1 0,4-4-1 15,3 2 2-15,9-3-3 16,12-2 6-16,13 0-6 16,6-12-46-16,12-14-235 15</inkml:trace>
  <inkml:trace contextRef="#ctx0" brushRef="#br0" timeOffset="106411.36">22503 3785 641 0,'0'0'153'0,"0"0"-41"16,0 0-52-16,0 0-43 16,0 0-16-16,0 0-1 15,-106 25-1-15,102 5-1 0,4-4 1 16,0 0-2-16,23-2 0 15,6 1 0-15,4-4 1 16,2 4 1-16,8-2 0 16,-3 1 2-16,0 2 0 15,-4-2-1-15,-12 2-1 16,-12 3-65-16,-12 3 27 16,-25-3-129-16,-33-4-58 15</inkml:trace>
  <inkml:trace contextRef="#ctx0" brushRef="#br0" timeOffset="106562.14">22551 3727 553 0,'0'0'79'0,"0"0"1"16,0 0-73-16,164-103-7 15,-102 100-1-15,1 3-88 16,-4 0-381-16</inkml:trace>
  <inkml:trace contextRef="#ctx0" brushRef="#br0" timeOffset="106929.56">23838 3904 968 0,'0'0'72'0,"0"0"26"0,0 0 0 16,0 0-49-16,0 0-47 16,0 0-2-16,0-50 0 15,-2 30 0-15,-2-7-2 16,-2 0 0-16,-2 1-1 16,-1 2 3-16,-1 3-1 15,2 10 1-15,3 4 0 16,1 7-1-16,0 0 1 15,4 0-10-15,-5 0-4 0,-2 26-18 16,1 13-41 0,-3 10 72-16,7-4-5 0,2-3-17 15,2-6 17 1,25-6-4-16,8-1-3 0,7-8-23 16,14-6 2-16,6-13-37 15,-3-2-95-15,-8-25-422 16</inkml:trace>
  <inkml:trace contextRef="#ctx0" brushRef="#br0" timeOffset="107099.07">23909 3237 690 0,'0'0'213'0,"0"0"-114"0,0 0-35 16,0 0-36-16,0 0-28 15,0 0-10-15,-46-49-73 16,86 67-15-16,4-7-132 16</inkml:trace>
  <inkml:trace contextRef="#ctx0" brushRef="#br0" timeOffset="107719.39">24163 3513 697 0,'0'0'136'15,"0"0"-39"-15,0 0-25 0,0 0-40 16,0 0 7-16,0 0-29 16,-49-57-10-16,56 50-4 15,40-5-3-15,24-4 4 16,14-5 2-16,0 8-16 15,-10 3-27-15,-13 4-30 16,-14 2-70-16,-26 0-195 16</inkml:trace>
  <inkml:trace contextRef="#ctx0" brushRef="#br0" timeOffset="107925.46">24304 3355 576 0,'0'0'211'0,"0"0"-49"0,0 0-64 16,0 0-47-16,0 0-24 16,0 0-21-16,-11-10-6 15,11 10-12-15,0 19-11 16,4 17-6-16,7 15 22 16,-4 9-40-16,4 2-13 15,-2-8-53-15,-1-11-112 16,8-25-167-16</inkml:trace>
  <inkml:trace contextRef="#ctx0" brushRef="#br0" timeOffset="108126.02">24671 3296 656 0,'0'0'199'0,"0"0"-98"0,0 0-26 16,0 0-21-16,0 0-32 15,0 0-22-15,-4-36-10 16,49 34-42-16,10 0 14 16,-1 0-79-16,-9-6-146 15,-16-4-79-15</inkml:trace>
  <inkml:trace contextRef="#ctx0" brushRef="#br0" timeOffset="108261.24">24872 3178 205 0,'0'0'320'0,"0"0"-131"16,0 0-73-16,0 0-48 0,0 0-54 15,0 0-14-15,-116 44-2 16,100 0 2-16,3 9-1 16,7 2 1-16,1 3-6 15,5 3-61-15,0-13-121 16,-2-16-269-16</inkml:trace>
  <inkml:trace contextRef="#ctx0" brushRef="#br0" timeOffset="108513.04">24977 2967 836 0,'0'0'47'15,"0"0"-41"-15,0 0-6 16,0 0 2-16,0 0 3 15,107 163 1-15,-59-85-6 16,-1 10 0-16,-9 23 0 16,-9 19 0-16,-17 22 5 15,-12 22-5-15,-60 11-42 16,-52-15-117-16,-31-25-408 16</inkml:trace>
  <inkml:trace contextRef="#ctx0" brushRef="#br0" timeOffset="109645.18">18702 5606 110 0,'0'0'538'0,"0"0"-441"16,0 0-74-16,0 0 21 16,0 0-2-16,0 0-15 15,-39-86-27-15,39 86-4 16,11 0-3-16,8 5 0 15,5 18 7-15,1 12 0 16,-5 9 0-16,-8 6 0 16,-6 6 1-16,-6 4 1 15,0-6 1-15,0-8-3 0,0-10 2 16,0-7-2-16,0-6 2 16,2 0-2-16,14 1 1 15,1 0 0-15,6-4-1 16,-1-2 2-16,3-4-2 15,-8-2 1-15,-1-3-2 16,-10-2 2-16,-3-6-2 16,-3 2 1-16,0 6 0 15,-3 8-11-15,-27 15-24 16,-20 12 23-16,-12 0-132 16,6-10-136-16</inkml:trace>
  <inkml:trace contextRef="#ctx0" brushRef="#br0" timeOffset="109789.45">19152 6156 767 0,'0'0'81'16,"0"0"-81"-16,0 0-93 15,0 0-424-15</inkml:trace>
  <inkml:trace contextRef="#ctx0" brushRef="#br0" timeOffset="116026.04">17442 7931 224 0,'0'0'96'16,"0"0"160"-16,0 0-172 15,0 0-33-15,0 0 13 16,0 0-36-16,0 0 3 16,-27-13-21-16,25 13 11 15,0 0 10-15,-1 0 0 16,2 0-8-16,-1 0-15 16,2 0-7-16,-3 0-1 0,-11 0-1 15,-10 18 1 1,-7 7-5-16,-1-1 3 0,13-2 1 15,7-6-3 1,4 4 3-16,1 3-1 0,-1 6 2 16,0 0 0-16,6-6 0 15,2 1-2-15,0-4 0 16,0 3 0-16,0-2 1 16,4 5 1-16,8 4 0 15,-1-1 0-15,3-2-3 16,-4 0 3-16,3-6 0 15,1-4 0-15,-1-5-3 16,3-4 0-16,-3-4 1 16,3-4 1-16,-1 0 1 15,8 0 1-15,0-14 2 16,2-13-1-16,3-10 5 0,-7-3 1 16,0-6-5-16,-2-3 8 15,-9 5 8-15,-3-4-16 16,-3 7 1-16,-4 4 9 15,0 1-9-15,0 9 8 16,-4 6-10-16,-5 6-1 16,1 10-1-16,0 1-1 15,2 4-24-15,-5 0-34 16,-4 20-64-16,9 4-66 16,6-7-120-16</inkml:trace>
  <inkml:trace contextRef="#ctx0" brushRef="#br0" timeOffset="116326.6">18294 7720 615 0,'0'0'145'0,"0"0"-7"15,0 0-66-15,0 0-53 16,0 0 1-16,0 0-14 0,-12-6-6 16,12 6-5-16,0 0 3 15,0 12-1-15,0 11 3 16,0 9 1-16,0-1-1 16,7 6 1-16,5 0-1 15,5 5-3-15,6 2-27 16,6 4-17-16,4-3-42 15,5-7-110-15,0-14-138 16</inkml:trace>
  <inkml:trace contextRef="#ctx0" brushRef="#br0" timeOffset="117012.27">19170 7680 540 0,'0'0'110'15,"0"0"-50"-15,0 0 8 16,0 0-61-16,0 0-5 16,0 0 0-16,-102 6 1 15,90-3-1-15,1-3 1 0,-1 0 4 16,6 0 19-16,-1 0 3 16,2 0 8-16,2 0-15 15,3 0-11-15,0 0 0 16,0 0-9-16,0 0 4 15,0 0-3-15,12-9-3 16,16-1-3-16,7 2 1 16,4 3 1-16,0 5-1 15,1 0 0-15,-4 3 2 16,-3 17-1-16,-6 6-4 16,-2 8 5-16,-7 8-3 15,-9 6-3-15,-9 4-7 0,0-3 5 16,0-3 8-1,-21-6-2-15,-8-2 2 16,-2-6 0-16,-4-6-1 16,-3-6-2-16,7-6 3 0,2-8 3 15,5-3 2-15,8-3-3 16,4 0 2-16,6-11 0 16,4-10-4-16,2-6 0 15,0 1-2-15,15 0 0 16,6 4 2-16,1 7-1 15,0 6 1-15,-2 7-2 16,2 2-1-16,7 0 1 0,2 9-2 16,5 8 1-1,7 5-44-15,9-2-55 0,20-4-115 16,16-7-19-16</inkml:trace>
  <inkml:trace contextRef="#ctx0" brushRef="#br0" timeOffset="117611.93">20177 7614 695 0,'0'0'72'15,"0"0"59"-15,0 0-103 16,0 0 13-16,0 0-15 16,0 0 1-16,-24-18-23 15,24 18-4-15,0 0-2 16,5-4 1-16,23-2 0 15,15-1 1-15,15 2 1 16,0 1-1-16,0-1 0 16,-7 5 0-16,-11 0 0 0,-14 0-2 15,-12 7 0-15,-12 13 0 16,-2 10 0-16,-18 10 2 16,-24 6 3-16,-9-2-1 15,4-6-1-15,12-9-1 16,14-15-1-16,13-5 1 15,6-5-2-15,2-4-2 16,0 3-5-16,0 1-3 16,19-1 5-16,12 1 7 15,3 1 0-15,1-2-1 16,4 1 0-16,-2 1 1 16,-1-1 0-16,-7 3 0 15,-10 2-1-15,-9 5 0 0,-10 3-20 16,0 5-20-16,-23 5 15 15,-15 2-16-15,3-8-13 16,4-3 7 0,11-8-56-16,13-7-78 0,7-3-94 15</inkml:trace>
  <inkml:trace contextRef="#ctx0" brushRef="#br0" timeOffset="117908.86">21348 7524 864 0,'0'0'116'16,"0"0"-66"-16,0 0-22 0,0 0-19 16,0 0-9-16,0 0-6 15,-41 24-1-15,33 7 7 16,-1 4 1-16,7-1 0 15,2-2 0-15,0 3-1 16,0-1-2-16,0 3 1 16,0-4 1-16,6-3-19 15,-1-2 4-15,-5-2-20 16,0-2-40-16,0-2-17 16,-21-6-97-16,-5-12-151 15</inkml:trace>
  <inkml:trace contextRef="#ctx0" brushRef="#br0" timeOffset="118195.72">21116 7664 611 0,'0'0'95'16,"0"0"-75"-16,0 0-7 15,0 0 3-15,0 0-10 16,0 0 4-16,-67 54-4 15,59-36-5-15,4-2 0 0,4-4 1 16,0 2 20-16,0-4-7 16,10 0 10-16,13-4 7 15,10-2 0-15,11-4-12 16,16 0-6-16,19-6-10 16,9-15-4-16,11-6 2 15,2-1-4-15,-2 0-27 16,-7-2-59-16,-12 0-66 15,-20 0-373-15</inkml:trace>
  <inkml:trace contextRef="#ctx0" brushRef="#br0" timeOffset="118575.66">21901 7541 502 0,'0'0'206'0,"0"0"-77"0,0 0-57 16,0 0-13-16,0 0-32 15,0 0-27-15,-35 0-2 16,32 11-1-16,-7 7 0 16,2 2 3-16,1 1 0 15,7-1-1-15,0-6 1 16,0 5 1-16,0 0-1 16,11 1 0-16,1-5 0 15,3 3 2-15,3-5-2 16,-1-1-2-16,6-3 1 15,2-1 1-15,-1-2 1 16,5 0 2-16,3 2-2 16,-1 1 0-16,-4-2-1 15,-10 3-1-15,-5-1 1 0,-10 4-1 16,-2 1-11-16,-2 0-6 16,-25 2 3-16,-12-2-3 15,-3-2-15-15,2-3-21 16,3-3-33-16,12-6-28 15,10 0-22-15,14-20-121 16</inkml:trace>
  <inkml:trace contextRef="#ctx0" brushRef="#br0" timeOffset="119023.09">21894 7511 560 0,'0'0'161'16,"0"0"-114"-16,0 0 1 15,0 0-46-15,0 0-2 16,172-120-1-16,-71 82-62 16,11-16-321-16</inkml:trace>
  <inkml:trace contextRef="#ctx0" brushRef="#br0" timeOffset="121645.86">22725 7503 87 0,'0'0'217'0,"0"0"-129"16,0 0 6-16,0 0-10 15,0 0 10-15,0 0-12 16,0 0-49-16,-22-11-9 16,22 11-5-16,-2 0-3 15,2 0-7-15,-7 0-9 0,-6 0 0 16,-5 18 0-1,-2 1 0-15,4 2 3 0,8-7-3 16,0 0-2-16,5 0 2 16,2 0 0-16,-1 4 0 15,2 0-2-15,0 6 2 16,0 0 0-16,0 1 0 16,0 2 0-16,0-5 0 15,0 2 1-15,3-2-1 16,6-2 1-16,-3-1-1 15,0-3 0-15,3-4 0 16,-2-1 2-16,2-2-2 0,0-3-3 16,4-1 3-1,3 0 0-15,4-5 1 0,2 0 3 16,7 0-1-16,2 0 4 16,2-16-1-16,4-11 15 15,-6-7 12-15,0-7-14 16,-9-8 11-16,-4 1 4 15,-11 0-11-15,-7 0 0 16,0 2-5-16,0 1-7 16,-20 8-4-16,0 8-7 15,-9 16-2-15,-19 13-14 16,-20 29-89-16,-26 13-71 16,-4 1-523-16</inkml:trace>
  <inkml:trace contextRef="#ctx0" brushRef="#br1" timeOffset="134827.13">17217 9191 44 0,'0'0'59'16,"0"0"-7"-16,0 0 0 16,0 0 24-16,0 0-9 15,0 0-30-15,-22 0 18 16,18 0 10-16,1 0-4 0,-1 0 10 16,4 0 4-1,-3 0-11-15,1 0-9 16,2 0-11-16,-2-2-11 0,0 2-6 15,2 0-3-15,-3 0-5 16,3 0 2-16,-2 0-8 16,2 0-5-16,0 0 3 15,0 0-10-15,0 0 2 16,0 0-2-16,0 0-1 16,0 0-1-16,0 0 1 15,0 0-3-15,0 0 3 16,0 0-5-16,0 0 3 15,0 0 0-15,7 9 2 16,7 3 0-16,-1 2 1 16,3-3-1-16,-3 3 0 0,1-2 0 15,-3 1 1 1,3-1-1-16,-2-2 0 0,-1 1 0 16,1-4 0-16,-1 3 0 15,-3-4 0-15,2 3 1 16,-2-4-1-16,-1-1 1 15,0 1-1-15,2-5 1 16,-5 0 0-16,-2 0 0 16,-2 0-1-16,3 0 5 15,7-19 1-15,15-25 25 16,6-22-17-16,7-18-7 16,1-10-2-16,0-13-5 15,2 1-1-15,9 2 0 0,0 17-27 16,-6 23-50-16,-23 29-118 15</inkml:trace>
  <inkml:trace contextRef="#ctx0" brushRef="#br1" timeOffset="140124.66">18387 9006 36 0,'0'0'324'15,"0"0"-250"-15,0 0 20 16,0 0 7-16,0 0-60 16,0 0-5-16,0 0-13 15,0 0-8-15,0 0 3 16,0 0 9-16,0 0-4 15,0 0-10-15,0 0-4 0,0 0-4 16,0 1-5 0,0-1 0-16,0 6-1 0,2 5 1 15,17-1 2 1,1 4 2-16,-3-1-3 0,1 1 0 16,-2 1 0-16,0-1 0 15,-1 0-1-15,-2-1-1 16,1 1 1-16,0 1 1 15,-2-1 2-15,1 1-3 16,1-1 1-16,-1-2 0 16,-1-1-1-16,-1-2 1 15,-2-6-1-15,-4-1 1 16,-1 0 0-16,-2-2 0 16,-2 0 2-16,0 0 5 0,0 0 13 15,0 0 9-15,5 0 4 16,12-30 10-16,10-16-11 15,6-21-31-15,8-10 1 16,-3-8-3-16,3 1 0 16,5 1-1-16,-7 11-29 15,-8 21-52-15,-21 21-182 16</inkml:trace>
  <inkml:trace contextRef="#ctx0" brushRef="#br1" timeOffset="142478">19431 8932 136 0,'0'0'135'0,"0"0"-63"16,0 0-15-16,0 0-16 15,0 0-17-15,0 0-17 16,0 0-5-16,0 0 4 16,0 0 21-16,0 0 17 15,0 0 13-15,0 0-9 16,0 0-17-16,0 0-6 0,0 0-11 16,0 0-4-1,0 0-7-15,0 0-2 0,0 0 0 16,0 0 0-16,0 0-1 15,0 0 0-15,0 0 0 16,0 0 0-16,0 0-2 16,0 0 2-16,2 0 2 15,5 3 0-15,-1 6-1 16,1-4 1-16,0 5 0 16,0-4-1-16,-3 2 1 15,1-2 2-15,5 3-2 16,-3 0 8-16,2 0-2 15,0-2 3-15,-1 2-7 16,2-2 0-16,3 3-3 16,1 1 3-16,-6 0-2 0,3 1-2 15,-1-2 1 1,-4 1 0-16,3-1-1 0,-3 0 1 16,2-2-1-16,-2 1 0 15,1 0 1-15,-3-1-1 16,0 0 0-16,4-2-1 15,-2 1 2-15,2 0-1 16,2-1 2-16,-3-2-2 16,-3-1 0-16,-1-3-2 15,-3 0 2-15,2 0 0 16,-2 0 0-16,0 0 6 16,0 0 13-16,0 0 24 0,0 0-4 15,0 0-1-15,0-17 14 16,11-17-18-16,2-14-33 15,3-6-1 1,-3-1 1-16,3-1 3 0,0 5-4 16,3 5 0-16,-1 5 0 15,-3 10-1-15,-1 8 1 16,-5 9 0-16,-3-2 0 16,2 3-1-16,-2-1 0 15,5-1-2-15,-4 1 0 16,0 2-12-16,2-5 11 15,-1 3-4-15,2 0-21 16,-1 0-23-16,-7 2-49 16,-2 3-185-16</inkml:trace>
  <inkml:trace contextRef="#ctx0" brushRef="#br1" timeOffset="143958.31">20487 8907 360 0,'0'0'125'0,"0"0"-55"15,0 0 16-15,0 0-24 16,0 0-31-16,0 0-23 16,0 0-8-16,-13 0-2 0,13 0 0 15,0 0 2 1,0 8 1-16,0 2 2 0,6 4 22 16,1 0-15-16,3 2 1 15,0 0-4-15,-1 2-1 16,5 1-4-16,-1-2 0 15,3 5-1-15,-1-3 2 16,-1-2-2-16,-1-3-1 16,-7-6 0-16,2 1 0 15,-4-6 0-15,-4-3 0 16,0 0 1-16,0 0 4 16,0 0 42-16,0 0 3 0,0 0-2 15,2-12-4-15,7-15-24 16,2-12-18-16,5-4 1 15,-3-3 5-15,1-5 9 16,-1 3 4-16,1 2-13 16,-4 8 8-16,0 4-14 15,5 4-1-15,-2 3-1 16,-1 5-1-16,-2 6 1 16,-3 6 0-16,-4 6-4 15,4 4-15-15,-5 0-15 16,0 0-27-16,0 11-59 15,-2 11-117-15,0 3-8 16</inkml:trace>
  <inkml:trace contextRef="#ctx0" brushRef="#br1" timeOffset="144631.51">21194 8833 302 0,'0'0'121'16,"0"0"-15"-16,0 0 11 15,0 0-37-15,0 0-19 16,0 0-19-16,-14 0-19 15,14 0-7-15,0 0-7 16,0 0-7-16,0 0-2 16,0 2 1-16,3 6 5 0,8 0-3 15,0 4 7 1,5 2-3-16,-4 0-1 0,4 2-2 16,0 2-2-16,-3-4-2 15,1 2 1-15,-3 0 0 16,3-2 0-16,-3 0-1 15,-1-3-2-15,0-2 2 16,1-1 3-16,-3-1-3 16,-1-3 0-16,-2-4 0 15,-5 0 0-15,9 0 6 0,11-13-3 16,9-20 35 0,8-15-16-16,-1-3-12 0,-7-2 2 15,-3 4 1 1,-4 1 12-16,-5 3-15 0,-1 6-6 15,-5 7 0-15,0 8-3 16,-6 5-1-16,-1 11 0 16,3 4-2-16,-3 4-22 15,10 0-40-15,1 0-89 16,8 0-173-16</inkml:trace>
  <inkml:trace contextRef="#ctx0" brushRef="#br1" timeOffset="145125.97">22426 8518 375 0,'0'0'210'0,"0"0"-88"16,0 0-20-16,0 0-36 16,0 0-32-16,0 0-23 15,0-7-7-15,0 7-3 0,0 0 0 16,0 0-2-16,-4 3 0 15,-5 21 1-15,-4 8 4 16,0 4 10-16,-3-2-13 16,0 2-1-16,-2 3 2 15,1-1-1-15,-1-2 1 16,3-2 0-16,1-2-2 16,3-1 0-16,4-6 0 15,-1-1 0-15,5-6 1 16,-2 0-1-16,3-4-1 15,-2 3 0-15,0-4-19 16,-1 4-12-16,-2-3-21 16,-6 1-39-16,-5 2-24 15,-2-5-73-15,-5-8-183 16</inkml:trace>
  <inkml:trace contextRef="#ctx0" brushRef="#br1" timeOffset="145593.7">22063 8775 237 0,'0'0'255'0,"0"0"-131"16,0 0-16-16,0 0-23 15,0 0-35-15,0 0-18 16,-13-14-12-16,10 14-6 16,3 0-1-16,0 0-2 15,0 0-3-15,0 0-2 16,0 0-3-16,0 0-3 16,0 0 0-16,0 0 0 15,9 0 0-15,10 0 2 16,0 2-2-16,2 5 1 15,-1-2-1-15,2 1 0 16,4 4 1-16,1-2 1 16,2 0 0-16,-2 0-1 15,2 0 4-15,0 2-4 0,0 0-1 16,2 2 0-16,-2 2 0 16,5 3 2-16,-3-4-2 15,-1-1 0-15,0 0 0 16,-3 0 0-16,2 2 0 15,0 1-9-15,-4-1-37 16,-10-9-135-16,-15-5-443 16</inkml:trace>
  <inkml:trace contextRef="#ctx0" brushRef="#br1" timeOffset="168527.3">23322 8562 44 0,'0'0'99'0,"0"0"-4"16,0 0-10-16,0 0 7 15,0 0 13-15,0 0-22 16,0 0-4-16,0 0-5 16,7-26-16-16,-7 26-8 15,0 0-16-15,0 0-11 16,0 0-5-16,0 0-6 16,-2 0-11-16,0 0 1 15,2 0-4-15,0 0 3 16,-6 0-3-16,-6 10 3 15,1 6-1-15,-4 2 0 16,8-4 0-16,2-2-2 0,1 0 2 16,2 2-1-1,-2 3 2-15,-6 5-1 0,2 0 1 16,-2 4-1-16,-1-1 1 16,0 1 0-16,2-2-1 15,-2 3 0-15,3-3 1 16,3 5-1-16,-6-2 2 15,1 2-1-15,-5-2-2 16,-1 1-2-16,1-6-3 16,-1-2-25-16,7-8 4 15,5-3 1-15,2-4 1 16,2-5-20-16,0 0-78 16,0-5-69-16,9-30-182 15</inkml:trace>
  <inkml:trace contextRef="#ctx0" brushRef="#br1" timeOffset="168977.17">23033 8731 401 0,'0'0'91'15,"0"0"-13"-15,0 0-14 0,0 0-25 16,0 0 12-16,0 0-14 16,-27-14-30-16,27 12 3 15,0 2 6-15,0 0 19 16,0 0-3-16,0-3-2 16,0 3-10-16,0 0-3 15,0 0-4-15,0 0-5 16,0 0-7-16,0 0-1 15,0 0-3-15,0 0-1 16,0 0 4-16,12 5 0 16,0 4 2-16,5 1 0 15,0 1-1-15,6 3 0 16,6-2 1-16,0 0-1 16,6 4-1-16,7-3 4 15,3-2-4-15,1-1 0 0,4-2 0 16,1 2-2-1,-2 2 2-15,0 4 0 0,-7 4-1 16,-15-10-136-16,-19-8-578 16</inkml:trace>
  <inkml:trace contextRef="#ctx0" brushRef="#br1" timeOffset="174423.49">23918 7389 314 0,'0'0'172'15,"0"0"-45"-15,0 0-41 16,0 0-17-16,0 0 7 16,0 0-34-16,0 0-15 15,-24-18-8-15,19 18-1 0,5 0 0 16,-3 0-6-16,0 0-3 15,3 0-8-15,0 0-1 16,0 0 0-16,0 0 0 16,0 0-3-16,0 0 2 15,0 0 1-15,0 0-2 16,0 0 2-16,0 15 0 16,0 10 2-16,0-1-2 15,0 5 0-15,0-3 1 16,3 1-1-16,3 2 0 15,0 0 0-15,3 2-1 16,2 1 1-16,0-2 0 0,0-4 1 16,0-6-1-1,-1-2 0-15,-2-1 0 0,1-2 0 16,3 3 0-16,1 4 0 16,-5 6-90-16,-5-2-91 15,-3-7-304-15</inkml:trace>
  <inkml:trace contextRef="#ctx0" brushRef="#br1" timeOffset="175291.5">24123 8775 358 0,'0'0'207'15,"0"0"-114"-15,0 0-21 16,0 0 22-16,0 0-45 16,0 0-23-16,-8-31-18 15,7 31-6-15,1 0-1 16,0 0-2-16,0 0 1 15,0 0 0-15,5 12 2 16,13 7-1-16,-3 0 2 16,1 2-1-16,1 3-1 0,2 2-1 15,-2-2 0-15,1-2 1 16,-3-1 0-16,1-2-1 16,-3-3 0-16,3-5 0 15,-5-6 0-15,-1-3 1 16,-2-2 2-16,3 0-1 15,-1-18 5-15,3-14 12 16,7-22 27-16,3-11 12 16,5-8-58-16,-2-6 0 15,-1 11 0-15,-7 12 1 16,-4 10-1-16,1 10-7 16,-4 11-33-16,-2 10-17 15,-9 4-117-15,0 2-441 16</inkml:trace>
  <inkml:trace contextRef="#ctx0" brushRef="#br1" timeOffset="176311.36">24887 7354 458 0,'0'0'207'0,"0"0"-139"16,0 0-48-16,0 0-10 15,0 0-2-15,0 0-7 16,-6-5-1-16,6 5 0 0,0 0-1 16,0 0-1-16,0 0 2 15,0 0-1-15,0 0 1 16,-2 0 9-16,0 0-3 16,-1-4 24-16,-1-2-18 15,2 0-11-15,0 1 3 16,0 2 2-16,-2-1-6 15,4 2 7-15,0-1 4 16,0 3-8-16,0 0 2 16,0-1-5-16,0-3-3 15,6-2 3-15,9 3-3 16,1 0 3-16,-3 3-3 16,5 0 3-16,-3 0-1 0,0 3-3 15,1 14 0 1,-2 9 3-16,-4 10-2 0,2 4 6 15,-2 4-4-15,0-2 2 16,-2 1 0-16,5-3-1 16,-6 1 0-16,-1-4-1 15,-6-5 0-15,0-4-44 16,0-4 20-16,-23-4-7 16,-8-2 22-16,0-4 10 15,-3-8 16-15,5-4-16 16,8-2 8-16,7 0 0 15,5-2-3-15,7-10 11 0,2-2-15 16,0-2-1 0,7 2-7-16,11 4 3 0,1 4 4 15,-1 4-1-15,0 2-3 16,2 0 3-16,7 13-1 16,2 8 2-16,3 5-3 15,7 6 3-15,3 5-46 16,1 6-74-16,-1 2-159 15</inkml:trace>
  <inkml:trace contextRef="#ctx0" brushRef="#br1" timeOffset="176790.87">25193 8552 296 0,'0'0'484'15,"0"0"-382"-15,0 0-24 16,0 0-45-16,0 0 3 15,0 0-20-15,-7-7-16 16,7 7-2-16,0 0-1 0,0 0-2 16,0 0 0-16,0 0 1 15,0 0-4-15,0 0 3 16,0 1 4-16,0 8 1 16,0 0 0-16,2 3 1 15,5 1-1-15,0 1 1 16,2-4-1-16,-3-3 0 15,-3-3 0-15,-1-1 0 16,-2-3 0-16,0 0 2 16,2 0 3-16,10-10 1 15,11-27 23-15,12-19-17 16,13-20-12-16,6-3-12 16,2 1-64-16,-9 13-102 15,-17 10-521-15</inkml:trace>
  <inkml:trace contextRef="#ctx0" brushRef="#br1" timeOffset="179016.04">11465 12816 700 0,'0'0'86'0,"0"0"-69"16,0 0 2-16,0 0 38 16,0 0 2-16,0 0-30 15,23-27-23-15,19-11-2 16,16-13 0-16,9-4 8 15,-7 6-7-15,3 1 3 16,-5 6-6-16,-3 11-1 16,-7 9-1-16,-17 13-2 15,-14 9-57-15,-17 31-117 16,-13 15-121-16,-36 8-47 16</inkml:trace>
  <inkml:trace contextRef="#ctx0" brushRef="#br1" timeOffset="179240.59">11682 12773 541 0,'0'0'240'0,"0"0"-175"16,0 0 11-16,0 0-12 15,0 0-21-15,0 0-34 16,-7 0-9-16,7 14-4 16,9 10 2-16,11 12 1 15,-1 13 1-15,-6 9-2 16,-5 12-17-16,-8 10-14 15,0 9-16-15,0 1-25 0,0-8 1 16,0-12-98 0,0-24-52-16,6-24-65 0</inkml:trace>
  <inkml:trace contextRef="#ctx0" brushRef="#br1" timeOffset="180144.64">11976 13043 768 0,'0'0'100'0,"0"0"-35"16,0 0-38-16,0 0-23 15,0 0-4-15,0 0-4 16,-9-7 4-16,27 29 0 16,0 4 1-16,-4 6 0 15,-1 2 0-15,-4 5-1 0,-7 2 1 16,0 1 1-16,0-7-1 15,0-9 0-15,1-10 0 16,0-8-1-16,-1-2 0 16,0-6 0-16,-2 0 1 15,1 0 0-15,4-10 8 16,-1-18 2-16,3-13-8 16,0-1 0-16,0-4 3 15,0 0 0-15,-1 6-2 16,0 5 1-16,-1 8-2 15,1 8 3-15,-2 4-5 16,-2 9 9-16,0 0-9 0,0 6 0 16,0 0-1-16,2 0-6 15,3 0 4-15,3 7 0 16,5 13 1-16,-1 1 1 16,1 1 0-16,-2 0 0 15,-3-2-3-15,4-4-1 16,-6-4-1-16,-2-4-2 15,-4-6-1-15,-2-2 2 16,0 0 6-16,0 0 2 16,3 0-2-16,-3 0 6 15,4-19-4-15,2-6-1 16,2-1-1-16,0-1 0 16,-1 6 0-16,-1 1 0 15,2 3 1-15,2 5-1 16,4-2 0-16,2 2-2 0,1 3 2 15,8-4 0-15,-1 6 0 16,3-1 0-16,-2 2 0 16,-6 2-1-16,2 1 1 15,-5 2-1-15,-1-2 0 16,-3 3 1-16,-6 0-1 16,-2 0 0-16,-4 0 1 15,0 0 0-15,0 0 0 16,0 0 0-16,0 0-3 15,0 0 2-15,0 7 1 16,0 13-1-16,0 7 1 16,0 10 0-16,0 3 1 0,0-6-1 15,3-6 0-15,7-10 0 16,4-8-1-16,4-8 1 16,2-2 0-16,9-6 1 15,4-26 6-15,-2-10 10 16,-4-9-7-16,-8-5 1 15,-13 3 11-15,-6-5-15 16,0 1-3-16,-16 10 0 16,-11 16-4-16,-2 16-1 15,2 15-11-15,7 7-44 16,12 27-103-16,8 0-217 16</inkml:trace>
  <inkml:trace contextRef="#ctx0" brushRef="#br1" timeOffset="182275.51">13777 12284 688 0,'0'0'122'16,"0"0"-19"-16,0 0-43 0,0 0-17 16,0 0-18-16,0 0-20 15,-17-30-5-15,17 55-1 16,0 10 1-16,0 11 1 16,9 3 0-16,4-1-1 15,-1-8 1-15,8-4-1 16,-5-5 2-16,1-6-2 15,-1-4 0-15,-2-6 0 16,-1-7 0-16,-3-4-3 16,-1-2 2-16,-1-2 1 15,-1 0 1-15,6 0 0 16,-1-18 1-16,5-7 0 16,-3-2-2-16,-5-4 1 0,0 4 1 15,-4-5-1-15,-2 3 0 16,-2 5 0-16,0 4 0 15,0 6 2-15,0 7 0 16,0 2 1-16,0 3-4 16,0 2 0-16,0 0-1 15,7 0-8-15,4 20 3 16,6 8 4-16,0 8 2 16,1-1-3-16,-2-3-5 15,1-9 1-15,0-4 1 16,0-7 3-16,-8-6 1 15,-1-4-1-15,-3-2 2 0,2 0 1 16,5-16 4 0,9-14-2-16,-4-9-1 0,-3 1 0 15,-5 0 1-15,-9 6 4 16,0 2-2-16,0 8 4 16,-5 6 1-16,-2 6-5 15,1 4-1-15,6 4-3 16,-2 2 0-16,2 0-3 15,-5 0-3-15,-4 4-7 16,-1 14 0-16,-2 4 11 16,5-2 1-16,3-4-3 15,4-2-1-15,0-2 3 16,0-4-7-16,11 0-1 16,9-3 8-16,3-3 0 15,-4-2 1-15,3 0-1 16,-2 0 2-16,-2-11 0 0,1-5 2 15,-4-1-2-15,-1-6 0 16,-1 0 0-16,-2 0 2 16,-2 0-1-16,-3 4 3 15,1 5 10-15,-2 2-2 16,4 4-5-16,2 3-7 16,7 0-2-16,11 5-1 15,4 0 0-15,5 2 1 16,2 18 0-16,-6 6-3 15,-5 0-5-15,-7-2-5 16,-6-4 7-16,-8-4-8 0,-6-7 5 16,-2-4 6-1,0 0 5-15,0-5 1 0,0 0 5 16,-2 0 12-16,-8-5-7 16,0-9 1-16,7-4-2 15,3-3-10-15,0-11-1 16,8-1-6-16,14-1-8 15,5 4 10-15,-1 4 0 16,-3 6 5-16,-4 4 0 16,-7 8 1-16,-5 3-1 15,-5 5 0-15,0 0-1 16,0 3-2-16,-1 21 3 16,8 7 2-16,-7 4-1 15,4-5-1-15,-1-6 0 0,3-6-1 16,6-6 0-16,-3-6-1 15,5-4 2 1,-1-2-1-16,6 0 1 0,-2-22 2 16,1-8-1-16,-9-4 1 15,-3-4 0-15,-8-2-1 16,0 5 6-16,-10 5 6 16,-9 9-4-16,-4 7 5 15,5 7-7-15,1 7 2 16,1 0-6-16,3 0-3 15,2 21-2-15,1 4-2 0,6 5 3 16,4-3-11 0,0-5 7-16,2-7-4 0,16-4 7 15,2-8-6-15,4-3 8 16,5-3 0-16,5-22 2 16,1-7-1-16,2 1 7 15,-4-1 2-15,-2 2-1 16,-2 9-1-16,-3 7 4 15,1 4-5-15,-2 8-7 16,-1 2 0-16,-3 0-3 16,-2 12 3-16,-3 12-3 15,-8 5 2-15,3-2-2 16,-7 2-1-16,-2-10-4 16,-2-5 3-16,0-6 1 15,2-3 3-15,-2-5 1 16,0 0 6-16,0 0 1 15,7-22 1-15,6-9-7 0,5-2-1 16,0 2 0-16,1 7-1 16,-5 7 2-16,-2 0-1 15,5 5 0-15,-4 2 0 16,6 4 0-16,-4 5-3 16,7 1 0-16,5 0-1 15,6 0-6-15,5 0 6 16,5 0-7-16,-1 0-1 15,2-7 11-15,1-11 0 16,-7-6 1-16,-7-2 0 0,-8-3 3 16,-8-2-2-1,-8 3 9-15,-7 0 5 0,0 2 7 16,-12 4-10-16,-9 4-1 16,-4 5-4-16,-4 8-5 15,2 5-2-15,0 0 0 16,3 18-1-16,4 5-1 15,9 5-1-15,6-1 0 16,5-3-2-16,0 0-8 16,2-4 5-16,14-4 1 15,4-6 1-15,2-4-1 16,3-6 4-16,0 0 3 16,-1 0 0-16,-4-6 1 15,-4-1 0-15,-9 4-2 16,-3 1 1-16,-2 2-1 0,0 0 1 15,7 8-3-15,-1 28-2 16,11 22-2-16,3 28 7 16,12 25 4-16,15 11 4 15,7 6 2-15,5-7-10 16,-2-16 3-16,-8-12-5 16,-16-17 2-16,-14-18-1 15,-19-14-19-15,-2-13 20 16,-33-11 5-16,-23-8 11 15,-11-10 6-15,-6-2-8 16,5-14 12-16,10-25-7 16,12-17-6-16,19-17-13 0,27-23 0 15,14-25-8-15,61-15-74 16,27-11-36-16,12 6-254 16</inkml:trace>
  <inkml:trace contextRef="#ctx0" brushRef="#br1" timeOffset="182722.93">17083 11520 886 0,'0'0'88'0,"0"0"-6"16,0 0-47-16,0 0-30 15,0 0-5-15,0 0-3 16,-19 118 3-16,36-46-3 0,8 7 3 15,6-3 0-15,-2 0 0 16,0 2-1-16,-4-4-4 16,-8-5 4-16,-3-10-2 15,-7-16-3-15,1-14 1 16,-4-12-5-16,-2-9-6 16,-2-8 6-16,0 0 10 15,0 0 5-15,0-25 11 16,-15-24-4-16,-9-27-4 15,-3-17-4-15,-2-18 1 16,-1-13 5-16,2 2-5 16,2 8-5-16,5 21 1 0,11 26 0 15,2 19 11-15,8 13 1 16,0 9-13-16,0 6-3 16,10 9 1-16,11 8-5 15,4 3-2-15,4 10-6 16,-4 30-24-16,-10 21-1 15,-10 19-1-15,-5 14-60 16,0 0-46-16,0-13-176 16</inkml:trace>
  <inkml:trace contextRef="#ctx0" brushRef="#br1" timeOffset="183806.21">17422 11993 671 0,'0'0'59'0,"0"0"54"15,0 0-35-15,0 0-20 16,0 0-19-16,0 0-22 16,2-5-13-16,14-28-3 15,3-11 2-15,2-7 0 16,-9-4-3-16,-6 4 2 16,-6 5 2-16,0 11-3 15,0 10 1-15,-6 12 0 16,-2 8 1-16,6 5-3 15,-2 0-4-15,-3 20-4 0,1 14-8 16,0 8 12 0,5 3-10-16,1-9-3 0,0-9 7 15,9-1 1 1,6-9 4-16,-1-1 4 0,1-2 1 16,-1-3 0-16,-3 1 0 15,2-5 0-15,-3 0 0 16,7 2 0-16,1-3 1 15,4-3 0-15,7-3 0 16,7 0-1-16,4-12 0 16,-1-13 0-16,0-2 3 15,-8 1-2-15,-10 1 2 16,-13 3 0-16,-5 2 9 16,-3 2 9-16,-3 2-8 15,-16 1 4-15,-2 6-11 0,5 5-1 16,6 1-5-1,2 3 0-15,6 0-4 0,2 11 0 16,0 11-21-16,0 6 9 16,14-4-12-16,15-9 7 15,13-6-2-15,10-9 4 16,3 0 9-16,8-15 8 16,-5-10 1-16,-5-4 1 15,-13 2 1-15,-16 3 0 16,-8 0 4-16,-14 3 29 15,-2 1 14-15,0 4-1 16,-10 6-28-16,-13 5-7 0,-4 5-7 16,2 0-4-16,0 19-1 15,5 11-1-15,3 5-1 16,8 1 2-16,9-9-2 16,0 0-1-16,0-8-2 15,16-5-9-15,6-5 0 16,3-9 6-16,6-9 7 15,4-33 0-15,5-17 1 16,-2-20 3-16,-6-6-3 16,-7-8-1-16,-14-1-2 15,-11-2 2-15,0 5 1 16,-19 12 0-16,-12 14 2 16,-2 16 28-16,2 20-13 15,4 12 6-15,12 10-8 0,2 7-9 16,-1 2-6-16,-2 34-14 15,3 15 11-15,0 18-2 16,13 0 4-16,0 0-1 16,8-1 2-16,15-11-4 15,2-3 4-15,3-4-1 16,1-7 1-16,4-2 0 16,4-11-2-16,2-3 2 15,1-12-1-15,3-7 1 16,-5-5-1-16,0-3 2 15,-2-5-1-15,4-16 1 0,-5-8-2 16,-4 1 2 0,-5 7 0-16,-5 0 0 0,-5 7 0 15,-5 6-1-15,0 2 0 16,-2 6-1-16,4 0-13 16,3 0-35-16,-5 16-28 15,-5 14-79-15,-6-2-164 16</inkml:trace>
  <inkml:trace contextRef="#ctx0" brushRef="#br1" timeOffset="183962.91">18831 11328 408 0,'0'0'329'0,"0"0"-212"16,0 0-45-16,0 0-66 0,0 0-6 15,0 0-13-15,80-14-70 16,-42 15-238-16</inkml:trace>
  <inkml:trace contextRef="#ctx0" brushRef="#br1" timeOffset="184189.97">19265 11293 757 0,'0'0'43'0,"0"0"57"15,0 0-55-15,-142 4-18 16,118 14-13-16,6 2-14 16,7 9 0-16,3 3 0 15,8 4 0-15,0 3 0 0,8-2-2 16,21-2-1-16,11-9-19 16,13-9-22-16,14-17-3 15,14 0 12-15,3-38-141 16,-2-16-349-16</inkml:trace>
  <inkml:trace contextRef="#ctx0" brushRef="#br1" timeOffset="184607.24">19544 10894 915 0,'0'0'23'0,"0"0"17"0,0 0-40 16,0 0-5-16,0 0 5 15,-4 114 0-15,28-53 1 16,9 1-1-16,1 0 1 16,-3-4-1-16,-4 1-1 15,0-8 1-15,-7 0-4 16,0-7-19-16,-2-6-12 16,-9-6-25-16,-1-10-34 15,-2-10-35-15,-6-8-24 16,0-4 67-16,-2-2 67 15,-19-14-32-15,-6-7 51 16,-3 4 7-16,2 0 21 0,3 2 95 16,8-1 83-16,5 2-47 15,12-2-72-15,0-5-57 16,21-2-29-16,23-4-1 16,5 5 0-16,3 5-1 15,-6 8 0-15,-5 10-1 16,-5 1 2-16,-3 0-1 15,-2 9-5-15,-8 17-28 16,-10 9-65-16,-9-6-34 16,-4-5-186-16</inkml:trace>
  <inkml:trace contextRef="#ctx0" brushRef="#br1" timeOffset="184762.22">20086 11185 792 0,'0'0'41'16,"0"0"-41"-16,0 0-5 15,0 0-160-15,0 0 115 16,0 0-235-16</inkml:trace>
  <inkml:trace contextRef="#ctx0" brushRef="#br1" timeOffset="185656.87">20398 11231 560 0,'0'0'257'16,"0"0"-202"-16,0 0-10 15,0 0-36-15,0 0-9 0,0 0 0 16,-18 36 0-16,10-10 0 16,5-4 0-16,3-4 0 15,0-4-1-15,0 0 0 16,7-6-13-16,0-1-2 15,-1-5 2-15,1-2-2 16,2 0 16-16,8-17 0 16,1-12 11-16,0-10-7 15,-4-3 0-15,-10-4 2 16,-4-2 3-16,0 6 5 16,0 10 19-16,-16 10-6 15,1 9 3-15,-1 8-15 0,-1 5-15 16,-8 0-1-16,0 26-3 15,1 8 2-15,8 2-3 16,10-2-23-16,6-4 1 16,0-7 13-16,0-9 4 15,11-3-1-15,7-7 3 16,-3-4 2-16,5 0 6 16,3 0 1-16,1-9 4 15,3-16 0-15,4-3 5 16,2 0-1-16,10-4 0 15,-1 2-7-15,1 5-2 16,-8 8-1-16,-8 4 1 16,-9 6 0-16,-13 3 0 0,-1 4-1 15,-4 0 1-15,2 0-2 16,3 0-1-16,3 7 0 16,3 16 2-16,-1 6 1 15,-4 0 0-15,1-1 1 16,0-4-2-16,2-7 1 15,-3-4 0-15,3-5 0 16,-3-4 2-16,4-4-2 16,-1 0 0-16,7 0 3 15,5-19 4-15,2-8 1 16,4-1 2-16,-5-2 1 16,-5 5 9-16,0 4-15 0,-9 4 6 15,-1 9 6-15,-5 5-7 16,-2 3 2-16,2 0-4 15,-2 0-8-15,0 0-4 16,2 0-3-16,0 0-8 16,5 14-25-16,2 6 40 15,0 1-2-15,5-4 4 16,-1-1-2-16,1-3 0 16,-1-10-4-16,3-1 2 15,-1-2 2-15,2 0 0 16,1-8 3-16,1-14-3 15,-2 1 6-15,-5-2-1 16,-6 5 6-16,1 2 11 0,-6 4-7 16,2 3-5-16,2 8-7 15,-5 1-3-15,2 0-5 16,8 0-14 0,11 0-49-16,3 8 5 0,3-3-280 15</inkml:trace>
  <inkml:trace contextRef="#ctx0" brushRef="#br1" timeOffset="185803">21780 10902 875 0,'0'0'52'0,"0"0"1"0,0 0-53 15,0 0-38 1,0 0-343-16</inkml:trace>
  <inkml:trace contextRef="#ctx0" brushRef="#br1" timeOffset="211708.84">1368 15749 415 0,'0'0'18'15,"0"0"150"-15,0 0-123 0,0 0-4 16,0 0 20-16,0 0-20 16,0 0-26-16,0 0-8 15,-27 0-1-15,27 0 1 16,0 0-1-16,0 0 8 16,0 0-1-16,0 0 3 15,0 0 4-15,0 0-2 16,0 0-7-16,0 0-5 15,0-5-6-15,11-20 0 16,16-7 1-16,6-8 0 16,5-9-1-16,5-4 0 15,0-8 1-15,8-1-1 16,-5 3 1-16,-5 16 0 0,-10 7-1 16,-4 14 0-1,-8 4 0-15,-5 4 0 0,-5 10 0 16,-6 4-17-16,-3 14-87 15,0 25-159-15,-22 7 102 16</inkml:trace>
  <inkml:trace contextRef="#ctx0" brushRef="#br1" timeOffset="211989">1584 15534 634 0,'0'0'76'16,"0"0"-29"-16,0 0-42 16,0 0-2-16,0 0-3 15,0 0-3-15,-8 4-2 16,8 10 5-16,8 0 3 16,-1 8-2-16,1 9 2 15,4 9 2-15,-1 10-2 16,3 4-2-16,5 12 1 15,2-4-1-15,3 2 3 16,0-7-4-16,5-11-57 16,2-17-71-16,1-24-107 15</inkml:trace>
  <inkml:trace contextRef="#ctx0" brushRef="#br1" timeOffset="212789.1">1898 15686 702 0,'0'0'63'16,"0"0"-27"-16,0 0-32 16,0 0-4-16,0 0-4 15,0 0 4-15,34 31 1 16,-12-13 1-16,1 5-1 16,-4 0-1-16,-3 7 1 15,-1 2-1-15,-3 0 4 0,-1-1-3 16,-5-10 1-16,-1-8-2 15,0-8 0-15,-3 0 0 16,-2-5 4-16,0 0-1 16,0 0 5-16,0 0 24 15,0-5 13-15,0-17-8 16,0-10-30-16,0-4-4 16,0 0 4-16,0 7-4 15,0 0-2-15,0 12 18 16,0 4-17-16,0 9 6 15,0 0-8-15,0 2 0 16,7 0-3-16,6 0-1 16,3 2 2-16,1 0-2 0,1 0-2 15,-3 14 0-15,0 0 2 16,1 4-8-16,-2-2 1 16,-1 2-5-1,-1-4-7-15,-5-9 6 0,-3 4-6 16,0-5 21-16,-4-4 2 15,0 0 1-15,2 0 0 16,-2 0 4-16,0 0 3 16,3 0-3-16,-1-4 0 15,1-14-1-15,-1-6-2 16,2 2-1-16,3-2 5 16,-1-4-2-16,6-2-3 15,-1 2-1-15,0 0 0 16,0 6 0-16,-2 8 1 0,-7 6-1 15,-2 8 4-15,0 0 10 16,0 0-3-16,0 0-11 16,4 0-4-16,5 8-6 15,1 12 7-15,2 6 1 16,5 2 2-16,0-2 2 16,0-1-2-16,5-2-3 15,-5-9-10-15,-1-5-3 16,-3-9 8-16,-2 0 7 15,0 0 1-15,-2 0 6 16,0-23 12-16,-4-12 10 16,-5-6-6-16,0-7-16 15,0 3 13-15,-16 8-15 16,-2 7-4-16,-2 11 0 0,1 12-19 16,3 7-27-16,2 11-124 15,7 12-265-15</inkml:trace>
  <inkml:trace contextRef="#ctx0" brushRef="#br1" timeOffset="214089.64">3398 14929 783 0,'0'0'70'15,"0"0"30"-15,0 0-48 16,0 0-23-16,0 0-17 16,0 0-12-16,-19-16-5 0,19 16-8 15,6 26-3 1,12 8 14-16,4 1 1 0,5 4-2 15,0-3-5-15,2-7-7 16,0-4 9-16,-2 1 0 16,-7-14-11-16,-7-1-7 15,-2-10 9-15,-9-1 12 16,0 0 3-16,-2 0 1 16,0-5 11-16,5-27 20 15,0-11-28-15,-1-7-3 16,-2 6 3-16,0 4-4 15,-2 8 6-15,0 14 5 16,0 6-1-16,0 5 21 16,0 7-22-16,0 0-9 0,0 0-1 15,4 0-6-15,11 5-16 16,0 13 14-16,6 5 5 16,3 0-2-16,0-2-6 15,-2-7 2-15,1 3 1 16,-5-9-19-16,-1-1 15 15,-6-7 3-15,-1 0 6 16,-4 0 4-16,-1-9 3 16,5-19 5-16,-2-16 6 15,-2-11 0-15,-2-6-7 16,-4 2 8-16,0 5-7 16,0 15-1-16,0 10 10 15,-8 12 7-15,-4 12-5 0,4 3-2 16,3 2-17-1,-1 0-2-15,-3 2-3 0,1 20-9 16,0 10-1-16,4 6-2 16,4-4 2-16,0-3-5 15,0-3 0-15,10-12-2 16,6-4-4-16,2-4 2 16,2-8 13-16,-4 0 3 15,4-6 4-15,-2-19 4 16,-5 2 1-16,1-9 4 15,-4 6 15-15,-4 3 13 16,1-3-7-16,1 10-10 0,-3 4-10 16,1-1 0-16,0 10-6 15,1-1 0-15,4 2 0 16,9 2-2 0,2 0 0-16,6 0-3 15,0 9-1-15,1 11-7 0,-5 4-12 16,-5 3-10-16,-2-3 15 15,-6-3 8-15,-7-3-14 16,0-11 22-16,-4 0 4 16,0-7 0-16,0 0 11 15,0 0 57-15,0-19-15 16,-15-15-41-16,3-8 3 16,2-2-7-16,4-8-4 15,6 6-4-15,0 0-1 16,0 7-27-16,16 8-3 0,13 7-57 15,2 7-90-15,1 12-70 16,-2 5-61-16</inkml:trace>
  <inkml:trace contextRef="#ctx0" brushRef="#br1" timeOffset="-214189.25">4399 14454 301 0,'0'0'127'0,"0"0"-68"15,0 0 28-15,0 0-18 16,0 0-50-16,-2 121-12 15,2-92-1-15,0 0-6 16,2-6 2-16,10-5-1 16,-1-1-1-16,-1-12-6 0,2-1-11 15,-3-1-3-15,-5-3-11 16,6 0 28-16,-4-12 3 16,5-20 34-16,-2-5-19 15,-6-3-7-15,-3-1 23 16,0 2 2-16,-3 8 43 15,-15 1-18-15,-2 12 2 16,1 10-14-16,2 6-15 16,2 2-30-16,1 0-1 15,2 2-3-15,0 20-2 16,5 5 4-16,3 3-2 16,4-4-15-16,0 0-3 15,0-2 14-15,6-7-13 16,13-6 9-16,-2-2-1 15,3-6-3-15,1-3 0 0,0 0 9 16,2-16 6-16,-1-12 0 16,-1-4 0-16,-2-8 3 15,-3 0 1-15,-3-1 4 16,-4 10 9-16,0 11-6 16,-4 5 8-16,-3 10 5 15,-2 2-11-15,0 3-11 16,2 0-2-16,5 0-7 15,4 8-1-15,2 19 6 16,0 3 1-16,1 3-1 16,-5 1-6-16,-3-3-9 15,-4-9 17-15,4-6-2 0,-2-10-3 16,-2 0 1 0,0-6-5-16,0 0-3 15,3 0 4-15,3 0 8 0,4-18 0 16,1-10 0-16,3 0 2 15,-3 0-2-15,-3 3 0 16,-4 5 0-16,-1 10 5 16,-5 1 13-16,2 2 5 15,-2 7-11-15,0-2-8 16,2 2-4-16,2 0-2 16,5 0-14-16,4 0-4 15,8 0 4-15,1 0-6 16,2 0-3-16,3 0-15 0,0 0 15 15,2 0-2-15,5-10 19 16,-1-10 8-16,4-8 2 16,-1-7-1-16,-2-2 4 15,-12-1 3-15,-8 6-3 16,-12 4 31-16,-2 8 41 16,-2 1 4-16,-21 10-24 15,-1-1-40-15,-3 3-2 16,3 7-12-16,3 0-3 15,1 5 0-15,7 16 0 16,1 3-1-16,6 3-1 16,6-1-13-16,0-1-9 15,0-4-5-15,4-5 6 0,10-7-19 16,1-2 19 0,-1-7 7-16,0 0 5 0,1 0 6 15,-4-7 5-15,-2-4 5 16,-4-1-3-16,4 2 5 15,-8 6 7-15,2 0-1 16,-3 4-1-16,2 0-10 16,2 0-2-16,3 6-10 15,5 22-6-15,0 10 16 16,5 12 1-16,4 12 1 16,8 8 3-16,4 0-3 15,8 7 1-15,-3-4-3 16,-2-3 0-16,-5-6-2 15,-9-12 2-15,-9-14 0 0,-8-8 1 16,-5-18-1-16,0-2-1 16,-7-8 1-16,-17-2 35 15,-10 0-23-15,-4-12 11 16,-1-18-11-16,1-16-3 16,9-10-7-16,8-15-2 15,19-11-19-15,2-15-25 16,25-7-136-16</inkml:trace>
  <inkml:trace contextRef="#ctx0" brushRef="#br1" timeOffset="-214027.4">5639 14089 942 0,'0'0'71'16,"0"0"-41"-16,0 0-17 15,0 0-13-15,0 0-29 16,0 0-143-16,-11 24-450 16</inkml:trace>
  <inkml:trace contextRef="#ctx0" brushRef="#br1" timeOffset="-212388.22">6334 13251 725 0,'0'0'68'15,"0"0"-61"-15,0 0-3 16,0 0-2-16,0 0 0 16,0 0-2-16,-24 12-4 15,37 13 4-15,5 8 2 16,0 9 8-16,-2 8 16 16,3 4-18-16,-2 8 12 15,0 1 1-15,1 4-15 16,1 6-1-16,2 3 1 15,-1 4-3-15,-3 3-3 0,-4-6-1 16,1-6-48-16,-4-19-49 16,-8-20-109-16,-2-32-116 15</inkml:trace>
  <inkml:trace contextRef="#ctx0" brushRef="#br1" timeOffset="-212187.31">6332 13399 797 0,'0'0'45'16,"0"0"20"-16,0 0-25 15,0 0-33-15,0 0-7 16,0 0-5-16,0 0-48 0,-9-4-18 16,25 39-15-16,-7 11-36 15,-9 12 3-15,0 8-42 16,0-7-122-16</inkml:trace>
  <inkml:trace contextRef="#ctx0" brushRef="#br1" timeOffset="-211186.29">6555 13904 516 0,'0'0'150'0,"0"0"-83"15,0 0 8-15,0 0-15 16,0 0-18-16,0 0-26 0,0 2-12 15,2-2 2-15,5-10 0 16,4-15 8-16,3-12-7 16,-3-6 1-16,-5-1-5 15,-6 5 12-15,0 6 1 16,0 5-5-16,-8 10 14 16,-4 4-19-16,2 8 5 15,5 2-7-15,3 4-4 16,2 0-1-16,0 0-6 15,0 0-21-15,0 0-19 16,0 0 8-16,0 0 18 16,4 14 19-16,5 5 2 15,0 1 0-15,2 2-2 0,0-1 2 16,5-1 3 0,-1 1-3-16,1-5-1 0,-3 0 1 15,1 0-1-15,-3-4 0 16,-3 2-1-16,3-2 4 15,1-3-4-15,0-4-1 16,3-5-17-16,6 0 1 16,9-5 7-16,10-22 9 15,9-11-25-15,6-4-38 16,3-4-38-16,0 3-3 16,-7 7 67-16,-12 11 40 15,-18 9 66-15,-15 7 59 16,-6 5 16-16,0 2-33 0,-7 0-42 15,-15 1-45-15,-10 1-9 16,-3 0-8-16,-3 1-4 16,3 21-2-16,6 5 1 15,6 6 0-15,9 6-2 16,8 2 1-16,6 0-10 16,0-5-4-16,4-10-18 15,19-6 9-15,8-10 4 16,6-8 3-16,9-2 9 15,2-24-19-15,-3-26 6 16,-7-15-11-16,-11-7 8 16,-17-4 15-16,-10-5-9 15,0-4 19-15,-29 3 15 0,-13 7 21 16,-7 15-5 0,5 19 35-16,-1 12-1 0,9 12-10 15,13 10-31-15,9 7-15 16,5 0-9-16,5 18-1 15,4 24-4-15,0 18 3 16,0 12 0-16,1 5-1 16,17 1 2-16,0-6-3 15,5-7-2-15,1-12-6 16,2-2 0-16,1-15 1 16,-3-10 4-16,2-6-14 15,-4-11 16-15,0-2-2 16,5-7 4-16,2 0 2 15,2-20 1-15,0-5 1 0,-2-2 0 16,-2-4 0-16,-2 4 0 16,-2 3-1-16,-6 5 2 15,-9 9-1-15,-3 7 1 16,-2 3 1-16,-3 0-3 16,2 0 0-16,2 0-8 15,5 17-32-15,-5 15-25 16,-4 7-109-16,0-11-116 15</inkml:trace>
  <inkml:trace contextRef="#ctx0" brushRef="#br1" timeOffset="-211017.06">7500 13450 520 0,'0'0'273'16,"0"0"-273"-16,0 0-12 15,0 0-48-15,0 0-53 16,0 0 100-16,38 41-126 16,-18-24-117-16</inkml:trace>
  <inkml:trace contextRef="#ctx0" brushRef="#br1" timeOffset="-210137.01">7754 13020 675 0,'0'0'104'16,"0"0"-29"0,0 0-8-16,0 0-37 0,0 0-15 15,0 0-15-15,-29 4-8 16,38 34 8-16,16 8 5 15,2 5-5-15,2-3-1 16,2-2-2-16,-4-11-30 16,-9-4-7-16,1-11-33 15,-8-8 17-15,-1-5-38 16,-6-2-20-16,-4-3 13 16,0-2 86-16,0 0 15 15,0 0 48-15,0 0 19 16,0 0 12-16,-4 0 8 0,-1 0-39 15,0 0 1-15,3 0-7 16,2 0-11-16,-2 0 0 16,2 0-6-16,0 0-12 15,0 0-3-15,0 0-6 16,0 0-1-16,-2-2 0 16,-3-6 2-16,-1-8-4 15,-1-11-1-15,0-2-1 16,3-7-2-16,1-1 3 15,3 6-1-15,0 4 1 16,0 8-1-16,5 8-1 0,7 5 2 16,-2 6-8-16,6 0-8 15,2 0 10-15,0 17-5 16,-5 12-3-16,1 3-1 16,-8 0 4-16,1-5 7 15,-3-8-4-15,0-8-2 16,-1-7-1-16,0-4 7 15,-3 0 4-15,0 0 7 16,0-7 10-16,0-15 12 16,0-2-26-16,0 2-2 15,-12 6 6-15,-1 11 7 16,-7 5 5-16,-3 0-16 16,-2 16-2-16,-1 17-1 15,4 18-2-15,4 4 2 16,11-2 0-16,7-2 0 15,0-4-1-15,14-7 0 16,17-6-11-16,9-5-21 0,8-14-74 16,8-6-18-16,2-9-234 15</inkml:trace>
  <inkml:trace contextRef="#ctx0" brushRef="#br1" timeOffset="-209691.89">8232 12905 921 0,'0'0'18'0,"0"0"-10"15,0 0-4-15,0 0-4 16,0 0-10-16,0 0 10 16,53 153 0-16,-13-81-9 15,-4 10-5-15,1 3 1 16,-3 1-17-16,-3-12 17 15,-8-14-35-15,-13-16-35 16,-10-18 44-16,0-9 5 16,-3-12 24-16,-13-2 10 15,-2-3 11-15,0 0 62 16,2-19 5-16,3-3-11 0,6-2-50 16,7-6-11-1,0-4-4-15,0 1-2 16,0 4-3-16,12 5-3 0,1 4-9 15,1 8 8-15,-1 4 2 16,3 4 4-16,-3 4 0 16,-1 0 0-16,-2 0-11 15,-1 2 1-15,-5 14-2 16,2 4 2-16,-3 0-11 16,0 4-16-16,-3-2 9 15,1 0-42-15,2-5-58 16,1-5-86-16</inkml:trace>
  <inkml:trace contextRef="#ctx0" brushRef="#br1" timeOffset="-209040.22">8639 13314 741 0,'0'0'55'0,"0"0"-55"16,0 0-5-16,0 0 5 15,0 123-2-15,0-77-8 16,2-9-75-16,10-10-2 16,1-10 45-16,0-12-17 15,1-5 20-15,1 0 22 16,-1-22 16-16,-3-14 1 16,-3 1 5-16,-4-4 29 0,-4 1 24 15,0 6 85 1,-11 4-65-16,-8 8 9 0,6 10-3 15,0 6-60-15,3 1-8 16,4 3-10-16,-3 3-6 16,3 21-4-16,-2 7-4 15,8 0-16-15,0-1 3 16,0-6-18-16,3-7-21 16,10-8-8-16,5-4 31 15,0-5 11-15,0 0 14 16,1-9 8-16,0-13 4 15,-4-5 3-15,-4 0 27 16,-4 1-6-16,-3 2 30 16,0 2-22-16,-1 3 13 0,6 2-20 15,2 0-25-15,1 4 2 16,9 0 0-16,-2 5-1 16,0 5-1-16,3 3-2 15,1 0-2-15,2 0-19 16,-8 18-11-16,1 1 24 15,-7-1-23-15,1-2 18 16,-1-5 2-16,-1-6 11 16,4-5 2-16,1 0 1 15,8-5 6-15,-1-22 0 16,-2-3-2-16,0-2 5 16,-4 10 2-16,-5 2-1 15,-2 4 9-15,-5 11-17 16,2-2-3-16,-2 7 0 15,6 0-34-15,0 0-181 0,1 7-64 16</inkml:trace>
  <inkml:trace contextRef="#ctx0" brushRef="#br1" timeOffset="-208853.07">9202 13851 883 0,'0'0'126'16,"0"0"-69"-16,0 0-18 0,0 0-39 15,0 0-1-15,58-116-52 16,9 56-81-16,-3-3-783 16</inkml:trace>
  <inkml:trace contextRef="#ctx0" brushRef="#br1" timeOffset="-203455.55">19027 13522 474 0,'0'0'57'0,"0"0"39"16,0 0 4-16,0 0-43 15,0 0-1-15,0 0-18 16,0 0-24-16,-31-25-8 16,29 25 8-16,-1 0 17 15,1 0-3-15,-2 0-14 0,0 0-9 16,-8 0-4-1,-5 11 0-15,-8 8-1 0,-2 5 0 16,5 0 0-16,4 1 1 16,6-1-1-16,6 2 0 15,2 4-1-15,2 8 0 16,2 10 1-16,0-2 1 16,0 2-1-16,0-2 0 15,0-4 0-15,0-6 0 16,4 1 2-16,7-11-3 15,5 0 1-15,2-3 0 16,-1 0-4-16,1-9 1 16,0-2 1-16,2-6-3 0,1-3 4 15,0-3-4-15,6-7 5 16,4-20 0-16,-4-10-1 16,-2-3 1-16,-7-1 1 15,-9 1 3-15,-5 0 13 16,-4 1-6-16,0 4-7 15,0 1 24-15,-7-1-11 16,-7 8-11-16,-1 1 2 16,1 4-7-16,4 4 1 15,1 5-2-15,5 3-1 16,-2 5-22-16,6 1-10 16,0 4-52-16,-2 0-64 15,2 8-288-15</inkml:trace>
  <inkml:trace contextRef="#ctx0" brushRef="#br1" timeOffset="-203056.6">19717 13471 350 0,'0'0'540'16,"0"0"-529"-16,0 0 9 15,0 0-14-15,0 0-5 0,-121 54 0 16,105-18-1 0,5 4 0-16,2 0 0 0,6 1 0 15,3 3 0-15,0-4 0 16,0 2 0-16,0-4-2 16,0-1 2-16,12-8 0 15,4-2-1-15,-1-8 1 16,2-6-1-16,3-8 0 15,5-5-1-15,7-1 2 16,5-33 3-16,0-11 8 16,-2-11 2-16,-10-5 2 15,-12 3 2-15,-11-1 15 16,-2 9 2-16,-9 7-25 16,-15 5 10-16,-3 18-16 15,-2 12-3-15,-8 8-21 16,-4 31-58-16,-6 24-56 15,3 10-168-15</inkml:trace>
  <inkml:trace contextRef="#ctx0" brushRef="#br1" timeOffset="-202388.84">19356 14676 415 0,'0'0'244'0,"0"0"-193"16,0 0 44-16,0 0-25 15,0 0-17-15,0 0-18 16,-76-82-12-16,66 75 0 0,3 4 0 15,-1 3 1-15,-4 0-11 16,-3 0-11-16,-10 20-2 16,-3 12 0-16,3 8 0 15,5 2-1-15,8-2 1 16,6-3 0-16,6-2 0 16,0 0 0-16,0-3-2 15,8 1 2-15,11-4-2 16,3-3-3-16,0-3 1 15,3-14-6-15,-3 1 1 16,3-10 4-16,-5 0 3 16,4 0 2-16,-2-19 0 0,-1-16 2 15,-2-9-1-15,-5-6 2 16,-7-4-1-16,-3 4 0 16,-4 5 1-16,0 6 0 15,0 4 11-15,-11 12-11 16,-1 4 1-16,5 6-4 15,4 10-1-15,3 3-20 16,0 0-36-16,0 3-93 16,0 14-323-16,8-7 214 15</inkml:trace>
  <inkml:trace contextRef="#ctx0" brushRef="#br1" timeOffset="-202155.53">19936 14468 903 0,'0'0'130'0,"0"0"-104"15,0 0 28-15,0 0-18 16,0 0-28-16,0 0-8 16,-17 36-4-16,17-2 3 15,9 8 0-15,1 11 0 16,5 0-23-16,-5 19-13 15,-3 16-34-15,-5 16-20 16,-2-11-125-16,0-12-420 0</inkml:trace>
  <inkml:trace contextRef="#ctx0" brushRef="#br1" timeOffset="-201408.17">19409 15484 421 0,'0'0'175'16,"0"0"-107"-16,0 0 31 15,0 0-16-15,0 0-27 0,0 0-18 16,0 0-9-16,0-8-5 15,0 8 2-15,0 0-6 16,0 0-11-16,0 0-9 16,0 4 0-16,0 10-2 15,0 12 2-15,0 6 2 16,4 3-2-16,7 1 0 16,0 0 0-16,0 0 0 15,3 0 0-15,-1 0 0 16,-2-1-23-16,2-1-12 15,1-5-31-15,-6-3-30 16,4-8-94-16,-3-9-74 16</inkml:trace>
  <inkml:trace contextRef="#ctx0" brushRef="#br1" timeOffset="-200890.45">20249 15404 786 0,'0'0'49'0,"0"0"-41"16,0 0 10-16,0 0-2 0,0 0 0 15,0 0-9-15,-63 2-7 16,61 7 0-16,-5 5 0 16,1-2 1-16,-1 9 1 15,-2-1 4-15,3 2 9 16,3 3 4-16,1 3-10 16,2-2-3-16,0 2-2 15,0 2 0-15,0-2-3 16,0-2 2-16,9-4-2 15,2-4 0-15,2-4-1 16,0-5 0-16,3-9-4 16,5 0-1-16,6 0 4 0,2-5 1 15,4-21 1-15,-4-10 4 16,-5-1 0-16,-4-6 7 16,-11-3 4-16,-4 1 1 15,-5 7-3-15,0 6 2 16,-2 11-5-16,-12 7 0 15,-4 5-11-15,-6 9-13 16,-15 20-52-16,-5 27-68 16,-10 4-211-16</inkml:trace>
  <inkml:trace contextRef="#ctx0" brushRef="#br1" timeOffset="-200490.49">19855 16520 833 0,'0'0'35'16,"0"0"38"-16,0 0-21 0,0 0-16 16,0 0-15-1,0 0-14-15,-19 0-5 0,19 0-2 16,0 0-1-16,0 0-1 16,0 11 0-16,0 7-1 15,5 8 3-15,9 6 3 16,-4 2-2-16,3 2-1 15,-1-4 0-15,-4 3 0 16,4-7-17-16,-5 2-13 16,4-7-11-16,2-6-8 15,3-7-86-15,9-10-117 16,6 0-97-16</inkml:trace>
  <inkml:trace contextRef="#ctx0" brushRef="#br1" timeOffset="-200281.45">20440 16397 856 0,'0'0'61'15,"0"0"8"-15,0 0-29 16,0 0-22-16,0 0-12 16,0 0-6-16,0 4-3 15,0 22 3-15,0 6 0 16,5 12 1-16,0 0-1 15,8 7-5-15,-2 7-40 16,-2-15-65-16,-5-11-361 16</inkml:trace>
  <inkml:trace contextRef="#ctx0" brushRef="#br1" timeOffset="-198590.52">20325 13508 282 0,'0'0'269'15,"0"0"-210"-15,0 0 25 0,0 0-13 16,0 0-35-16,0 0-25 16,-9 0-11-16,9 0 0 15,0 0 0-15,0 0-1 16,0 0 1-16,0 0 1 15,0 0 0-15,0 0 4 16,0 0-5-16,9 5 1 16,13-3-1-16,11 3 0 15,7 2 3-15,0 0-3 16,-1 2 0-16,-8 3 2 16,-6 2-2-16,-8-1 0 15,-3 2 0-15,-6 2 2 16,-3-2 0-16,-5 6-2 15,0-1 8-15,0 6 11 0,-5 4 3 16,-9-4 12-16,-1 4-2 16,0-7-14-16,5 0 0 15,4 0-10-15,2 2-3 16,2 5-4-16,2 3-1 16,0 0 0-16,0-1 0 15,0-6 1-15,12-4-1 16,-2-5 0-16,3-7 0 15,-4-5 1-15,-5-5 0 16,-2 0 0-16,0 0 0 16,-2 0 4-16,0 0 6 0,0 0-5 15,0 0 0 1,0 0-2-16,0 0-4 0,0 0 0 16,0 0 0-16,0 0 0 15,0 0-1-15,0 0 1 16,0 0 4-16,0 0-4 15,0 0 4-15,0 0-1 16,0 0 3-16,0 0 4 16,0-4-9-16,0-10-1 15,0 3-4-15,-4-1-15 16,2-2-2-16,0 0-13 16,2 1-37-16,-4-7-209 15</inkml:trace>
  <inkml:trace contextRef="#ctx0" brushRef="#br1" timeOffset="-197754.55">20530 13677 493 0,'0'0'61'16,"0"0"75"-16,0 0-64 15,0 0-30-15,0 0-2 16,0 0-37-16,-23-4-3 15,13 27-4-15,-2 9 0 16,3 6 4-16,7-4 0 16,2-4 0-16,0-4-8 15,6-4-1-15,13-10-18 16,-2-6-18-16,6-6 17 16,-1-6 23-16,1-26 5 15,-4-8 8-15,-3-4 14 16,-9 2 12-16,-7 4 1 15,0 7-12-15,-5 9-8 0,-15 8 33 16,-3 14-48-16,-5 0-22 16,4 20-70-16,-1 17-81 15,7-5-109-15</inkml:trace>
  <inkml:trace contextRef="#ctx0" brushRef="#br1" timeOffset="-197058.15">21183 13182 765 0,'0'0'105'16,"0"0"-51"-16,0 0-6 16,0 0-29-16,0 0-12 15,0 0-7-15,-65 58-4 16,36-11 2-16,4-3 2 15,10-10 0-15,7-4 0 16,4-7-1-16,4-4-3 16,0-3-5-16,4-2 6 0,13 0 0 15,3-2 2-15,5-4 1 16,-1 2 0-16,7-6 1 16,1 3-1-16,-1-2 0 15,-3 2 0-15,-4 6 0 16,-5 1-1-16,-10 7 0 15,-5 1-5-15,-4 1-1 16,0 5 2-16,0-3 5 16,-13-1 0-16,-3-7 0 15,-1-3 0-15,-1-5 1 16,0-3 3-16,0-2 7 16,3-4-1-16,1 0 2 15,5 0-9-15,3 0-3 16,1 0-36-16,5-8-95 15,0-12-188-15</inkml:trace>
  <inkml:trace contextRef="#ctx0" brushRef="#br1" timeOffset="-196406.31">21745 13200 565 0,'0'0'176'0,"0"0"-33"15,0 0-53-15,0 0-45 0,0 0-29 16,0 0-16 0,-23-2 0-16,19 25-4 0,-3 10 4 15,0 11 2-15,1 4-1 16,1-5-1-16,-3 5 0 16,3-2 0-16,-2 0-36 15,-2-2 2-15,3-3-18 16,-1-9-29-16,3-6-46 15,1-16-69-15,3-10-104 16</inkml:trace>
  <inkml:trace contextRef="#ctx0" brushRef="#br1" timeOffset="-196074.81">21718 13283 32 0,'0'0'735'16,"0"0"-678"-16,0 0-46 15,0 0-11-15,0 0-2 0,0 0 2 16,20 72 3-16,4-36-2 16,5-4 6-16,4-5 2 15,2-1 2-15,-2-3-1 16,-2-7-6-16,-8 0-3 16,-3-8 0-16,0 0-1 15,-12-6 2-15,-3-2 2 16,-1 0 2-16,5-10 22 15,2-24 27-15,4-12-38 16,1-9 3-16,-5 0 5 0,-1-1-23 16,-4 5 6-1,-1 7-5-15,-1 14 5 0,-2 9-5 16,0 7-3 0,8 3-7-16,5 2-25 0,12-3-45 15,6 1-143-15,3-4-169 16</inkml:trace>
  <inkml:trace contextRef="#ctx0" brushRef="#br1" timeOffset="-195876.12">22380 13032 694 0,'0'0'188'16,"0"0"-120"-16,0 0 14 15,0 0-20-15,0 0-23 16,0 0-30-16,7-10-9 0,32-4-3 15,11-2 3-15,-2 2-25 16,-9 7-32-16,-13 7-9 16,-8 0-52-16,-18 0-138 15,0 3-135-15</inkml:trace>
  <inkml:trace contextRef="#ctx0" brushRef="#br1" timeOffset="-195692.46">22493 13046 267 0,'0'0'280'16,"0"0"-176"-16,0 0-10 15,0 0-14-15,0 0-33 16,0 0-19-16,-13 9-20 16,13 6-5-16,0 7-2 0,0 12 2 15,0 11-2 1,0 10 0-16,0 12 0 0,7 5-1 16,4 0-64-16,7-6-139 15,0-18-130-15,4-17 83 16</inkml:trace>
  <inkml:trace contextRef="#ctx0" brushRef="#br1" timeOffset="-195543.76">22864 13319 986 0,'0'0'48'0,"0"0"31"16,0 0-73-16,0 0-6 15,0 0-69-15,0 0-241 0</inkml:trace>
  <inkml:trace contextRef="#ctx0" brushRef="#br1" timeOffset="-194273.91">21092 14575 443 0,'0'0'72'16,"0"0"101"-16,0 0-18 16,0 0-56-16,0 0-45 15,0 0-17-15,0-95-5 16,0 93-13-16,0 2-9 16,0 0-7-16,0 0-3 15,0 0-3-15,0 2-3 16,0 18 3-16,17 9 3 15,1 4 0-15,2 6 1 16,0 5-1-16,-2 2 0 16,0-3-5-16,-3-7-16 15,-1-4 12-15,-3-5-4 0,-2-15-5 16,-2-7 15 0,-3 0 3-16,-4-5-1 0,0 0 2 15,2 0 0-15,0-5 3 16,3-22-1-16,1-12 0 15,6-4-2-15,-1-3-1 16,2 7 3-16,-4 9-1 16,-4 8-1-16,-1 9 4 15,-4 6 3-15,0 5-2 16,0 2-4-16,1 0-2 16,2 0-1-16,5 0-4 0,7 0-1 15,3 9 5 1,6 11 0-16,1-1 1 0,3 5 0 15,-3-6-8-15,-2 0-5 16,-4-6-1-16,-7-6 2 16,-3-2 1-16,-7-4 11 15,0 0 1-15,2-12 7 16,4-16 24-16,2-16-28 16,-4-2 1-16,1 2 5 15,-3 0-9-15,-2 8 0 16,0 12-1-16,0 9 0 15,0 13-1-15,9 2-27 16,5 0-70-16,8 7-205 16,5 9-18-16</inkml:trace>
  <inkml:trace contextRef="#ctx0" brushRef="#br1" timeOffset="-194047.72">21896 14409 817 0,'0'0'77'0,"0"0"12"16,0 0-8-16,0 0-49 16,0 0-19-16,0 0-13 15,-35-12-7-15,29 40-2 16,2 9 7-16,0 1 0 16,-3 3-22-16,1 0 0 15,-4-3-3-15,1 0-28 16,0-2-35-16,-2-8-46 0,5-13-114 15,6-15-105-15</inkml:trace>
  <inkml:trace contextRef="#ctx0" brushRef="#br1" timeOffset="-193724.61">21906 14413 628 0,'0'0'143'15,"0"0"-22"-15,0 0-49 16,0 0-44-16,0 0-26 15,0 0 0-15,55-12-2 16,-17 24 0-16,-3 2 2 16,-3 5-4-16,1-1 2 15,-4 0 0-15,-3-3 0 0,-3-4-4 16,-5-3-9 0,-7-4 2-16,-2-4 10 0,-2 0 1 15,0 0 4-15,1-18 7 16,1-13 11-16,0-10-9 15,-2 1 8-15,-2-5-11 16,3 4-7-16,-2 0 1 16,4 3-4-16,-1 6-2 15,3 7-3-15,7 6-17 16,8 4-34-16,-1 3-105 16,3 3-320-16</inkml:trace>
  <inkml:trace contextRef="#ctx0" brushRef="#br1" timeOffset="-193526.55">22534 14159 260 0,'0'0'630'0,"0"0"-592"16,0 0 59-16,0 0-34 16,0 0-24-16,0 0-30 15,2-18-9-15,46-10-1 16,13-1-1-16,-3 7-9 15,-9 7-43-15,-16 6-23 16,-16 5-96-16,-17 3-345 16</inkml:trace>
  <inkml:trace contextRef="#ctx0" brushRef="#br1" timeOffset="-193342.51">22674 14096 161 0,'0'0'596'0,"0"0"-552"0,0 0 25 16,0 0-7-16,0 0-30 15,0 0-15-15,-9 67-8 16,9-30 10-16,0-2-15 16,0 5-3-16,0 4-1 15,7 1-6-15,6-1-54 16,3 2 0-16,-2-10-193 16,0-14-149-16</inkml:trace>
  <inkml:trace contextRef="#ctx0" brushRef="#br1" timeOffset="-193196.44">23165 14297 928 0,'0'0'65'0,"0"0"-11"16,0 0-26-16,0 0-28 15,0 0-56-15,0 0-166 16</inkml:trace>
  <inkml:trace contextRef="#ctx0" brushRef="#br1" timeOffset="-190538.98">21396 15337 232 0,'0'0'383'16,"0"0"-305"-16,0 0 14 15,0 0-4-15,0 0-36 16,0 0-25-16,-19-25-11 0,19 25-4 15,0 0-6-15,0 0-1 16,0 0-4-16,0 0-1 16,0 0-1-16,0 0-3 15,0 4 1-15,7 12 3 16,8 2 2-16,-1 6-2 16,1 2 1-16,3 3-1 15,-3 0 2-15,1 3 0 16,-1 0-2-16,1-2 0 15,-5-3-2-15,1-8 0 16,-6-2-8-16,-1-12-15 0,-3-2 20 16,0-3-1-1,-2 0 6-15,0 0 6 0,2-4 1 16,0-22 8-16,3-15-14 16,4-4 0-16,1 0 0 15,3 5 0-15,-5 6-1 16,-1 12 1-16,-3 13 2 15,-4 2 12-15,0 7-5 16,2 0-8-16,0 0-2 16,6 0-3-16,3 0 0 15,2 10 3-15,5 8 3 16,0-1-3-16,4 3 2 16,5 1-2-16,1 1 0 15,2-4 0-15,0 0 0 16,0-10-1-16,-6-2-3 0,-1-2 4 15,-9-4-1-15,1 0 1 16,-4-8 1-16,-3-20 4 16,2-7-3-16,-4-14 12 15,-6-1-5-15,0 2 3 16,0-1-2-16,0 8 0 16,0 5-10-16,0 9 1 15,0 10-2-15,0 5-1 16,0 5-14-16,9 7-36 15,4 0-112-15,-1 0-481 16</inkml:trace>
  <inkml:trace contextRef="#ctx0" brushRef="#br1" timeOffset="-189692.6">22351 15040 198 0,'0'0'126'15,"0"0"-44"-15,0 0 3 16,0 0-21-16,0 0-15 16,0 0-24-16,-18 7-16 15,16 1 1-15,-3 3 14 16,-1-4 27-16,4-1 1 16,0-2-11-16,2-4-13 15,0 0 3-15,0 0 3 16,0 0-11-16,0 0-4 15,6 0-4-15,23-17-3 16,15-12 20-16,12-9-12 16,4-2-18-16,1-1 4 0,-8 10-4 15,-15 9-2-15,-9 8 0 16,-11 14-2-16,-7 0-22 16,-5 0-50-16,-6 24-38 15,0 5-142-15,-17-3-90 16</inkml:trace>
  <inkml:trace contextRef="#ctx0" brushRef="#br1" timeOffset="-189491.35">22567 15047 563 0,'0'0'62'16,"0"0"40"-16,0 0 10 16,0 0-41-16,0 0-31 15,0 0-19-15,-14 36-11 16,14-14 28-16,0 6-10 15,0 2-17-15,0-2-5 0,0 7-5 16,14 5 0-16,8 6-1 16,6 11 0-16,0 15-24 15,-4-1-70-15,-8-8-132 16</inkml:trace>
  <inkml:trace contextRef="#ctx0" brushRef="#br1" timeOffset="-186373.12">21834 16281 721 0,'0'0'52'0,"0"0"-23"16,0 0 13-16,0 0-6 15,0 0-17-15,0 0-15 16,0 0-4-16,-19-11-2 15,13 13 2-15,-8 14 1 16,-1 8 0-16,-3 3 3 16,3-1-4-16,1-1 2 15,3 8-2-15,0-7 0 16,2 2 0-16,5-10 1 16,4-5 0-16,0-8-1 15,0-1 0-15,0-4 0 16,6 0 1-16,12 0 2 15,7 0 1-15,4 0 3 0,4 0-1 16,3 0-3-16,1 0-2 16,-3 0-1-16,2 3 1 15,-7 8-2-15,-5 7 2 16,-6 4-2-16,-7-6 1 16,-9 9-1-16,-2 0 1 15,-4 1-3-15,-25 2 3 16,-5-1 3-16,-3-5-1 15,-1-4 1-15,9-4-1 16,9-7-1-16,11-2 3 0,9-5-4 16,0 0-20-1,15-31-74-15,21-17-225 0</inkml:trace>
  <inkml:trace contextRef="#ctx0" brushRef="#br1" timeOffset="-185992.37">22154 16361 801 0,'0'0'67'0,"0"0"4"16,0 0 0-16,0 0-26 15,0 0-19-15,0 0-25 16,17-36 0-16,31 13-1 16,8 2 0-16,-2 2-3 15,-16 9-40-15,-5 2-27 16,-17 8-18-16,-12 0-94 0,-4 0 11 15,0 0 136 1,-13-4 35-16,-7 1 11 0,-3 1 80 16,6-1 73-16,3 3-33 15,5 0-60-15,9 0-16 16,0 0-32-16,0 0-12 16,0 0-11-16,0 3 0 15,0 14 0-15,0 12 0 16,0 2 0-16,9 5 0 15,3 8 2-15,-2 5-2 16,2-1-2-16,3 3-31 16,-4-5-25-16,1-8-78 0,-1-11-108 15,4-15-251 1</inkml:trace>
  <inkml:trace contextRef="#ctx0" brushRef="#br1" timeOffset="-185843.44">22783 16423 879 0,'0'0'46'16,"0"0"6"-16,0 0-12 15,0 0-35-15,0 0-5 16,0 0-32-16,-22 13-120 16,22 24-44-16,0-2-407 15</inkml:trace>
  <inkml:trace contextRef="#ctx0" brushRef="#br1" timeOffset="-185624.07">22237 17137 749 0,'0'0'198'15,"0"0"-182"-15,0 0 52 16,0 0-32-16,0 0-8 15,0 0-1-15,-18-9-21 16,80-16-4-16,35-21 7 0,30-12-8 16,24-12-1-1,-3-7-54-15,-19-12-216 0</inkml:trace>
  <inkml:trace contextRef="#ctx0" brushRef="#br1" timeOffset="-147060.02">23421 9174 345 0,'0'0'141'0,"0"0"-25"0,0 0-59 16,0 0 24 0,0 0-24-16,0 0-20 0,0 0-9 15,-36-29-9-15,33 28-6 16,2-1 11-16,-1 2 4 16,0-2-14-16,-1 2-2 15,0-2-4-15,3 2 1 16,-2 0-3-16,2 0 1 15,0 0-3-15,0 0-4 16,0 0 0-16,0 0-1 16,0 0 1-16,0 0-1 15,0 0 0-15,0 0-6 16,0 0 4-16,0 2-1 16,16 14 0-16,-3 5 4 15,6 5 1-15,-2-1 2 0,1 1-3 16,5 2-3-16,3-3 2 15,4 0-6-15,-5-1 3 16,0-3-10-16,-2-4-5 16,-10-2 15-16,1-8 3 15,-6 2-2-15,-1-8 2 16,-4-1 1-16,-3 0 3 16,0 0 0-16,0 0 17 15,0 0 11-15,0 0-5 16,0 0-8-16,0 0-6 15,0-3-7-15,0-7-5 16,0-3-2-16,-3-1 1 0,-8 0-3 16,-1 0-6-1,1 0 5-15,-4 0 5 0,3 0-2 16,2 5 2-16,1 0 2 16,6 4-2-16,2 0 0 15,1 3-1-15,0 0 0 16,0 2-1-16,0 0-4 15,0 0 3-15,0 0-5 16,4 0-5-16,9 9 11 16,3 5 1-16,-1-5-3 15,-3 3 4-15,1-1 0 16,-2-2 0-16,0 3 0 16,0 0 2-16,1 2-2 15,-6 2-14-15,-6 10-50 16,-3 1-115-16,-31-3-156 15</inkml:trace>
  <inkml:trace contextRef="#ctx0" brushRef="#br1" timeOffset="-145976.12">22307 9214 692 0,'0'0'96'0,"0"0"-79"16,0 0 29-16,0 0 2 16,0 0-38-16,0 0-10 15,-1 6-8-15,7 9 8 16,8 2 2-16,-1 3-2 15,1 4 3-15,-1-1-2 16,1 4 0-16,-3-1-1 16,-2 4 1-16,-2 3 0 15,-4085 1 0-15,8167-4 0 16,-4083-2 0-16,1-8-1 16,2-3 0-16,-4-8-1 0,-3-4-1 15,-1-2-6 1,-1-3 5-16,0 0 3 0,0 0 3 15,0 0 3 1,0 0 15-16,-17 0 14 0,-12-8-29 16,-6-6-5-16,5 2 14 15,-1-4 14-15,9 2-14 16,0 3 0-16,6 2 8 16,7 1-17-16,3 5 4 15,4 3-1-15,2 0-5 16,0 0-4-16,0 0 0 15,0 0-2-15,0 0-5 16,0 0-3-16,0 0-12 0,10 4-6 16,6 14 24-16,2 9 1 15,-3-1 3-15,-1 3-12 16,0 0 7-16,-4-3-4 16,3-6 6-16,-1-8-4 15,-3-4 6-15,-5-4 0 16,-2-4 1-16,-2 0 1 15,0 0 4-15,1 0 31 16,14-21 13-16,5-20-11 16,4-8-38-16,3-6 3 15,-2 8-3-15,-7 10-8 16,-6 4-23-16,-12 5-67 16,0 6-243-16</inkml:trace>
  <inkml:trace contextRef="#ctx0" brushRef="#br1" timeOffset="46516.36">10768 14994 420 0,'0'0'238'15,"0"0"-190"-15,0 0-15 16,0 0 28-16,0 0-15 16,0 0-27-16,0 0-13 0,-66-78-2 15,65 73 1-15,-1 3 3 16,0 2-5-16,2 0 0 15,-2 0 0-15,-5 0 0 16,-2 0 6-16,-2 0-7 16,-7 0-2-16,3 0 1 15,-4 0 0-15,4 0 1 16,-1 0 9-16,5 0 5 16,0 0-4-16,-2 0-12 15,-2 0 3-15,-4 0-4 16,1 9 1-16,5 3 0 15,1-3 1-15,6-3 0 16,2-1 0-16,-3 0-1 16,2 7-1-16,-1 0 1 15,-1 0-1-15,3 0 1 0,1-7-1 16,3 0 2-16,0-5-2 16,0 2 2-16,0-2-2 15,0 0 1-15,0 0 0 16,0 0 0-16,0 2 0 15,0-2-2-15,0 0 2 16,0 0-1-16,0 0 0 16,0 0-3-16,0 0-22 15,0 0-7-15,0 0 3 16,0 0 10-16,0 0 16 16,0 0 2-16,3 0-2 15,1-9 4-15,6-5 1 16,-7 5 2-16,2-3 2 15,-5 8 23-15,0 4 3 0,0 0-7 16,0 0-2-16,0 0 7 16,0 0-5-16,0 0-14 15,0 0-10-15,0 0-2 16,0 19 2-16,0 13 0 16,0 3 1-16,2 7 0 15,5 6 1-15,-1 1-1 16,6 2 0-16,1 9-1 15,1 1 2-15,-1 2-1 16,1-2-1-16,-3-4 0 16,4-8-65-16,3-12-44 0,3-16-64 15,12-21-83 1,6-21-94-16</inkml:trace>
  <inkml:trace contextRef="#ctx0" brushRef="#br1" timeOffset="47265.96">10949 15115 304 0,'0'0'603'16,"0"0"-589"-16,0 0 12 15,0 0-20-15,0 0-6 16,0 0 0-16,-23 76 1 16,23-23 2-16,0-6-3 0,0 6 0 15,2-2 0 1,8-5 1-16,-2-11 0 0,1-9-1 15,1-8-2-15,-2-4-14 16,-1-10 14-16,-1-2-6 16,6-2 4-16,5-6 4 15,11-28 0-15,9-12 3 16,-5-13-2-16,-8 1 3 16,-13 7-3-16,-11 9 1 15,0 7 2-15,-7 12 0 16,-10 5 33-16,-1 9-28 15,5 4 16-15,-1 5-22 16,3 0-3-16,4 0 0 16,1 0 0-16,-2 0 0 15,2 0-2-15,2 1 0 0,-1 3 0 16,3-4 2-16,2 0 0 16,0 0 0-16,0 0 0 15,0 0 0-15,0 0-2 16,0 0-2-16,5 0 0 15,13 0 2-15,8-4 2 16,5-10 2-16,0 0-2 16,0 6-1-16,-4-2 1 15,-2 8 0-15,-5 2 0 16,-3 0 0-16,2 8-1 16,-6 9-3-16,-4 6-1 15,-2 4 2-15,-5-1 3 16,0 6 0-16,-2-5 0 15,0 4 0-15,0-4 1 0,0-1 0 16,2-3-1-16,5-11 0 16,0 2 1-16,2-8 1 15,1-4-2-15,0-2 0 16,3 0-2-16,2 0 2 16,5-22 1-16,5-16 1 15,-4-2 7-15,-11-5-5 16,-7 8 1-16,-3 1-2 15,0 5 5-15,-23 4 6 16,-4 7-8-16,3 9-6 16,4 1-4-16,9 10-22 0,4 0-43 15,7 14-174 1,0 5-216-16</inkml:trace>
  <inkml:trace contextRef="#ctx0" brushRef="#br1" timeOffset="48950.48">12139 14877 847 0,'0'0'46'0,"0"0"25"16,0 0-13-16,0 0-27 15,0 0-19-15,0 0-12 16,0 0-3-16,-32-12 0 16,32 26-5-16,-4 18-4 15,-2 7 12-15,-3 6 0 16,-3 0-12-16,-1 2-1 16,-5-2 1-16,-1 0-27 15,-4-1-21-15,-1-3-17 16,1-5-50-16,1-18-52 0,2-18-75 15</inkml:trace>
  <inkml:trace contextRef="#ctx0" brushRef="#br1" timeOffset="49133.25">11866 14969 816 0,'0'0'92'0,"0"0"-59"15,0 0-5-15,0 0-16 16,0 0-12-16,0 0-1 15,41 2 1-15,4 15 2 16,6 6-1-16,1 9-1 16,-6 4-1-16,4 9-23 15,-9 1-48-15,-1 2-81 0,-9-18-171 16</inkml:trace>
  <inkml:trace contextRef="#ctx0" brushRef="#br1" timeOffset="49567.16">12471 14672 330 0,'0'0'499'0,"0"0"-494"16,0 0 8-16,0 0 12 15,0 0 1-15,0 0-24 0,-67-16-2 16,67 16-14-1,0 0 10-15,0 0 2 0,0 0 2 16,0 0-2-16,2 0 2 16,11 0 2-16,1 20 0 15,5 8-1-15,-4 10 4 16,-1 8-2-16,-4 3-3 16,-2 1 0-16,-1-1 0 15,-3-6 0-15,-2-9-3 16,-2-4-8-16,0-12 11 15,-2-6 4-15,-10-2-2 16,8-10 5-16,-1 4 2 16,3-4 23-16,0 0 4 0,2 0-6 15,0 0-14-15,0 0-9 16,0 0-7-16,11 0-6 16,20-12-11-16,16-2 3 15,9-4-29-15,9-5-63 16,-1 0-120-16,-4-3-144 15</inkml:trace>
  <inkml:trace contextRef="#ctx0" brushRef="#br1" timeOffset="49757.97">13089 14712 891 0,'0'0'42'0,"0"0"27"0,0 0-17 15,0 0-35-15,0 0-17 16,0 0-1-16,69-70-13 16,-7 52-5-16,0 14-32 15,-14 4-99-15,-24 13-258 16</inkml:trace>
  <inkml:trace contextRef="#ctx0" brushRef="#br1" timeOffset="49922.02">13220 15298 995 0,'0'0'38'0,"0"0"28"0,0 0-9 16,0 0-55-16,0 0-2 16,0 0-65-16,156-116-48 15,-75 61-364-15</inkml:trace>
  <inkml:trace contextRef="#ctx0" brushRef="#br1" timeOffset="52685.6">14364 14287 675 0,'0'0'172'15,"0"0"-104"-15,0 0 1 0,0 0-18 16,0 0-19-16,0 0-19 16,0 0-13-16,-49-24-2 15,49 26-2-15,0 14 3 16,4 7 1-16,10 1 0 16,-1 3 0-16,-4-3 0 15,3 5 1-15,-3 0-1 16,6 2-1-16,-4-4 1 15,0-5-3-15,-2-3-7 16,0-7-4-16,-1-6-4 16,-3-2 9-16,-1 0 5 15,1 0-3-15,-2 0-5 0,-2 6-9 16,2 2-1-16,-3 6 1 16,2 5 14-1,-2-6-41-15,2-5 17 0,0 0 5 16,-2-6-5-16,0-2 29 15,0 3 2-15,0-7 4 16,0 0 0-16,0 0-2 16,0 0-1-16,0 0 4 15,0 0-3-15,0 0 9 16,0 0-1-16,0-9-10 16,0-1-4-16,-4 0-31 15,-2-2-11-15,-6 0-110 16,1-4-72-16,-6 4-7 0</inkml:trace>
  <inkml:trace contextRef="#ctx0" brushRef="#br1" timeOffset="53152.49">14310 14520 120 0,'0'0'220'15,"0"0"-188"-15,0 0 45 16,0 0 1-16,0 0 8 16,0 0-18-16,-89-52-1 15,83 48-24-15,-1-2-9 16,2 3 4-16,1 2-7 15,1-5-16-15,3 2-3 16,-2-3-2-16,2 0-2 16,0 0-4-16,0 2 3 15,0 0 2-15,0 1-4 0,0 4-5 16,11 0-1 0,14 0 0-16,6 13-4 0,2 15 4 15,4 10 1-15,-8 8 2 16,-5 0-2-16,-6 7 0 15,-10-2 0-15,-3 5-1 16,-5 2 1-16,0-3 0 16,-5-7 0-16,-14-10 1 15,-6-15 0-15,5-3 2 16,-3-11 1-16,4-3-3 16,1-4 4-16,-1-2-5 15,7 0 5-15,1-14-5 16,1-12-2-16,8-3-9 15,2 3 3-15,0 9 6 0,0 2 2 16,0 12 2-16,4-1-2 16,23-3-6-16,14 6 3 15,10 1-4-15,4 0-68 16,6-2-14-16,-1-7-122 16,-6-8-160-16</inkml:trace>
  <inkml:trace contextRef="#ctx0" brushRef="#br1" timeOffset="53804.28">14796 14401 870 0,'0'0'76'0,"0"0"-42"16,0 0 13-16,0 0-19 15,0 0-28-15,0 0-5 16,-33 47-14-16,33-5 18 15,7 2-10-15,3-3-10 16,4-9-4-16,-3-6 5 16,-2-7 4-16,-2-7 3 15,-3-4-1-15,-1-8 4 16,-3 0 8-16,2 0 2 16,0-4 5-16,4-19 8 0,4-8-2 15,-4-5-9 1,-3 1 6-16,-3 8-3 0,0 1 2 15,0 7 7-15,-8 2-7 16,-5 7 8-16,5 2 4 16,-3-1-15-16,1 5 1 15,6 3 2-15,-1-1-1 16,5 2-4-16,0-2 0 16,0-1-2-16,0-7 0 15,23-5-4-15,13-6 3 16,8-1-2-16,-1 3 3 15,-6 2 0-15,-1 3-2 16,-5 6 2-16,-4 3-1 16,-5 5 1-16,-7 0-2 15,-3 17-1-15,-3 14-6 0,-7 6 5 16,0 7 4-16,-2-2 2 16,0-2-2-16,0-6 0 15,2-11 0-15,5-9 1 16,0-5-1-16,0-9 0 15,1 0 2-15,4 0 5 16,3-29 2-16,0-11 4 16,4-11-5-16,-5-3-5 15,-8-4 2-15,-6 8-5 16,0 6 2-16,0 12-2 16,-19 4 0-16,3 12-7 15,-8 8-29-15,7 8-26 16,-1 0-227-16</inkml:trace>
  <inkml:trace contextRef="#ctx0" brushRef="#br1" timeOffset="54916.1">15382 13864 547 0,'0'0'258'16,"0"0"-181"-16,0 0-13 15,-149-106-23-15,103 81-12 16,-4 8-13-16,-6 1-9 16,-2 7-2-16,-4 7-4 0,-9 2 0 15,-2 0 1-15,-6 16 2 16,-3 9-4-16,4 1 2 16,-3 4-1-1,-1 2 3-15,2 4-2 0,4 5-1 16,7 3-1-16,7 1 0 15,8 8-2-15,4-3 2 16,11 4 1-16,3-6-1 16,9 2 0-16,3 4-2 15,-1 10 2-15,8 6 0 16,-2 3 0-16,11-3 1 16,3-7-1-16,5-2 0 0,0-1 1 15,3 2 2 1,15-1-1-16,1-1-2 0,4-3 1 15,2-8 0-15,-6-1-1 16,1-6 0-16,1-2 0 16,0 5 0-16,1-1 2 15,6-1-3-15,-4 0 2 16,1-3-1-16,-3-6 0 16,-1-6 0-16,0-2 0 15,2-3-1-15,3-2 1 16,3-3 4-16,4 1-2 15,13-15-1-15,14-4-1 16,11 0 8-16,12 0-5 16,-2-14-2-16,0 1 1 15,0-1-1-15,-2 1-1 0,2 0 0 16,-3-5 0 0,3-4 0-16,-6 0 2 0,-2-4-1 15,-1-2-1-15,-7 0 2 16,-3 3-1-16,-4-6-1 15,-8 3 1-15,-6 2 0 16,-2-6-1-16,-4 1 2 16,-2-1-2-16,-8 0 0 15,-3 2 1-15,-10 4 1 16,2 2 0-16,-7-1-2 16,3-4 0-16,1 0 1 15,-1-8 1-15,1 3-2 16,-1-2 2-16,-1 4-1 15,-3-3 0-15,-4 8-1 0,2-5 0 16,0-1 2-16,-4 3 0 16,4-4-2-16,-3 1 1 15,0 0-1-15,-2-1 1 16,-2 2-1-16,0 3 0 16,0 6 0-16,0 0 0 15,0 5 0-15,0-8 1 16,0 2-1-16,-8 0 0 15,-4 0 0-15,1 2 1 16,-2-2-1-16,1 4 0 16,2 6 0-16,-4-3 2 0,3 4 1 15,0 3-3 1,-5-4 1-16,3 0 0 0,-1 2 1 16,-3-3-1-1,-6 1 0-15,-1-1 2 0,-7-3 0 16,-4-2-1-16,1 2 0 15,-6-3-1-15,-1 2 1 16,-7-2 4-16,-9 3-2 16,-2 1-1-16,-8 2-1 15,-5 5-2-15,1 8 0 16,-2 2-3-16,-4 2-20 16,-1 32-35-16,1 8-22 15,8-1-160-15</inkml:trace>
  <inkml:trace contextRef="#ctx0" brushRef="#br1" timeOffset="69198.03">14415 16320 150 0,'0'0'379'16,"0"0"-181"-16,0 0-89 0,0 0-53 16,0 0-27-1,0 0 1-15,0 0 4 0,-60-13-9 16,57 13-4-16,1 0 2 16,2 0-3-16,-2 0 1 15,2 0-11-15,0 0-2 16,0 0-8-16,0 0 1 15,0 0-3-15,0 0 1 16,14-12-3-16,32-11 1 16,25-12 2-16,21-16 1 15,19-19 0-15,12-6 0 16,11-10 1-16,2 1-1 16,-11 6-8-16,-20 12-15 15,-30 21-2-15,-25 23-27 16,-30 11-9-16,-20 12-65 0,-19 0-286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01F8D8-4EAB-496A-BD63-42E204356A3F}" type="datetimeFigureOut">
              <a:rPr lang="en-IN" smtClean="0"/>
              <a:t>11-10-2025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1203A0-AC46-4632-B465-BE2342742270}" type="slidenum">
              <a:rPr lang="en-IN" smtClean="0"/>
              <a:t>‹#›</a:t>
            </a:fld>
            <a:endParaRPr lang="en-IN"/>
          </a:p>
        </p:txBody>
      </p:sp>
    </p:spTree>
    <p:extLst>
      <p:ext uri="{BB962C8B-B14F-4D97-AF65-F5344CB8AC3E}">
        <p14:creationId xmlns:p14="http://schemas.microsoft.com/office/powerpoint/2010/main" val="1894065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11.xml"/><Relationship Id="rId7" Type="http://schemas.openxmlformats.org/officeDocument/2006/relationships/image" Target="../media/image6.emf"/><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oleObject" Target="../embeddings/oleObject2.bin"/><Relationship Id="rId5" Type="http://schemas.openxmlformats.org/officeDocument/2006/relationships/slideMaster" Target="../slideMasters/slideMaster2.xml"/><Relationship Id="rId10" Type="http://schemas.openxmlformats.org/officeDocument/2006/relationships/image" Target="../media/image2.png"/><Relationship Id="rId4" Type="http://schemas.openxmlformats.org/officeDocument/2006/relationships/tags" Target="../tags/tag12.xml"/><Relationship Id="rId9" Type="http://schemas.openxmlformats.org/officeDocument/2006/relationships/image" Target="../media/image7.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pPr algn="l"/>
            <a:endParaRPr lang="en-US" dirty="0">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6" name="Picture 25" descr="BITS_university_logo_whitevert.png"/>
          <p:cNvPicPr>
            <a:picLocks noChangeAspect="1"/>
          </p:cNvPicPr>
          <p:nvPr userDrawn="1"/>
        </p:nvPicPr>
        <p:blipFill rotWithShape="1">
          <a:blip r:embed="rId3">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grpSp>
        <p:nvGrpSpPr>
          <p:cNvPr id="32" name="Group 31"/>
          <p:cNvGrpSpPr/>
          <p:nvPr userDrawn="1"/>
        </p:nvGrpSpPr>
        <p:grpSpPr>
          <a:xfrm>
            <a:off x="-76200" y="5257800"/>
            <a:ext cx="2209800" cy="685800"/>
            <a:chOff x="76200" y="2209800"/>
            <a:chExt cx="2209800" cy="685800"/>
          </a:xfrm>
        </p:grpSpPr>
        <p:sp>
          <p:nvSpPr>
            <p:cNvPr id="30" name="TextBox 29"/>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31" name="TextBox 30"/>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11"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pPr marL="285750" indent="-285750"/>
            <a:r>
              <a:rPr lang="en-US" altLang="zh-CN" sz="2800" dirty="0">
                <a:solidFill>
                  <a:schemeClr val="hlink"/>
                </a:solidFill>
                <a:ea typeface="宋体" pitchFamily="2" charset="-122"/>
              </a:rPr>
              <a:t>MIPS: Case Study of </a:t>
            </a:r>
            <a:br>
              <a:rPr lang="en-US" altLang="zh-CN" sz="2800" dirty="0">
                <a:solidFill>
                  <a:schemeClr val="hlink"/>
                </a:solidFill>
                <a:ea typeface="宋体" pitchFamily="2" charset="-122"/>
              </a:rPr>
            </a:br>
            <a:r>
              <a:rPr lang="en-US" altLang="zh-CN" sz="2800" dirty="0">
                <a:solidFill>
                  <a:schemeClr val="hlink"/>
                </a:solidFill>
                <a:ea typeface="宋体" pitchFamily="2" charset="-122"/>
              </a:rPr>
              <a:t>Instruction Set Architecture</a:t>
            </a:r>
            <a:br>
              <a:rPr lang="en-US" altLang="zh-CN" sz="2800" dirty="0">
                <a:solidFill>
                  <a:schemeClr val="hlink"/>
                </a:solidFill>
                <a:ea typeface="宋体" pitchFamily="2" charset="-122"/>
              </a:rPr>
            </a:b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8" descr="BITS_university_logo_whitevert.png"/>
          <p:cNvPicPr>
            <a:picLocks noChangeAspect="1"/>
          </p:cNvPicPr>
          <p:nvPr userDrawn="1"/>
        </p:nvPicPr>
        <p:blipFill rotWithShape="1">
          <a:blip r:embed="rId3">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grpSp>
        <p:nvGrpSpPr>
          <p:cNvPr id="10" name="Group 9"/>
          <p:cNvGrpSpPr/>
          <p:nvPr userDrawn="1"/>
        </p:nvGrpSpPr>
        <p:grpSpPr>
          <a:xfrm>
            <a:off x="-76200" y="5257800"/>
            <a:ext cx="2209800" cy="685800"/>
            <a:chOff x="76200" y="2209800"/>
            <a:chExt cx="2209800" cy="685800"/>
          </a:xfrm>
        </p:grpSpPr>
        <p:sp>
          <p:nvSpPr>
            <p:cNvPr id="11" name="TextBox 10"/>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2" name="TextBox 11"/>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err="1"/>
              <a:t>R.K.Tiwary</a:t>
            </a:r>
            <a:endParaRPr lang="en-GB" dirty="0"/>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pPr marL="285750" indent="-285750"/>
            <a:r>
              <a:rPr lang="en-US" altLang="zh-CN" sz="2800" dirty="0">
                <a:solidFill>
                  <a:schemeClr val="hlink"/>
                </a:solidFill>
                <a:ea typeface="宋体" pitchFamily="2" charset="-122"/>
              </a:rPr>
              <a:t>MIPS: Case Study of </a:t>
            </a:r>
            <a:br>
              <a:rPr lang="en-US" altLang="zh-CN" sz="2800" dirty="0">
                <a:solidFill>
                  <a:schemeClr val="hlink"/>
                </a:solidFill>
                <a:ea typeface="宋体" pitchFamily="2" charset="-122"/>
              </a:rPr>
            </a:br>
            <a:r>
              <a:rPr lang="en-US" altLang="zh-CN" sz="2800" dirty="0">
                <a:solidFill>
                  <a:schemeClr val="hlink"/>
                </a:solidFill>
                <a:ea typeface="宋体" pitchFamily="2" charset="-122"/>
              </a:rPr>
              <a:t>Instruction Set Architecture</a:t>
            </a:r>
          </a:p>
        </p:txBody>
      </p:sp>
    </p:spTree>
    <p:extLst>
      <p:ext uri="{BB962C8B-B14F-4D97-AF65-F5344CB8AC3E}">
        <p14:creationId xmlns:p14="http://schemas.microsoft.com/office/powerpoint/2010/main" val="113624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a:t>Topic headings here </a:t>
            </a:r>
          </a:p>
          <a:p>
            <a:pPr lvl="0"/>
            <a:r>
              <a:rPr lang="en-US" dirty="0"/>
              <a:t>(separator - can run in two lines)</a:t>
            </a:r>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2" name="Group 11"/>
          <p:cNvGrpSpPr/>
          <p:nvPr userDrawn="1"/>
        </p:nvGrpSpPr>
        <p:grpSpPr>
          <a:xfrm>
            <a:off x="6858000" y="762000"/>
            <a:ext cx="2209800" cy="685800"/>
            <a:chOff x="76200" y="2209800"/>
            <a:chExt cx="2209800" cy="685800"/>
          </a:xfrm>
        </p:grpSpPr>
        <p:sp>
          <p:nvSpPr>
            <p:cNvPr id="13" name="TextBox 12"/>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4" name="TextBox 13"/>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endParaRPr lang="en-US" dirty="0"/>
          </a:p>
          <a:p>
            <a:pPr lvl="1"/>
            <a:endParaRPr lang="en-US" dirty="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9"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3" name="TextBox 32"/>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11"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6"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9"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4"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9" name="TextBox 18"/>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5"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0" name="TextBox 2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8"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Deemed</a:t>
            </a:r>
            <a:r>
              <a:rPr lang="en-US" sz="900" baseline="0" dirty="0">
                <a:solidFill>
                  <a:srgbClr val="101141"/>
                </a:solidFill>
                <a:latin typeface="Arial"/>
                <a:cs typeface="Arial"/>
              </a:rPr>
              <a:t> to be University under Section 3 of UGC Act, 1956</a:t>
            </a:r>
            <a:endParaRPr lang="en-US" sz="900" dirty="0">
              <a:solidFill>
                <a:srgbClr val="101141"/>
              </a:solidFill>
              <a:latin typeface="Arial"/>
              <a:cs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26" hidden="1"/>
          <p:cNvGraphicFramePr>
            <a:graphicFrameLocks noChangeAspect="1"/>
          </p:cNvGraphicFramePr>
          <p:nvPr userDrawn="1">
            <p:custDataLst>
              <p:tags r:id="rId1"/>
            </p:custDataLst>
          </p:nvPr>
        </p:nvGraphicFramePr>
        <p:xfrm>
          <a:off x="0" y="0"/>
          <a:ext cx="161925" cy="161925"/>
        </p:xfrm>
        <a:graphic>
          <a:graphicData uri="http://schemas.openxmlformats.org/presentationml/2006/ole">
            <mc:AlternateContent xmlns:mc="http://schemas.openxmlformats.org/markup-compatibility/2006">
              <mc:Choice xmlns:v="urn:schemas-microsoft-com:vml" Requires="v">
                <p:oleObj name="think-cell Slide" r:id="rId6" imgW="360" imgH="360" progId="">
                  <p:embed/>
                </p:oleObj>
              </mc:Choice>
              <mc:Fallback>
                <p:oleObj name="think-cell Slide" r:id="rId6" imgW="360" imgH="360" progId="">
                  <p:embed/>
                  <p:pic>
                    <p:nvPicPr>
                      <p:cNvPr id="4" name="Object 26"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61925"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 name="Picture 2" descr="\\Server\D\jyoti\FI023_BITS_v1\styleguide img\IMG_5627_b.jpg"/>
          <p:cNvPicPr>
            <a:picLocks noChangeAspect="1" noChangeArrowheads="1"/>
          </p:cNvPicPr>
          <p:nvPr userDrawn="1">
            <p:custDataLst>
              <p:tags r:id="rId2"/>
            </p:custDataLst>
          </p:nvPr>
        </p:nvPicPr>
        <p:blipFill>
          <a:blip r:embed="rId8">
            <a:extLst>
              <a:ext uri="{28A0092B-C50C-407E-A947-70E740481C1C}">
                <a14:useLocalDpi xmlns:a14="http://schemas.microsoft.com/office/drawing/2010/main" val="0"/>
              </a:ext>
            </a:extLst>
          </a:blip>
          <a:srcRect r="5666" b="5637"/>
          <a:stretch>
            <a:fillRect/>
          </a:stretch>
        </p:blipFill>
        <p:spPr bwMode="auto">
          <a:xfrm>
            <a:off x="0" y="0"/>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Title Elements"/>
          <p:cNvGrpSpPr>
            <a:grpSpLocks/>
          </p:cNvGrpSpPr>
          <p:nvPr>
            <p:custDataLst>
              <p:tags r:id="rId3"/>
            </p:custDataLst>
          </p:nvPr>
        </p:nvGrpSpPr>
        <p:grpSpPr bwMode="auto">
          <a:xfrm>
            <a:off x="0" y="0"/>
            <a:ext cx="9140825" cy="6859588"/>
            <a:chOff x="0" y="0"/>
            <a:chExt cx="5643" cy="4235"/>
          </a:xfrm>
        </p:grpSpPr>
        <p:sp>
          <p:nvSpPr>
            <p:cNvPr id="7" name="TitleBottomPlaceholder" hidden="1"/>
            <p:cNvSpPr>
              <a:spLocks noChangeArrowheads="1"/>
            </p:cNvSpPr>
            <p:nvPr/>
          </p:nvSpPr>
          <p:spPr bwMode="auto">
            <a:xfrm>
              <a:off x="0" y="1410"/>
              <a:ext cx="1382" cy="2825"/>
            </a:xfrm>
            <a:prstGeom prst="rect">
              <a:avLst/>
            </a:prstGeom>
            <a:solidFill>
              <a:srgbClr val="0065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sz="1600">
                <a:solidFill>
                  <a:srgbClr val="000000"/>
                </a:solidFill>
              </a:endParaRPr>
            </a:p>
          </p:txBody>
        </p:sp>
        <p:sp>
          <p:nvSpPr>
            <p:cNvPr id="8" name="TitleTopPlaceholder" hidden="1"/>
            <p:cNvSpPr>
              <a:spLocks noChangeArrowheads="1"/>
            </p:cNvSpPr>
            <p:nvPr/>
          </p:nvSpPr>
          <p:spPr bwMode="auto">
            <a:xfrm>
              <a:off x="0" y="0"/>
              <a:ext cx="1382" cy="1410"/>
            </a:xfrm>
            <a:prstGeom prst="rect">
              <a:avLst/>
            </a:prstGeom>
            <a:solidFill>
              <a:srgbClr val="91A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sz="1600">
                <a:solidFill>
                  <a:srgbClr val="000000"/>
                </a:solidFill>
              </a:endParaRPr>
            </a:p>
          </p:txBody>
        </p:sp>
        <p:sp>
          <p:nvSpPr>
            <p:cNvPr id="9" name="Rectangle 1189" hidden="1"/>
            <p:cNvSpPr>
              <a:spLocks noChangeArrowheads="1"/>
            </p:cNvSpPr>
            <p:nvPr/>
          </p:nvSpPr>
          <p:spPr bwMode="auto">
            <a:xfrm>
              <a:off x="0" y="0"/>
              <a:ext cx="5643" cy="4234"/>
            </a:xfrm>
            <a:prstGeom prst="rect">
              <a:avLst/>
            </a:prstGeom>
            <a:noFill/>
            <a:ln w="317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sz="1600">
                <a:solidFill>
                  <a:srgbClr val="000000"/>
                </a:solidFill>
              </a:endParaRPr>
            </a:p>
          </p:txBody>
        </p:sp>
      </p:grpSp>
      <p:pic>
        <p:nvPicPr>
          <p:cNvPr id="10" name="TitleBottomBarBW" hidden="1"/>
          <p:cNvPicPr>
            <a:picLocks noChangeAspect="1" noChangeArrowheads="1"/>
          </p:cNvPicPr>
          <p:nvPr>
            <p:custDataLst>
              <p:tags r:id="rId4"/>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7319963" y="6573838"/>
            <a:ext cx="1670050" cy="19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Rectangle 10"/>
          <p:cNvSpPr/>
          <p:nvPr userDrawn="1"/>
        </p:nvSpPr>
        <p:spPr>
          <a:xfrm>
            <a:off x="0" y="3440113"/>
            <a:ext cx="8863013" cy="2798762"/>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cs typeface="Arial" pitchFamily="34" charset="0"/>
            </a:endParaRPr>
          </a:p>
        </p:txBody>
      </p:sp>
      <p:sp>
        <p:nvSpPr>
          <p:cNvPr id="12" name="Rectangle 11"/>
          <p:cNvSpPr/>
          <p:nvPr userDrawn="1"/>
        </p:nvSpPr>
        <p:spPr>
          <a:xfrm>
            <a:off x="2954338" y="6238875"/>
            <a:ext cx="2954337" cy="7778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sp>
        <p:nvSpPr>
          <p:cNvPr id="13" name="Rectangle 12"/>
          <p:cNvSpPr/>
          <p:nvPr userDrawn="1"/>
        </p:nvSpPr>
        <p:spPr>
          <a:xfrm>
            <a:off x="0" y="6238875"/>
            <a:ext cx="2954338" cy="7778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sp>
        <p:nvSpPr>
          <p:cNvPr id="14" name="Rectangle 13"/>
          <p:cNvSpPr/>
          <p:nvPr userDrawn="1"/>
        </p:nvSpPr>
        <p:spPr>
          <a:xfrm>
            <a:off x="5908675" y="6238875"/>
            <a:ext cx="2954338" cy="7778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pic>
        <p:nvPicPr>
          <p:cNvPr id="15" name="Picture 41" descr="BITS_university_logo_whitevert.png"/>
          <p:cNvPicPr>
            <a:picLocks noChangeAspect="1"/>
          </p:cNvPicPr>
          <p:nvPr userDrawn="1"/>
        </p:nvPicPr>
        <p:blipFill>
          <a:blip r:embed="rId10">
            <a:extLst>
              <a:ext uri="{28A0092B-C50C-407E-A947-70E740481C1C}">
                <a14:useLocalDpi xmlns:a14="http://schemas.microsoft.com/office/drawing/2010/main" val="0"/>
              </a:ext>
            </a:extLst>
          </a:blip>
          <a:srcRect t="2" b="28592"/>
          <a:stretch>
            <a:fillRect/>
          </a:stretch>
        </p:blipFill>
        <p:spPr bwMode="auto">
          <a:xfrm>
            <a:off x="77788" y="3440113"/>
            <a:ext cx="2098675" cy="202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Group 35"/>
          <p:cNvGrpSpPr>
            <a:grpSpLocks/>
          </p:cNvGrpSpPr>
          <p:nvPr userDrawn="1"/>
        </p:nvGrpSpPr>
        <p:grpSpPr bwMode="auto">
          <a:xfrm>
            <a:off x="-77788" y="5384800"/>
            <a:ext cx="2254251" cy="698500"/>
            <a:chOff x="76200" y="2209800"/>
            <a:chExt cx="2209800" cy="685800"/>
          </a:xfrm>
        </p:grpSpPr>
        <p:sp>
          <p:nvSpPr>
            <p:cNvPr id="17" name="TextBox 16"/>
            <p:cNvSpPr txBox="1"/>
            <p:nvPr userDrawn="1"/>
          </p:nvSpPr>
          <p:spPr>
            <a:xfrm>
              <a:off x="76200" y="2209800"/>
              <a:ext cx="2209800" cy="553316"/>
            </a:xfrm>
            <a:prstGeom prst="rect">
              <a:avLst/>
            </a:prstGeom>
            <a:noFill/>
          </p:spPr>
          <p:txBody>
            <a:bodyPr>
              <a:spAutoFit/>
            </a:bodyPr>
            <a:lstStyle/>
            <a:p>
              <a:pPr algn="ctr" defTabSz="914012" eaLnBrk="1" hangingPunct="1">
                <a:defRPr/>
              </a:pPr>
              <a:r>
                <a:rPr lang="en-US" sz="3000" b="1" spc="-153" dirty="0">
                  <a:solidFill>
                    <a:srgbClr val="FFFFFF"/>
                  </a:solidFill>
                  <a:latin typeface="Arial"/>
                  <a:cs typeface="Arial"/>
                </a:rPr>
                <a:t>BITS</a:t>
              </a:r>
              <a:r>
                <a:rPr lang="en-US" sz="3000" spc="-153" dirty="0">
                  <a:solidFill>
                    <a:srgbClr val="FFFFFF"/>
                  </a:solidFill>
                  <a:latin typeface="Arial"/>
                  <a:cs typeface="Arial"/>
                </a:rPr>
                <a:t> Pilani</a:t>
              </a:r>
            </a:p>
          </p:txBody>
        </p:sp>
        <p:sp>
          <p:nvSpPr>
            <p:cNvPr id="18" name="TextBox 17"/>
            <p:cNvSpPr txBox="1"/>
            <p:nvPr userDrawn="1"/>
          </p:nvSpPr>
          <p:spPr>
            <a:xfrm>
              <a:off x="228708" y="2664922"/>
              <a:ext cx="1904785" cy="230678"/>
            </a:xfrm>
            <a:prstGeom prst="rect">
              <a:avLst/>
            </a:prstGeom>
            <a:noFill/>
          </p:spPr>
          <p:txBody>
            <a:bodyPr>
              <a:spAutoFit/>
            </a:bodyPr>
            <a:lstStyle/>
            <a:p>
              <a:pPr algn="ctr" defTabSz="914012" eaLnBrk="1" hangingPunct="1">
                <a:defRPr/>
              </a:pPr>
              <a:r>
                <a:rPr lang="en-US" sz="900" spc="-153" dirty="0">
                  <a:solidFill>
                    <a:srgbClr val="FFFFFF"/>
                  </a:solidFill>
                  <a:latin typeface="Arial"/>
                  <a:cs typeface="Arial"/>
                </a:rPr>
                <a:t>Pilani | Dubai | Goa | Hyderabad</a:t>
              </a:r>
            </a:p>
          </p:txBody>
        </p:sp>
      </p:grpSp>
      <p:sp>
        <p:nvSpPr>
          <p:cNvPr id="41" name="Rectangle 1026"/>
          <p:cNvSpPr>
            <a:spLocks noGrp="1" noChangeArrowheads="1"/>
          </p:cNvSpPr>
          <p:nvPr>
            <p:ph type="ctrTitle"/>
          </p:nvPr>
        </p:nvSpPr>
        <p:spPr>
          <a:xfrm>
            <a:off x="2565827" y="3683300"/>
            <a:ext cx="6199129" cy="1567913"/>
          </a:xfrm>
          <a:prstGeom prst="rect">
            <a:avLst/>
          </a:prstGeom>
        </p:spPr>
        <p:txBody>
          <a:bodyPr/>
          <a:lstStyle>
            <a:lvl1pPr>
              <a:defRPr sz="4500" b="1" baseline="0">
                <a:solidFill>
                  <a:schemeClr val="bg1"/>
                </a:solidFill>
                <a:latin typeface="+mj-lt"/>
                <a:ea typeface="Arial Unicode MS" pitchFamily="34" charset="-128"/>
                <a:cs typeface="Arial Unicode MS" pitchFamily="34" charset="-128"/>
              </a:defRPr>
            </a:lvl1pPr>
          </a:lstStyle>
          <a:p>
            <a:pPr lvl="0"/>
            <a:r>
              <a:rPr lang="en-US" noProof="0" dirty="0"/>
              <a:t>Click to edit Master title style</a:t>
            </a:r>
          </a:p>
        </p:txBody>
      </p:sp>
      <p:sp>
        <p:nvSpPr>
          <p:cNvPr id="42" name="Rectangle 1027"/>
          <p:cNvSpPr>
            <a:spLocks noGrp="1" noChangeArrowheads="1"/>
          </p:cNvSpPr>
          <p:nvPr>
            <p:ph type="subTitle" idx="1"/>
          </p:nvPr>
        </p:nvSpPr>
        <p:spPr>
          <a:xfrm>
            <a:off x="2565827" y="5431840"/>
            <a:ext cx="6199129" cy="282625"/>
          </a:xfrm>
        </p:spPr>
        <p:txBody>
          <a:bodyPr/>
          <a:lstStyle>
            <a:lvl1pPr algn="r">
              <a:defRPr sz="1800" baseline="0">
                <a:solidFill>
                  <a:schemeClr val="bg1"/>
                </a:solidFill>
                <a:latin typeface="+mj-lt"/>
                <a:ea typeface="Arial Unicode MS" pitchFamily="34" charset="-128"/>
                <a:cs typeface="Arial Unicode MS" pitchFamily="34" charset="-128"/>
              </a:defRPr>
            </a:lvl1pPr>
          </a:lstStyle>
          <a:p>
            <a:pPr lvl="0"/>
            <a:r>
              <a:rPr lang="en-US" noProof="0" dirty="0"/>
              <a:t>Click to edit Master subtitle style</a:t>
            </a:r>
          </a:p>
        </p:txBody>
      </p:sp>
    </p:spTree>
    <p:extLst>
      <p:ext uri="{BB962C8B-B14F-4D97-AF65-F5344CB8AC3E}">
        <p14:creationId xmlns:p14="http://schemas.microsoft.com/office/powerpoint/2010/main" val="30272663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26" descr="\\Server\D\jyoti\FI023_BITS_v1\styleguide img\IMG_5627_b.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2413" cy="688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userDrawn="1"/>
        </p:nvSpPr>
        <p:spPr>
          <a:xfrm>
            <a:off x="0" y="4254500"/>
            <a:ext cx="9144000" cy="2627313"/>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pic>
        <p:nvPicPr>
          <p:cNvPr id="5" name="Picture 29" descr="Picture 7.png"/>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6764338" y="0"/>
            <a:ext cx="2238375"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userDrawn="1"/>
        </p:nvSpPr>
        <p:spPr>
          <a:xfrm>
            <a:off x="2941638" y="6805613"/>
            <a:ext cx="2954337" cy="77787"/>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sp>
        <p:nvSpPr>
          <p:cNvPr id="7" name="Rectangle 6"/>
          <p:cNvSpPr/>
          <p:nvPr userDrawn="1"/>
        </p:nvSpPr>
        <p:spPr>
          <a:xfrm>
            <a:off x="-12700" y="6805613"/>
            <a:ext cx="2954338" cy="77787"/>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sp>
        <p:nvSpPr>
          <p:cNvPr id="8" name="Rectangle 7"/>
          <p:cNvSpPr/>
          <p:nvPr userDrawn="1"/>
        </p:nvSpPr>
        <p:spPr>
          <a:xfrm>
            <a:off x="5895975" y="6805613"/>
            <a:ext cx="2954338" cy="77787"/>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grpSp>
        <p:nvGrpSpPr>
          <p:cNvPr id="9" name="Group 9"/>
          <p:cNvGrpSpPr>
            <a:grpSpLocks/>
          </p:cNvGrpSpPr>
          <p:nvPr userDrawn="1"/>
        </p:nvGrpSpPr>
        <p:grpSpPr bwMode="auto">
          <a:xfrm>
            <a:off x="6997700" y="777875"/>
            <a:ext cx="2254250" cy="700088"/>
            <a:chOff x="76200" y="2209800"/>
            <a:chExt cx="2209800" cy="685800"/>
          </a:xfrm>
        </p:grpSpPr>
        <p:sp>
          <p:nvSpPr>
            <p:cNvPr id="10" name="TextBox 9"/>
            <p:cNvSpPr txBox="1"/>
            <p:nvPr userDrawn="1"/>
          </p:nvSpPr>
          <p:spPr>
            <a:xfrm>
              <a:off x="76200" y="2209800"/>
              <a:ext cx="2209800" cy="553616"/>
            </a:xfrm>
            <a:prstGeom prst="rect">
              <a:avLst/>
            </a:prstGeom>
            <a:noFill/>
          </p:spPr>
          <p:txBody>
            <a:bodyPr>
              <a:spAutoFit/>
            </a:bodyPr>
            <a:lstStyle/>
            <a:p>
              <a:pPr algn="ctr" defTabSz="914012" eaLnBrk="1" hangingPunct="1">
                <a:defRPr/>
              </a:pPr>
              <a:r>
                <a:rPr lang="en-US" sz="3000" b="1" spc="-153" dirty="0">
                  <a:solidFill>
                    <a:srgbClr val="FFFFFF"/>
                  </a:solidFill>
                  <a:latin typeface="Arial"/>
                  <a:cs typeface="Arial"/>
                </a:rPr>
                <a:t>BITS</a:t>
              </a:r>
              <a:r>
                <a:rPr lang="en-US" sz="3000" spc="-153" dirty="0">
                  <a:solidFill>
                    <a:srgbClr val="FFFFFF"/>
                  </a:solidFill>
                  <a:latin typeface="Arial"/>
                  <a:cs typeface="Arial"/>
                </a:rPr>
                <a:t> Pilani</a:t>
              </a:r>
            </a:p>
          </p:txBody>
        </p:sp>
        <p:sp>
          <p:nvSpPr>
            <p:cNvPr id="11" name="TextBox 38"/>
            <p:cNvSpPr txBox="1">
              <a:spLocks noChangeArrowheads="1"/>
            </p:cNvSpPr>
            <p:nvPr userDrawn="1"/>
          </p:nvSpPr>
          <p:spPr bwMode="auto">
            <a:xfrm>
              <a:off x="228707" y="2665445"/>
              <a:ext cx="1904785" cy="230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r>
                <a:rPr lang="en-US" altLang="en-US" sz="900">
                  <a:solidFill>
                    <a:srgbClr val="FFFFFF"/>
                  </a:solidFill>
                </a:rPr>
                <a:t>Pilani | Dubai | Goa | Hyderabad</a:t>
              </a:r>
            </a:p>
          </p:txBody>
        </p:sp>
      </p:grpSp>
      <p:sp>
        <p:nvSpPr>
          <p:cNvPr id="13" name="Rectangle 1026"/>
          <p:cNvSpPr>
            <a:spLocks noGrp="1" noChangeArrowheads="1"/>
          </p:cNvSpPr>
          <p:nvPr>
            <p:ph type="ctrTitle"/>
          </p:nvPr>
        </p:nvSpPr>
        <p:spPr>
          <a:xfrm>
            <a:off x="320728" y="4616273"/>
            <a:ext cx="6199129" cy="1567913"/>
          </a:xfrm>
          <a:prstGeom prst="rect">
            <a:avLst/>
          </a:prstGeom>
        </p:spPr>
        <p:txBody>
          <a:bodyPr/>
          <a:lstStyle>
            <a:lvl1pPr>
              <a:defRPr sz="4100" b="1" baseline="0">
                <a:solidFill>
                  <a:schemeClr val="tx1"/>
                </a:solidFill>
                <a:latin typeface="+mj-lt"/>
                <a:ea typeface="Arial Unicode MS" pitchFamily="34" charset="-128"/>
                <a:cs typeface="Arial Unicode MS" pitchFamily="34" charset="-128"/>
              </a:defRPr>
            </a:lvl1pPr>
          </a:lstStyle>
          <a:p>
            <a:pPr lvl="0"/>
            <a:r>
              <a:rPr lang="en-US" noProof="0" dirty="0"/>
              <a:t>Click to edit Master title style</a:t>
            </a:r>
          </a:p>
        </p:txBody>
      </p:sp>
    </p:spTree>
    <p:extLst>
      <p:ext uri="{BB962C8B-B14F-4D97-AF65-F5344CB8AC3E}">
        <p14:creationId xmlns:p14="http://schemas.microsoft.com/office/powerpoint/2010/main" val="34391923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McK 2. Slide Title"/>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92735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4.xml"/><Relationship Id="rId13" Type="http://schemas.openxmlformats.org/officeDocument/2006/relationships/oleObject" Target="../embeddings/oleObject1.bin"/><Relationship Id="rId3" Type="http://schemas.openxmlformats.org/officeDocument/2006/relationships/slideLayout" Target="../slideLayouts/slideLayout14.xml"/><Relationship Id="rId7" Type="http://schemas.openxmlformats.org/officeDocument/2006/relationships/tags" Target="../tags/tag3.xml"/><Relationship Id="rId12" Type="http://schemas.openxmlformats.org/officeDocument/2006/relationships/tags" Target="../tags/tag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ags" Target="../tags/tag2.xml"/><Relationship Id="rId11" Type="http://schemas.openxmlformats.org/officeDocument/2006/relationships/tags" Target="../tags/tag7.xml"/><Relationship Id="rId5" Type="http://schemas.openxmlformats.org/officeDocument/2006/relationships/tags" Target="../tags/tag1.xml"/><Relationship Id="rId15" Type="http://schemas.openxmlformats.org/officeDocument/2006/relationships/image" Target="../media/image4.png"/><Relationship Id="rId10" Type="http://schemas.openxmlformats.org/officeDocument/2006/relationships/tags" Target="../tags/tag6.xml"/><Relationship Id="rId4" Type="http://schemas.openxmlformats.org/officeDocument/2006/relationships/theme" Target="../theme/theme2.xml"/><Relationship Id="rId9" Type="http://schemas.openxmlformats.org/officeDocument/2006/relationships/tags" Target="../tags/tag5.xml"/><Relationship Id="rId14" Type="http://schemas.openxmlformats.org/officeDocument/2006/relationships/image" Target="../media/image5.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fld id="{D03DC603-C5F6-4A82-B252-8D9BD6F91242}" type="datetimeFigureOut">
              <a:rPr lang="en-US" smtClean="0"/>
              <a:pPr/>
              <a:t>10/11/2025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r>
              <a:rPr lang="en-US" dirty="0" err="1"/>
              <a:t>coa</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r>
              <a:rPr lang="en-US"/>
              <a:t>1</a:t>
            </a:r>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0" r:id="rId4"/>
    <p:sldLayoutId id="2147483652" r:id="rId5"/>
    <p:sldLayoutId id="2147483653"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050" name="Object 1" hidden="1"/>
          <p:cNvGraphicFramePr>
            <a:graphicFrameLocks noChangeAspect="1"/>
          </p:cNvGraphicFramePr>
          <p:nvPr>
            <p:custDataLst>
              <p:tags r:id="rId5"/>
            </p:custDataLst>
          </p:nvPr>
        </p:nvGraphicFramePr>
        <p:xfrm>
          <a:off x="0" y="0"/>
          <a:ext cx="161925" cy="161925"/>
        </p:xfrm>
        <a:graphic>
          <a:graphicData uri="http://schemas.openxmlformats.org/presentationml/2006/ole">
            <mc:AlternateContent xmlns:mc="http://schemas.openxmlformats.org/markup-compatibility/2006">
              <mc:Choice xmlns:v="urn:schemas-microsoft-com:vml" Requires="v">
                <p:oleObj name="think-cell Slide" r:id="rId13" imgW="360" imgH="360" progId="">
                  <p:embed/>
                </p:oleObj>
              </mc:Choice>
              <mc:Fallback>
                <p:oleObj name="think-cell Slide" r:id="rId13" imgW="360" imgH="360" progId="">
                  <p:embed/>
                  <p:pic>
                    <p:nvPicPr>
                      <p:cNvPr id="2050" name="Object 1" hidden="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161925"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51" name="doc id"/>
          <p:cNvSpPr>
            <a:spLocks noChangeArrowheads="1"/>
          </p:cNvSpPr>
          <p:nvPr>
            <p:custDataLst>
              <p:tags r:id="rId6"/>
            </p:custDataLst>
          </p:nvPr>
        </p:nvSpPr>
        <p:spPr bwMode="auto">
          <a:xfrm>
            <a:off x="8247063" y="36513"/>
            <a:ext cx="669925" cy="125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endParaRPr lang="en-US" altLang="en-US" sz="800">
              <a:solidFill>
                <a:srgbClr val="000000"/>
              </a:solidFill>
            </a:endParaRPr>
          </a:p>
        </p:txBody>
      </p:sp>
      <p:sp>
        <p:nvSpPr>
          <p:cNvPr id="2052" name="Rectangle 286"/>
          <p:cNvSpPr>
            <a:spLocks noGrp="1" noChangeArrowheads="1"/>
          </p:cNvSpPr>
          <p:nvPr>
            <p:ph type="body" idx="1"/>
            <p:custDataLst>
              <p:tags r:id="rId7"/>
            </p:custDataLst>
          </p:nvPr>
        </p:nvSpPr>
        <p:spPr bwMode="auto">
          <a:xfrm>
            <a:off x="1482725" y="1990725"/>
            <a:ext cx="4389438" cy="1255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053" name="Title Placeholder 2"/>
          <p:cNvSpPr>
            <a:spLocks noGrp="1" noChangeArrowheads="1"/>
          </p:cNvSpPr>
          <p:nvPr>
            <p:ph type="title"/>
            <p:custDataLst>
              <p:tags r:id="rId8"/>
            </p:custDataLst>
          </p:nvPr>
        </p:nvSpPr>
        <p:spPr bwMode="auto">
          <a:xfrm>
            <a:off x="122238" y="260350"/>
            <a:ext cx="6526212"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p>
            <a:pPr lvl="0"/>
            <a:r>
              <a:rPr lang="en-US" altLang="en-US"/>
              <a:t>Click to edit Master title</a:t>
            </a:r>
          </a:p>
        </p:txBody>
      </p:sp>
      <p:sp>
        <p:nvSpPr>
          <p:cNvPr id="2054" name="McK 1. On-page tracker" hidden="1"/>
          <p:cNvSpPr>
            <a:spLocks noChangeArrowheads="1"/>
          </p:cNvSpPr>
          <p:nvPr>
            <p:custDataLst>
              <p:tags r:id="rId9"/>
            </p:custDataLst>
          </p:nvPr>
        </p:nvSpPr>
        <p:spPr bwMode="auto">
          <a:xfrm>
            <a:off x="122238" y="26988"/>
            <a:ext cx="876300" cy="220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400">
                <a:solidFill>
                  <a:srgbClr val="808080"/>
                </a:solidFill>
              </a:rPr>
              <a:t>TRACKER</a:t>
            </a:r>
          </a:p>
        </p:txBody>
      </p:sp>
      <p:sp>
        <p:nvSpPr>
          <p:cNvPr id="11" name="McK 3. Unit of measure" hidden="1"/>
          <p:cNvSpPr txBox="1">
            <a:spLocks noChangeArrowheads="1"/>
          </p:cNvSpPr>
          <p:nvPr>
            <p:custDataLst>
              <p:tags r:id="rId10"/>
            </p:custDataLst>
          </p:nvPr>
        </p:nvSpPr>
        <p:spPr bwMode="auto">
          <a:xfrm>
            <a:off x="122238" y="542925"/>
            <a:ext cx="8793162" cy="25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95350">
              <a:defRPr sz="2400">
                <a:solidFill>
                  <a:schemeClr val="tx1"/>
                </a:solidFill>
                <a:latin typeface="Arial" charset="0"/>
              </a:defRPr>
            </a:lvl1pPr>
            <a:lvl2pPr marL="447675" defTabSz="895350">
              <a:defRPr sz="2400">
                <a:solidFill>
                  <a:schemeClr val="tx1"/>
                </a:solidFill>
                <a:latin typeface="Arial" charset="0"/>
              </a:defRPr>
            </a:lvl2pPr>
            <a:lvl3pPr marL="895350" defTabSz="895350">
              <a:defRPr sz="2400">
                <a:solidFill>
                  <a:schemeClr val="tx1"/>
                </a:solidFill>
                <a:latin typeface="Arial" charset="0"/>
              </a:defRPr>
            </a:lvl3pPr>
            <a:lvl4pPr marL="1344613"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eaLnBrk="1" hangingPunct="1">
              <a:defRPr/>
            </a:pPr>
            <a:r>
              <a:rPr lang="en-US" sz="1600" dirty="0">
                <a:solidFill>
                  <a:srgbClr val="808080"/>
                </a:solidFill>
                <a:latin typeface="Arial"/>
                <a:cs typeface="+mn-cs"/>
              </a:rPr>
              <a:t>Unit of measure</a:t>
            </a:r>
          </a:p>
        </p:txBody>
      </p:sp>
      <p:grpSp>
        <p:nvGrpSpPr>
          <p:cNvPr id="2056" name="McK Slide Elements" hidden="1"/>
          <p:cNvGrpSpPr>
            <a:grpSpLocks/>
          </p:cNvGrpSpPr>
          <p:nvPr>
            <p:custDataLst>
              <p:tags r:id="rId11"/>
            </p:custDataLst>
          </p:nvPr>
        </p:nvGrpSpPr>
        <p:grpSpPr bwMode="auto">
          <a:xfrm>
            <a:off x="74613" y="6292850"/>
            <a:ext cx="4071937" cy="517525"/>
            <a:chOff x="75" y="3830"/>
            <a:chExt cx="5385" cy="320"/>
          </a:xfrm>
        </p:grpSpPr>
        <p:sp>
          <p:nvSpPr>
            <p:cNvPr id="13" name="McK 4. Footnote"/>
            <p:cNvSpPr txBox="1">
              <a:spLocks noChangeArrowheads="1"/>
            </p:cNvSpPr>
            <p:nvPr/>
          </p:nvSpPr>
          <p:spPr bwMode="auto">
            <a:xfrm>
              <a:off x="75" y="3830"/>
              <a:ext cx="5385"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104775" indent="-104775" defTabSz="895350">
                <a:defRPr sz="2400">
                  <a:solidFill>
                    <a:schemeClr val="tx1"/>
                  </a:solidFill>
                  <a:latin typeface="Arial" charset="0"/>
                </a:defRPr>
              </a:lvl1pPr>
              <a:lvl2pPr marL="1031875" defTabSz="895350">
                <a:defRPr sz="2400">
                  <a:solidFill>
                    <a:schemeClr val="tx1"/>
                  </a:solidFill>
                  <a:latin typeface="Arial" charset="0"/>
                </a:defRPr>
              </a:lvl2pPr>
              <a:lvl3pPr marL="1217613" defTabSz="895350">
                <a:defRPr sz="2400">
                  <a:solidFill>
                    <a:schemeClr val="tx1"/>
                  </a:solidFill>
                  <a:latin typeface="Arial" charset="0"/>
                </a:defRPr>
              </a:lvl3pPr>
              <a:lvl4pPr marL="1404938"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eaLnBrk="1" hangingPunct="1">
                <a:defRPr/>
              </a:pPr>
              <a:r>
                <a:rPr lang="en-US" sz="1000" dirty="0">
                  <a:solidFill>
                    <a:srgbClr val="000000"/>
                  </a:solidFill>
                  <a:latin typeface="Arial"/>
                  <a:cs typeface="+mn-cs"/>
                </a:rPr>
                <a:t>1 Footnote</a:t>
              </a:r>
            </a:p>
          </p:txBody>
        </p:sp>
        <p:sp>
          <p:nvSpPr>
            <p:cNvPr id="2070" name="McK 5. Source"/>
            <p:cNvSpPr>
              <a:spLocks noChangeArrowheads="1"/>
            </p:cNvSpPr>
            <p:nvPr/>
          </p:nvSpPr>
          <p:spPr bwMode="auto">
            <a:xfrm>
              <a:off x="75" y="4054"/>
              <a:ext cx="4323"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620713" indent="-620713" defTabSz="912813">
                <a:tabLst>
                  <a:tab pos="623888" algn="l"/>
                </a:tabLst>
                <a:defRPr>
                  <a:solidFill>
                    <a:schemeClr val="tx1"/>
                  </a:solidFill>
                  <a:latin typeface="Arial" panose="020B0604020202020204" pitchFamily="34" charset="0"/>
                  <a:cs typeface="Arial" panose="020B0604020202020204" pitchFamily="34" charset="0"/>
                </a:defRPr>
              </a:lvl1pPr>
              <a:lvl2pPr marL="742950" indent="-285750" defTabSz="912813">
                <a:tabLst>
                  <a:tab pos="623888" algn="l"/>
                </a:tabLst>
                <a:defRPr>
                  <a:solidFill>
                    <a:schemeClr val="tx1"/>
                  </a:solidFill>
                  <a:latin typeface="Arial" panose="020B0604020202020204" pitchFamily="34" charset="0"/>
                  <a:cs typeface="Arial" panose="020B0604020202020204" pitchFamily="34" charset="0"/>
                </a:defRPr>
              </a:lvl2pPr>
              <a:lvl3pPr marL="1143000" indent="-228600" defTabSz="912813">
                <a:tabLst>
                  <a:tab pos="623888" algn="l"/>
                </a:tabLst>
                <a:defRPr>
                  <a:solidFill>
                    <a:schemeClr val="tx1"/>
                  </a:solidFill>
                  <a:latin typeface="Arial" panose="020B0604020202020204" pitchFamily="34" charset="0"/>
                  <a:cs typeface="Arial" panose="020B0604020202020204" pitchFamily="34" charset="0"/>
                </a:defRPr>
              </a:lvl3pPr>
              <a:lvl4pPr marL="1600200" indent="-228600" defTabSz="912813">
                <a:tabLst>
                  <a:tab pos="623888" algn="l"/>
                </a:tabLst>
                <a:defRPr>
                  <a:solidFill>
                    <a:schemeClr val="tx1"/>
                  </a:solidFill>
                  <a:latin typeface="Arial" panose="020B0604020202020204" pitchFamily="34" charset="0"/>
                  <a:cs typeface="Arial" panose="020B0604020202020204" pitchFamily="34" charset="0"/>
                </a:defRPr>
              </a:lvl4pPr>
              <a:lvl5pPr marL="2057400" indent="-228600" defTabSz="912813">
                <a:tabLst>
                  <a:tab pos="623888" algn="l"/>
                </a:tabLst>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tabLst>
                  <a:tab pos="623888" algn="l"/>
                </a:tabLs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tabLst>
                  <a:tab pos="623888" algn="l"/>
                </a:tabLs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tabLst>
                  <a:tab pos="623888" algn="l"/>
                </a:tabLs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tabLst>
                  <a:tab pos="623888" algn="l"/>
                </a:tabLs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000">
                  <a:solidFill>
                    <a:srgbClr val="000000"/>
                  </a:solidFill>
                </a:rPr>
                <a:t>SOURCE: Source</a:t>
              </a:r>
            </a:p>
          </p:txBody>
        </p:sp>
      </p:grpSp>
      <p:grpSp>
        <p:nvGrpSpPr>
          <p:cNvPr id="2057" name="ACET" hidden="1"/>
          <p:cNvGrpSpPr>
            <a:grpSpLocks/>
          </p:cNvGrpSpPr>
          <p:nvPr>
            <p:custDataLst>
              <p:tags r:id="rId12"/>
            </p:custDataLst>
          </p:nvPr>
        </p:nvGrpSpPr>
        <p:grpSpPr bwMode="auto">
          <a:xfrm>
            <a:off x="1482725" y="1149350"/>
            <a:ext cx="4349750" cy="519113"/>
            <a:chOff x="915" y="710"/>
            <a:chExt cx="2686" cy="320"/>
          </a:xfrm>
        </p:grpSpPr>
        <p:cxnSp>
          <p:nvCxnSpPr>
            <p:cNvPr id="2067" name="AutoShape 249"/>
            <p:cNvCxnSpPr>
              <a:cxnSpLocks noChangeShapeType="1"/>
              <a:stCxn id="2068" idx="4"/>
              <a:endCxn id="2068" idx="6"/>
            </p:cNvCxnSpPr>
            <p:nvPr/>
          </p:nvCxnSpPr>
          <p:spPr bwMode="auto">
            <a:xfrm>
              <a:off x="915" y="1030"/>
              <a:ext cx="2686" cy="0"/>
            </a:xfrm>
            <a:prstGeom prst="straightConnector1">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68" name="AutoShape 250"/>
            <p:cNvSpPr>
              <a:spLocks noChangeArrowheads="1"/>
            </p:cNvSpPr>
            <p:nvPr/>
          </p:nvSpPr>
          <p:spPr bwMode="auto">
            <a:xfrm>
              <a:off x="915" y="710"/>
              <a:ext cx="2686" cy="320"/>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600" b="1">
                  <a:solidFill>
                    <a:srgbClr val="000000"/>
                  </a:solidFill>
                </a:rPr>
                <a:t>Title</a:t>
              </a:r>
            </a:p>
            <a:p>
              <a:pPr eaLnBrk="1" hangingPunct="1">
                <a:defRPr/>
              </a:pPr>
              <a:r>
                <a:rPr lang="en-US" altLang="en-US" sz="1600">
                  <a:solidFill>
                    <a:srgbClr val="808080"/>
                  </a:solidFill>
                </a:rPr>
                <a:t>Unit of measure</a:t>
              </a:r>
            </a:p>
          </p:txBody>
        </p:sp>
      </p:grpSp>
      <p:grpSp>
        <p:nvGrpSpPr>
          <p:cNvPr id="2058" name="Group 21"/>
          <p:cNvGrpSpPr>
            <a:grpSpLocks/>
          </p:cNvGrpSpPr>
          <p:nvPr/>
        </p:nvGrpSpPr>
        <p:grpSpPr bwMode="auto">
          <a:xfrm>
            <a:off x="0" y="890588"/>
            <a:ext cx="7153275" cy="46037"/>
            <a:chOff x="1905000" y="6553200"/>
            <a:chExt cx="7010400" cy="45719"/>
          </a:xfrm>
        </p:grpSpPr>
        <p:sp>
          <p:nvSpPr>
            <p:cNvPr id="23" name="Rectangle 22"/>
            <p:cNvSpPr/>
            <p:nvPr/>
          </p:nvSpPr>
          <p:spPr>
            <a:xfrm>
              <a:off x="4266693" y="6553200"/>
              <a:ext cx="2329022"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914012" eaLnBrk="1" hangingPunct="1">
                <a:defRPr/>
              </a:pPr>
              <a:endParaRPr lang="en-US" sz="1600" dirty="0">
                <a:solidFill>
                  <a:srgbClr val="FFFFFF"/>
                </a:solidFill>
              </a:endParaRPr>
            </a:p>
          </p:txBody>
        </p:sp>
        <p:sp>
          <p:nvSpPr>
            <p:cNvPr id="24" name="Rectangle 23"/>
            <p:cNvSpPr/>
            <p:nvPr/>
          </p:nvSpPr>
          <p:spPr>
            <a:xfrm>
              <a:off x="1905000" y="6553200"/>
              <a:ext cx="2361693"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914012" eaLnBrk="1" hangingPunct="1">
                <a:defRPr/>
              </a:pPr>
              <a:endParaRPr lang="en-US" sz="1600" dirty="0">
                <a:solidFill>
                  <a:srgbClr val="FFFFFF"/>
                </a:solidFill>
              </a:endParaRPr>
            </a:p>
          </p:txBody>
        </p:sp>
        <p:sp>
          <p:nvSpPr>
            <p:cNvPr id="25" name="Rectangle 24"/>
            <p:cNvSpPr/>
            <p:nvPr userDrawn="1"/>
          </p:nvSpPr>
          <p:spPr>
            <a:xfrm>
              <a:off x="6586379" y="6553200"/>
              <a:ext cx="232902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914012" eaLnBrk="1" hangingPunct="1">
                <a:defRPr/>
              </a:pPr>
              <a:endParaRPr lang="en-US" sz="1600" dirty="0">
                <a:solidFill>
                  <a:srgbClr val="FFFFFF"/>
                </a:solidFill>
              </a:endParaRPr>
            </a:p>
          </p:txBody>
        </p:sp>
      </p:grpSp>
      <p:pic>
        <p:nvPicPr>
          <p:cNvPr id="2059" name="Picture 25" descr="Picture 7.png"/>
          <p:cNvPicPr>
            <a:picLocks noChangeAspect="1"/>
          </p:cNvPicPr>
          <p:nvPr/>
        </p:nvPicPr>
        <p:blipFill>
          <a:blip r:embed="rId15">
            <a:extLst>
              <a:ext uri="{28A0092B-C50C-407E-A947-70E740481C1C}">
                <a14:useLocalDpi xmlns:a14="http://schemas.microsoft.com/office/drawing/2010/main" val="0"/>
              </a:ext>
            </a:extLst>
          </a:blip>
          <a:srcRect l="1923" b="5336"/>
          <a:stretch>
            <a:fillRect/>
          </a:stretch>
        </p:blipFill>
        <p:spPr bwMode="auto">
          <a:xfrm>
            <a:off x="6764338" y="0"/>
            <a:ext cx="2238375"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0" name="TextBox 27"/>
          <p:cNvSpPr txBox="1">
            <a:spLocks noChangeArrowheads="1"/>
          </p:cNvSpPr>
          <p:nvPr/>
        </p:nvSpPr>
        <p:spPr bwMode="auto">
          <a:xfrm>
            <a:off x="3163888" y="6583363"/>
            <a:ext cx="5988050"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56" tIns="46628" rIns="93256" bIns="46628">
            <a:spAutoFit/>
          </a:bodyP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34" name="Rectangle 33"/>
          <p:cNvSpPr/>
          <p:nvPr/>
        </p:nvSpPr>
        <p:spPr>
          <a:xfrm>
            <a:off x="4408488" y="6500813"/>
            <a:ext cx="2376487" cy="4762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sp>
        <p:nvSpPr>
          <p:cNvPr id="35" name="Rectangle 34"/>
          <p:cNvSpPr/>
          <p:nvPr/>
        </p:nvSpPr>
        <p:spPr>
          <a:xfrm>
            <a:off x="1998663" y="6500813"/>
            <a:ext cx="2409825" cy="4762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sp>
        <p:nvSpPr>
          <p:cNvPr id="36" name="Rectangle 35"/>
          <p:cNvSpPr/>
          <p:nvPr/>
        </p:nvSpPr>
        <p:spPr>
          <a:xfrm>
            <a:off x="6775450" y="6500813"/>
            <a:ext cx="2376488" cy="47625"/>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spTree>
    <p:extLst>
      <p:ext uri="{BB962C8B-B14F-4D97-AF65-F5344CB8AC3E}">
        <p14:creationId xmlns:p14="http://schemas.microsoft.com/office/powerpoint/2010/main" val="419743222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p:hf hdr="0"/>
  <p:txStyles>
    <p:titleStyle>
      <a:lvl1pPr algn="l" defTabSz="912813" rtl="0" eaLnBrk="0" fontAlgn="base" hangingPunct="0">
        <a:spcBef>
          <a:spcPct val="0"/>
        </a:spcBef>
        <a:spcAft>
          <a:spcPct val="0"/>
        </a:spcAft>
        <a:tabLst>
          <a:tab pos="274638" algn="l"/>
        </a:tabLst>
        <a:defRPr sz="1900" b="1">
          <a:solidFill>
            <a:schemeClr val="tx1"/>
          </a:solidFill>
          <a:latin typeface="+mj-lt"/>
          <a:ea typeface="+mj-ea"/>
          <a:cs typeface="+mj-cs"/>
        </a:defRPr>
      </a:lvl1pPr>
      <a:lvl2pPr algn="l" defTabSz="912813" rtl="0" eaLnBrk="0" fontAlgn="base" hangingPunct="0">
        <a:spcBef>
          <a:spcPct val="0"/>
        </a:spcBef>
        <a:spcAft>
          <a:spcPct val="0"/>
        </a:spcAft>
        <a:tabLst>
          <a:tab pos="274638" algn="l"/>
        </a:tabLst>
        <a:defRPr sz="1900" b="1">
          <a:solidFill>
            <a:schemeClr val="tx1"/>
          </a:solidFill>
          <a:latin typeface="Arial" charset="0"/>
          <a:ea typeface="ＭＳ Ｐゴシック" panose="020B0600070205080204" pitchFamily="34" charset="-128"/>
        </a:defRPr>
      </a:lvl2pPr>
      <a:lvl3pPr algn="l" defTabSz="912813" rtl="0" eaLnBrk="0" fontAlgn="base" hangingPunct="0">
        <a:spcBef>
          <a:spcPct val="0"/>
        </a:spcBef>
        <a:spcAft>
          <a:spcPct val="0"/>
        </a:spcAft>
        <a:tabLst>
          <a:tab pos="274638" algn="l"/>
        </a:tabLst>
        <a:defRPr sz="1900" b="1">
          <a:solidFill>
            <a:schemeClr val="tx1"/>
          </a:solidFill>
          <a:latin typeface="Arial" charset="0"/>
          <a:ea typeface="ＭＳ Ｐゴシック" panose="020B0600070205080204" pitchFamily="34" charset="-128"/>
        </a:defRPr>
      </a:lvl3pPr>
      <a:lvl4pPr algn="l" defTabSz="912813" rtl="0" eaLnBrk="0" fontAlgn="base" hangingPunct="0">
        <a:spcBef>
          <a:spcPct val="0"/>
        </a:spcBef>
        <a:spcAft>
          <a:spcPct val="0"/>
        </a:spcAft>
        <a:tabLst>
          <a:tab pos="274638" algn="l"/>
        </a:tabLst>
        <a:defRPr sz="1900" b="1">
          <a:solidFill>
            <a:schemeClr val="tx1"/>
          </a:solidFill>
          <a:latin typeface="Arial" charset="0"/>
          <a:ea typeface="ＭＳ Ｐゴシック" panose="020B0600070205080204" pitchFamily="34" charset="-128"/>
        </a:defRPr>
      </a:lvl4pPr>
      <a:lvl5pPr algn="l" defTabSz="912813" rtl="0" eaLnBrk="0" fontAlgn="base" hangingPunct="0">
        <a:spcBef>
          <a:spcPct val="0"/>
        </a:spcBef>
        <a:spcAft>
          <a:spcPct val="0"/>
        </a:spcAft>
        <a:tabLst>
          <a:tab pos="274638" algn="l"/>
        </a:tabLst>
        <a:defRPr sz="1900" b="1">
          <a:solidFill>
            <a:schemeClr val="tx1"/>
          </a:solidFill>
          <a:latin typeface="Arial" charset="0"/>
          <a:ea typeface="ＭＳ Ｐゴシック" panose="020B0600070205080204" pitchFamily="34" charset="-128"/>
        </a:defRPr>
      </a:lvl5pPr>
      <a:lvl6pPr marL="466281" algn="l" defTabSz="913138" rtl="0" eaLnBrk="1" fontAlgn="base" hangingPunct="1">
        <a:spcBef>
          <a:spcPct val="0"/>
        </a:spcBef>
        <a:spcAft>
          <a:spcPct val="0"/>
        </a:spcAft>
        <a:defRPr sz="1900" b="1">
          <a:solidFill>
            <a:schemeClr val="tx2"/>
          </a:solidFill>
          <a:latin typeface="Arial" charset="0"/>
        </a:defRPr>
      </a:lvl6pPr>
      <a:lvl7pPr marL="932566" algn="l" defTabSz="913138" rtl="0" eaLnBrk="1" fontAlgn="base" hangingPunct="1">
        <a:spcBef>
          <a:spcPct val="0"/>
        </a:spcBef>
        <a:spcAft>
          <a:spcPct val="0"/>
        </a:spcAft>
        <a:defRPr sz="1900" b="1">
          <a:solidFill>
            <a:schemeClr val="tx2"/>
          </a:solidFill>
          <a:latin typeface="Arial" charset="0"/>
        </a:defRPr>
      </a:lvl7pPr>
      <a:lvl8pPr marL="1398851" algn="l" defTabSz="913138" rtl="0" eaLnBrk="1" fontAlgn="base" hangingPunct="1">
        <a:spcBef>
          <a:spcPct val="0"/>
        </a:spcBef>
        <a:spcAft>
          <a:spcPct val="0"/>
        </a:spcAft>
        <a:defRPr sz="1900" b="1">
          <a:solidFill>
            <a:schemeClr val="tx2"/>
          </a:solidFill>
          <a:latin typeface="Arial" charset="0"/>
        </a:defRPr>
      </a:lvl8pPr>
      <a:lvl9pPr marL="1865134" algn="l" defTabSz="913138" rtl="0" eaLnBrk="1" fontAlgn="base" hangingPunct="1">
        <a:spcBef>
          <a:spcPct val="0"/>
        </a:spcBef>
        <a:spcAft>
          <a:spcPct val="0"/>
        </a:spcAft>
        <a:defRPr sz="1900" b="1">
          <a:solidFill>
            <a:schemeClr val="tx2"/>
          </a:solidFill>
          <a:latin typeface="Arial" charset="0"/>
        </a:defRPr>
      </a:lvl9pPr>
    </p:titleStyle>
    <p:body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p:bodyStyle>
    <p:otherStyle>
      <a:defPPr>
        <a:defRPr lang="en-US"/>
      </a:defPPr>
      <a:lvl1pPr marL="0" algn="l" defTabSz="932566" rtl="0" eaLnBrk="1" latinLnBrk="0" hangingPunct="1">
        <a:defRPr sz="1800" kern="1200">
          <a:solidFill>
            <a:schemeClr val="tx1"/>
          </a:solidFill>
          <a:latin typeface="+mn-lt"/>
          <a:ea typeface="+mn-ea"/>
          <a:cs typeface="+mn-cs"/>
        </a:defRPr>
      </a:lvl1pPr>
      <a:lvl2pPr marL="466281" algn="l" defTabSz="932566" rtl="0" eaLnBrk="1" latinLnBrk="0" hangingPunct="1">
        <a:defRPr sz="1800" kern="1200">
          <a:solidFill>
            <a:schemeClr val="tx1"/>
          </a:solidFill>
          <a:latin typeface="+mn-lt"/>
          <a:ea typeface="+mn-ea"/>
          <a:cs typeface="+mn-cs"/>
        </a:defRPr>
      </a:lvl2pPr>
      <a:lvl3pPr marL="932566" algn="l" defTabSz="932566" rtl="0" eaLnBrk="1" latinLnBrk="0" hangingPunct="1">
        <a:defRPr sz="1800" kern="1200">
          <a:solidFill>
            <a:schemeClr val="tx1"/>
          </a:solidFill>
          <a:latin typeface="+mn-lt"/>
          <a:ea typeface="+mn-ea"/>
          <a:cs typeface="+mn-cs"/>
        </a:defRPr>
      </a:lvl3pPr>
      <a:lvl4pPr marL="1398851" algn="l" defTabSz="932566" rtl="0" eaLnBrk="1" latinLnBrk="0" hangingPunct="1">
        <a:defRPr sz="1800" kern="1200">
          <a:solidFill>
            <a:schemeClr val="tx1"/>
          </a:solidFill>
          <a:latin typeface="+mn-lt"/>
          <a:ea typeface="+mn-ea"/>
          <a:cs typeface="+mn-cs"/>
        </a:defRPr>
      </a:lvl4pPr>
      <a:lvl5pPr marL="1865134" algn="l" defTabSz="932566" rtl="0" eaLnBrk="1" latinLnBrk="0" hangingPunct="1">
        <a:defRPr sz="1800" kern="1200">
          <a:solidFill>
            <a:schemeClr val="tx1"/>
          </a:solidFill>
          <a:latin typeface="+mn-lt"/>
          <a:ea typeface="+mn-ea"/>
          <a:cs typeface="+mn-cs"/>
        </a:defRPr>
      </a:lvl5pPr>
      <a:lvl6pPr marL="2331418" algn="l" defTabSz="932566" rtl="0" eaLnBrk="1" latinLnBrk="0" hangingPunct="1">
        <a:defRPr sz="1800" kern="1200">
          <a:solidFill>
            <a:schemeClr val="tx1"/>
          </a:solidFill>
          <a:latin typeface="+mn-lt"/>
          <a:ea typeface="+mn-ea"/>
          <a:cs typeface="+mn-cs"/>
        </a:defRPr>
      </a:lvl6pPr>
      <a:lvl7pPr marL="2797699" algn="l" defTabSz="932566" rtl="0" eaLnBrk="1" latinLnBrk="0" hangingPunct="1">
        <a:defRPr sz="1800" kern="1200">
          <a:solidFill>
            <a:schemeClr val="tx1"/>
          </a:solidFill>
          <a:latin typeface="+mn-lt"/>
          <a:ea typeface="+mn-ea"/>
          <a:cs typeface="+mn-cs"/>
        </a:defRPr>
      </a:lvl7pPr>
      <a:lvl8pPr marL="3263983" algn="l" defTabSz="932566" rtl="0" eaLnBrk="1" latinLnBrk="0" hangingPunct="1">
        <a:defRPr sz="1800" kern="1200">
          <a:solidFill>
            <a:schemeClr val="tx1"/>
          </a:solidFill>
          <a:latin typeface="+mn-lt"/>
          <a:ea typeface="+mn-ea"/>
          <a:cs typeface="+mn-cs"/>
        </a:defRPr>
      </a:lvl8pPr>
      <a:lvl9pPr marL="3730268" algn="l" defTabSz="93256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customXml" Target="../ink/ink1.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customXml" Target="../ink/ink2.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3" Type="http://schemas.openxmlformats.org/officeDocument/2006/relationships/image" Target="../media/image45.wmf"/><Relationship Id="rId7" Type="http://schemas.openxmlformats.org/officeDocument/2006/relationships/image" Target="../media/image47.wmf"/><Relationship Id="rId2" Type="http://schemas.openxmlformats.org/officeDocument/2006/relationships/oleObject" Target="../embeddings/oleObject3.bin"/><Relationship Id="rId1" Type="http://schemas.openxmlformats.org/officeDocument/2006/relationships/slideLayout" Target="../slideLayouts/slideLayout14.xml"/><Relationship Id="rId6" Type="http://schemas.openxmlformats.org/officeDocument/2006/relationships/oleObject" Target="../embeddings/oleObject5.bin"/><Relationship Id="rId5" Type="http://schemas.openxmlformats.org/officeDocument/2006/relationships/image" Target="../media/image46.wmf"/><Relationship Id="rId4" Type="http://schemas.openxmlformats.org/officeDocument/2006/relationships/oleObject" Target="../embeddings/oleObject4.bin"/></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4.xml"/></Relationships>
</file>

<file path=ppt/slides/_rels/slide7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p:txBody>
          <a:bodyPr/>
          <a:lstStyle/>
          <a:p>
            <a:r>
              <a:rPr lang="en-US" dirty="0" err="1"/>
              <a:t>R.K.Tiwary</a:t>
            </a:r>
            <a:endParaRPr lang="en-US" dirty="0"/>
          </a:p>
        </p:txBody>
      </p:sp>
    </p:spTree>
    <p:extLst>
      <p:ext uri="{BB962C8B-B14F-4D97-AF65-F5344CB8AC3E}">
        <p14:creationId xmlns:p14="http://schemas.microsoft.com/office/powerpoint/2010/main" val="1445644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21555-4EF4-466D-96C6-B0B2B6ED8FED}"/>
              </a:ext>
            </a:extLst>
          </p:cNvPr>
          <p:cNvSpPr>
            <a:spLocks noGrp="1"/>
          </p:cNvSpPr>
          <p:nvPr>
            <p:ph type="title"/>
          </p:nvPr>
        </p:nvSpPr>
        <p:spPr/>
        <p:txBody>
          <a:bodyPr/>
          <a:lstStyle/>
          <a:p>
            <a:r>
              <a:rPr lang="en-US" sz="2400" b="0" dirty="0"/>
              <a:t>CPU Structure</a:t>
            </a:r>
            <a:endParaRPr lang="en-IN" sz="2400" b="0" dirty="0"/>
          </a:p>
        </p:txBody>
      </p:sp>
      <p:sp>
        <p:nvSpPr>
          <p:cNvPr id="3" name="Rectangle 2">
            <a:extLst>
              <a:ext uri="{FF2B5EF4-FFF2-40B4-BE49-F238E27FC236}">
                <a16:creationId xmlns:a16="http://schemas.microsoft.com/office/drawing/2014/main" id="{3C071384-2BDE-447A-AFE3-09BDED6C2D31}"/>
              </a:ext>
            </a:extLst>
          </p:cNvPr>
          <p:cNvSpPr/>
          <p:nvPr/>
        </p:nvSpPr>
        <p:spPr>
          <a:xfrm>
            <a:off x="683568" y="1124744"/>
            <a:ext cx="5688632" cy="3890489"/>
          </a:xfrm>
          <a:prstGeom prst="rect">
            <a:avLst/>
          </a:prstGeom>
        </p:spPr>
        <p:txBody>
          <a:bodyPr wrap="square">
            <a:spAutoFit/>
          </a:bodyPr>
          <a:lstStyle/>
          <a:p>
            <a:pPr>
              <a:lnSpc>
                <a:spcPct val="150000"/>
              </a:lnSpc>
            </a:pPr>
            <a:r>
              <a:rPr lang="en-US" sz="2800" dirty="0"/>
              <a:t>CPU must:</a:t>
            </a:r>
          </a:p>
          <a:p>
            <a:pPr lvl="1">
              <a:lnSpc>
                <a:spcPct val="150000"/>
              </a:lnSpc>
            </a:pPr>
            <a:r>
              <a:rPr lang="en-US" sz="2800"/>
              <a:t>Fetch Opcode</a:t>
            </a:r>
            <a:endParaRPr lang="en-US" sz="2800" dirty="0"/>
          </a:p>
          <a:p>
            <a:pPr lvl="1">
              <a:lnSpc>
                <a:spcPct val="150000"/>
              </a:lnSpc>
            </a:pPr>
            <a:r>
              <a:rPr lang="en-US" sz="2800" dirty="0"/>
              <a:t>Interpret instructions (decode)</a:t>
            </a:r>
          </a:p>
          <a:p>
            <a:pPr lvl="1">
              <a:lnSpc>
                <a:spcPct val="150000"/>
              </a:lnSpc>
            </a:pPr>
            <a:r>
              <a:rPr lang="en-US" sz="2800" dirty="0"/>
              <a:t>Fetch data (if needed)</a:t>
            </a:r>
          </a:p>
          <a:p>
            <a:pPr lvl="1">
              <a:lnSpc>
                <a:spcPct val="150000"/>
              </a:lnSpc>
            </a:pPr>
            <a:r>
              <a:rPr lang="en-US" sz="2800" dirty="0"/>
              <a:t>Process data</a:t>
            </a:r>
          </a:p>
          <a:p>
            <a:pPr lvl="1">
              <a:lnSpc>
                <a:spcPct val="150000"/>
              </a:lnSpc>
            </a:pPr>
            <a:r>
              <a:rPr lang="en-US" sz="2800" dirty="0"/>
              <a:t>Write data</a:t>
            </a:r>
          </a:p>
        </p:txBody>
      </p:sp>
    </p:spTree>
    <p:extLst>
      <p:ext uri="{BB962C8B-B14F-4D97-AF65-F5344CB8AC3E}">
        <p14:creationId xmlns:p14="http://schemas.microsoft.com/office/powerpoint/2010/main" val="39776642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04968-4B1E-43A0-A080-198010E9FA40}"/>
              </a:ext>
            </a:extLst>
          </p:cNvPr>
          <p:cNvSpPr>
            <a:spLocks noGrp="1"/>
          </p:cNvSpPr>
          <p:nvPr>
            <p:ph type="title"/>
          </p:nvPr>
        </p:nvSpPr>
        <p:spPr/>
        <p:txBody>
          <a:bodyPr/>
          <a:lstStyle/>
          <a:p>
            <a:r>
              <a:rPr lang="en-US" sz="2800" b="0" dirty="0"/>
              <a:t>Prefetch</a:t>
            </a:r>
            <a:endParaRPr lang="en-IN" sz="2800" b="0" dirty="0"/>
          </a:p>
        </p:txBody>
      </p:sp>
      <p:sp>
        <p:nvSpPr>
          <p:cNvPr id="3" name="Rectangle 5">
            <a:extLst>
              <a:ext uri="{FF2B5EF4-FFF2-40B4-BE49-F238E27FC236}">
                <a16:creationId xmlns:a16="http://schemas.microsoft.com/office/drawing/2014/main" id="{275E68E5-83BF-4240-A4AC-CE0736EEB31B}"/>
              </a:ext>
            </a:extLst>
          </p:cNvPr>
          <p:cNvSpPr txBox="1">
            <a:spLocks noChangeArrowheads="1"/>
          </p:cNvSpPr>
          <p:nvPr/>
        </p:nvSpPr>
        <p:spPr>
          <a:xfrm>
            <a:off x="457200" y="836712"/>
            <a:ext cx="8178800" cy="5638800"/>
          </a:xfrm>
          <a:prstGeom prst="rect">
            <a:avLst/>
          </a:prstGeom>
          <a:noFill/>
          <a:ln/>
        </p:spPr>
        <p:txBody>
          <a:bodyPr lIns="90488" tIns="44450" rIns="90488" bIns="44450"/>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285750" marR="0" lvl="0" indent="-285750" algn="l" defTabSz="912813" rtl="0" eaLnBrk="0" fontAlgn="base" latinLnBrk="0" hangingPunct="0">
              <a:lnSpc>
                <a:spcPct val="150000"/>
              </a:lnSpc>
              <a:spcBef>
                <a:spcPct val="0"/>
              </a:spcBef>
              <a:spcAft>
                <a:spcPct val="0"/>
              </a:spcAft>
              <a:buClr>
                <a:srgbClr val="002960"/>
              </a:buClr>
              <a:buSzTx/>
              <a:buFont typeface="Wingdings" panose="05000000000000000000" pitchFamily="2" charset="2"/>
              <a:buChar char="q"/>
              <a:tabLst/>
              <a:defRPr/>
            </a:pPr>
            <a:r>
              <a:rPr kumimoji="0" lang="en-US" sz="2000" b="0" i="0" u="none" strike="noStrike" kern="0" cap="none" spc="0" normalizeH="0" baseline="0" noProof="0" dirty="0">
                <a:ln>
                  <a:noFill/>
                </a:ln>
                <a:solidFill>
                  <a:srgbClr val="000000"/>
                </a:solidFill>
                <a:effectLst/>
                <a:uLnTx/>
                <a:uFillTx/>
                <a:latin typeface="Arial"/>
                <a:ea typeface="ＭＳ Ｐゴシック"/>
                <a:cs typeface="+mn-cs"/>
              </a:rPr>
              <a:t>Fetch accessing main memory</a:t>
            </a:r>
          </a:p>
          <a:p>
            <a:pPr marL="285750" marR="0" lvl="0" indent="-285750" algn="l" defTabSz="912813" rtl="0" eaLnBrk="0" fontAlgn="base" latinLnBrk="0" hangingPunct="0">
              <a:lnSpc>
                <a:spcPct val="150000"/>
              </a:lnSpc>
              <a:spcBef>
                <a:spcPct val="0"/>
              </a:spcBef>
              <a:spcAft>
                <a:spcPct val="0"/>
              </a:spcAft>
              <a:buClr>
                <a:srgbClr val="002960"/>
              </a:buClr>
              <a:buSzTx/>
              <a:buFont typeface="Wingdings" panose="05000000000000000000" pitchFamily="2" charset="2"/>
              <a:buChar char="q"/>
              <a:tabLst/>
              <a:defRPr/>
            </a:pPr>
            <a:r>
              <a:rPr kumimoji="0" lang="en-US" sz="2000" b="0" i="0" u="none" strike="noStrike" kern="0" cap="none" spc="0" normalizeH="0" baseline="0" noProof="0" dirty="0">
                <a:ln>
                  <a:noFill/>
                </a:ln>
                <a:solidFill>
                  <a:srgbClr val="000000"/>
                </a:solidFill>
                <a:effectLst/>
                <a:uLnTx/>
                <a:uFillTx/>
                <a:latin typeface="Arial"/>
                <a:ea typeface="ＭＳ Ｐゴシック"/>
                <a:cs typeface="+mn-cs"/>
              </a:rPr>
              <a:t> Execution usually does not access main memory</a:t>
            </a:r>
          </a:p>
          <a:p>
            <a:pPr marL="285750" marR="0" lvl="0" indent="-285750" algn="l" defTabSz="912813" rtl="0" eaLnBrk="0" fontAlgn="base" latinLnBrk="0" hangingPunct="0">
              <a:lnSpc>
                <a:spcPct val="150000"/>
              </a:lnSpc>
              <a:spcBef>
                <a:spcPct val="0"/>
              </a:spcBef>
              <a:spcAft>
                <a:spcPct val="0"/>
              </a:spcAft>
              <a:buClr>
                <a:srgbClr val="002960"/>
              </a:buClr>
              <a:buSzTx/>
              <a:buFont typeface="Wingdings" panose="05000000000000000000" pitchFamily="2" charset="2"/>
              <a:buChar char="q"/>
              <a:tabLst/>
              <a:defRPr/>
            </a:pPr>
            <a:r>
              <a:rPr kumimoji="0" lang="en-US" sz="2000" b="0" i="0" u="none" strike="noStrike" kern="0" cap="none" spc="0" normalizeH="0" baseline="0" noProof="0" dirty="0">
                <a:ln>
                  <a:noFill/>
                </a:ln>
                <a:solidFill>
                  <a:srgbClr val="000000"/>
                </a:solidFill>
                <a:effectLst/>
                <a:uLnTx/>
                <a:uFillTx/>
                <a:latin typeface="Arial"/>
                <a:ea typeface="ＭＳ Ｐゴシック"/>
                <a:cs typeface="+mn-cs"/>
              </a:rPr>
              <a:t> Can fetch next instruction during execution of current instruction Called instruction prefetch</a:t>
            </a:r>
          </a:p>
          <a:p>
            <a:pPr marL="285750" marR="0" lvl="0" indent="-285750" algn="l" defTabSz="912813" rtl="0" eaLnBrk="0" fontAlgn="base" latinLnBrk="0" hangingPunct="0">
              <a:lnSpc>
                <a:spcPct val="150000"/>
              </a:lnSpc>
              <a:spcBef>
                <a:spcPct val="0"/>
              </a:spcBef>
              <a:spcAft>
                <a:spcPct val="0"/>
              </a:spcAft>
              <a:buClr>
                <a:srgbClr val="002960"/>
              </a:buClr>
              <a:buSzTx/>
              <a:buFont typeface="Wingdings" panose="05000000000000000000" pitchFamily="2" charset="2"/>
              <a:buChar char="q"/>
              <a:tabLst/>
              <a:defRPr/>
            </a:pPr>
            <a:r>
              <a:rPr kumimoji="0" lang="en-US" sz="2000" b="0" i="0" u="none" strike="noStrike" kern="0" cap="none" spc="0" normalizeH="0" baseline="0" noProof="0" dirty="0">
                <a:ln>
                  <a:noFill/>
                </a:ln>
                <a:solidFill>
                  <a:srgbClr val="000000"/>
                </a:solidFill>
                <a:effectLst/>
                <a:uLnTx/>
                <a:uFillTx/>
                <a:latin typeface="Arial"/>
                <a:ea typeface="ＭＳ Ｐゴシック"/>
                <a:cs typeface="+mn-cs"/>
              </a:rPr>
              <a:t> </a:t>
            </a:r>
            <a:r>
              <a:rPr kumimoji="0" lang="en-US" sz="2000" b="0" i="0" u="none" strike="noStrike" kern="1200" cap="none" spc="0" normalizeH="0" baseline="0" noProof="0" dirty="0">
                <a:ln>
                  <a:noFill/>
                </a:ln>
                <a:solidFill>
                  <a:srgbClr val="000000"/>
                </a:solidFill>
                <a:effectLst/>
                <a:uLnTx/>
                <a:uFillTx/>
                <a:latin typeface="Arial"/>
                <a:ea typeface="ＭＳ Ｐゴシック"/>
                <a:cs typeface="+mn-cs"/>
              </a:rPr>
              <a:t>Improved Performance</a:t>
            </a:r>
          </a:p>
          <a:p>
            <a:pPr marL="285750" marR="0" lvl="0" indent="-285750" algn="l" defTabSz="912813" rtl="0" eaLnBrk="0" fontAlgn="base" latinLnBrk="0" hangingPunct="0">
              <a:lnSpc>
                <a:spcPct val="150000"/>
              </a:lnSpc>
              <a:spcBef>
                <a:spcPct val="0"/>
              </a:spcBef>
              <a:spcAft>
                <a:spcPct val="0"/>
              </a:spcAft>
              <a:buClr>
                <a:srgbClr val="002960"/>
              </a:buClr>
              <a:buSzTx/>
              <a:buFont typeface="Wingdings" panose="05000000000000000000" pitchFamily="2" charset="2"/>
              <a:buChar char="q"/>
              <a:tabLst/>
              <a:defRPr/>
            </a:pPr>
            <a:r>
              <a:rPr kumimoji="0" lang="en-US" sz="2000" b="0" i="0" u="none" strike="noStrike" kern="1200" cap="none" spc="0" normalizeH="0" baseline="0" noProof="0" dirty="0">
                <a:ln>
                  <a:noFill/>
                </a:ln>
                <a:solidFill>
                  <a:srgbClr val="000000"/>
                </a:solidFill>
                <a:effectLst/>
                <a:uLnTx/>
                <a:uFillTx/>
                <a:latin typeface="Arial"/>
                <a:ea typeface="ＭＳ Ｐゴシック"/>
                <a:cs typeface="+mn-cs"/>
              </a:rPr>
              <a:t> </a:t>
            </a:r>
            <a:r>
              <a:rPr kumimoji="0" lang="en-US" sz="2000" b="0" i="0" u="none" strike="noStrike" kern="0" cap="none" spc="0" normalizeH="0" baseline="0" noProof="0" dirty="0">
                <a:ln>
                  <a:noFill/>
                </a:ln>
                <a:solidFill>
                  <a:srgbClr val="000000"/>
                </a:solidFill>
                <a:effectLst/>
                <a:uLnTx/>
                <a:uFillTx/>
                <a:latin typeface="Arial"/>
                <a:ea typeface="ＭＳ Ｐゴシック"/>
                <a:cs typeface="+mn-cs"/>
              </a:rPr>
              <a:t> </a:t>
            </a:r>
            <a:r>
              <a:rPr kumimoji="0" lang="en-US" sz="2000" b="0" i="0" u="none" strike="noStrike" kern="1200" cap="none" spc="0" normalizeH="0" baseline="0" noProof="0" dirty="0">
                <a:ln>
                  <a:noFill/>
                </a:ln>
                <a:solidFill>
                  <a:srgbClr val="000000"/>
                </a:solidFill>
                <a:effectLst/>
                <a:uLnTx/>
                <a:uFillTx/>
                <a:latin typeface="Arial"/>
                <a:ea typeface="ＭＳ Ｐゴシック"/>
                <a:cs typeface="+mn-cs"/>
              </a:rPr>
              <a:t>But not doubled:</a:t>
            </a:r>
          </a:p>
          <a:p>
            <a:pPr marL="196850" marR="0" lvl="1" indent="-195263" algn="l" defTabSz="912813" rtl="0" eaLnBrk="0" fontAlgn="base" latinLnBrk="0" hangingPunct="0">
              <a:lnSpc>
                <a:spcPct val="150000"/>
              </a:lnSpc>
              <a:spcBef>
                <a:spcPct val="0"/>
              </a:spcBef>
              <a:spcAft>
                <a:spcPct val="0"/>
              </a:spcAft>
              <a:buClr>
                <a:srgbClr val="002960"/>
              </a:buClr>
              <a:buSzPct val="125000"/>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cs typeface="+mn-cs"/>
              </a:rPr>
              <a:t>Fetch usually shorter than execution</a:t>
            </a:r>
          </a:p>
          <a:p>
            <a:pPr marL="465138" marR="0" lvl="2" indent="-266700" algn="l" defTabSz="912813" rtl="0" eaLnBrk="0" fontAlgn="base" latinLnBrk="0" hangingPunct="0">
              <a:lnSpc>
                <a:spcPct val="150000"/>
              </a:lnSpc>
              <a:spcBef>
                <a:spcPct val="0"/>
              </a:spcBef>
              <a:spcAft>
                <a:spcPct val="0"/>
              </a:spcAft>
              <a:buClr>
                <a:srgbClr val="002960"/>
              </a:buClr>
              <a:buSzPct val="120000"/>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cs typeface="+mn-cs"/>
              </a:rPr>
              <a:t>Prefetch more than one instruction?</a:t>
            </a:r>
          </a:p>
          <a:p>
            <a:pPr marL="196850" marR="0" lvl="1" indent="-195263" algn="l" defTabSz="912813" rtl="0" eaLnBrk="0" fontAlgn="base" latinLnBrk="0" hangingPunct="0">
              <a:lnSpc>
                <a:spcPct val="150000"/>
              </a:lnSpc>
              <a:spcBef>
                <a:spcPct val="0"/>
              </a:spcBef>
              <a:spcAft>
                <a:spcPct val="0"/>
              </a:spcAft>
              <a:buClr>
                <a:srgbClr val="002960"/>
              </a:buClr>
              <a:buSzPct val="125000"/>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cs typeface="+mn-cs"/>
              </a:rPr>
              <a:t>Any jump or branch means that prefetched instructions are not the required instructions </a:t>
            </a:r>
          </a:p>
          <a:p>
            <a:pPr marL="196850" marR="0" lvl="1" indent="-195263" algn="l" defTabSz="912813" rtl="0" eaLnBrk="0" fontAlgn="base" latinLnBrk="0" hangingPunct="0">
              <a:lnSpc>
                <a:spcPct val="150000"/>
              </a:lnSpc>
              <a:spcBef>
                <a:spcPct val="0"/>
              </a:spcBef>
              <a:spcAft>
                <a:spcPct val="0"/>
              </a:spcAft>
              <a:buClr>
                <a:srgbClr val="002960"/>
              </a:buClr>
              <a:buSzPct val="125000"/>
              <a:buFont typeface="Wingdings" panose="05000000000000000000" pitchFamily="2" charset="2"/>
              <a:buChar char="q"/>
              <a:tabLst/>
              <a:defRPr/>
            </a:pPr>
            <a:r>
              <a:rPr kumimoji="0" lang="en-US" sz="2000" b="0" i="0" u="none" strike="noStrike" kern="1200" cap="none" spc="0" normalizeH="0" baseline="0" noProof="0" dirty="0">
                <a:ln>
                  <a:noFill/>
                </a:ln>
                <a:solidFill>
                  <a:srgbClr val="000000"/>
                </a:solidFill>
                <a:effectLst/>
                <a:uLnTx/>
                <a:uFillTx/>
                <a:latin typeface="Arial"/>
                <a:ea typeface="ＭＳ Ｐゴシック" panose="020B0600070205080204" pitchFamily="34" charset="-128"/>
                <a:cs typeface="+mn-cs"/>
              </a:rPr>
              <a:t> Add more stages to improve performance</a:t>
            </a:r>
          </a:p>
          <a:p>
            <a:pPr marL="285750" marR="0" lvl="0" indent="-285750" algn="l" defTabSz="912813" rtl="0" eaLnBrk="0" fontAlgn="base" latinLnBrk="0" hangingPunct="0">
              <a:lnSpc>
                <a:spcPct val="150000"/>
              </a:lnSpc>
              <a:spcBef>
                <a:spcPct val="0"/>
              </a:spcBef>
              <a:spcAft>
                <a:spcPct val="0"/>
              </a:spcAft>
              <a:buClr>
                <a:srgbClr val="002960"/>
              </a:buClr>
              <a:buSzTx/>
              <a:buFont typeface="Wingdings" panose="05000000000000000000" pitchFamily="2" charset="2"/>
              <a:buChar char="q"/>
              <a:tabLst/>
              <a:defRPr/>
            </a:pPr>
            <a:endParaRPr kumimoji="0" lang="en-US" sz="2000" b="0" i="0" u="none" strike="noStrike" kern="0" cap="none" spc="0" normalizeH="0" baseline="0" noProof="0" dirty="0">
              <a:ln>
                <a:noFill/>
              </a:ln>
              <a:solidFill>
                <a:srgbClr val="000000"/>
              </a:solidFill>
              <a:effectLst/>
              <a:uLnTx/>
              <a:uFillTx/>
              <a:latin typeface="Arial"/>
              <a:ea typeface="ＭＳ Ｐゴシック"/>
              <a:cs typeface="+mn-cs"/>
            </a:endParaRPr>
          </a:p>
          <a:p>
            <a:pPr marL="0" marR="0" lvl="0" indent="0" algn="l" defTabSz="912813" rtl="0" eaLnBrk="0" fontAlgn="base" latinLnBrk="0" hangingPunct="0">
              <a:lnSpc>
                <a:spcPct val="150000"/>
              </a:lnSpc>
              <a:spcBef>
                <a:spcPct val="0"/>
              </a:spcBef>
              <a:spcAft>
                <a:spcPct val="0"/>
              </a:spcAft>
              <a:buClr>
                <a:srgbClr val="002960"/>
              </a:buClr>
              <a:buSzTx/>
              <a:buFontTx/>
              <a:buNone/>
              <a:tabLst/>
              <a:defRPr/>
            </a:pPr>
            <a:endParaRPr kumimoji="0" lang="en-US" sz="2000" b="0" i="0" u="none" strike="noStrike" kern="0" cap="none" spc="0" normalizeH="0" baseline="0" noProof="0" dirty="0">
              <a:ln>
                <a:noFill/>
              </a:ln>
              <a:solidFill>
                <a:srgbClr val="000000"/>
              </a:solidFill>
              <a:effectLst/>
              <a:uLnTx/>
              <a:uFillTx/>
              <a:latin typeface="Arial"/>
              <a:ea typeface="ＭＳ Ｐゴシック"/>
              <a:cs typeface="+mn-cs"/>
            </a:endParaRPr>
          </a:p>
        </p:txBody>
      </p:sp>
    </p:spTree>
    <p:extLst>
      <p:ext uri="{BB962C8B-B14F-4D97-AF65-F5344CB8AC3E}">
        <p14:creationId xmlns:p14="http://schemas.microsoft.com/office/powerpoint/2010/main" val="13696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9FBA6-3274-44A0-AA39-C0DBBB20B3D6}"/>
              </a:ext>
            </a:extLst>
          </p:cNvPr>
          <p:cNvSpPr>
            <a:spLocks noGrp="1"/>
          </p:cNvSpPr>
          <p:nvPr>
            <p:ph type="title"/>
          </p:nvPr>
        </p:nvSpPr>
        <p:spPr/>
        <p:txBody>
          <a:bodyPr/>
          <a:lstStyle/>
          <a:p>
            <a:r>
              <a:rPr lang="en-IN" sz="2400" b="0" dirty="0"/>
              <a:t>Two-Stage Instruction Pipeline</a:t>
            </a:r>
          </a:p>
        </p:txBody>
      </p:sp>
      <p:pic>
        <p:nvPicPr>
          <p:cNvPr id="3" name="Picture 2">
            <a:extLst>
              <a:ext uri="{FF2B5EF4-FFF2-40B4-BE49-F238E27FC236}">
                <a16:creationId xmlns:a16="http://schemas.microsoft.com/office/drawing/2014/main" id="{C53DCAE7-F46A-4F70-9204-D2570C714F54}"/>
              </a:ext>
            </a:extLst>
          </p:cNvPr>
          <p:cNvPicPr>
            <a:picLocks noChangeAspect="1"/>
          </p:cNvPicPr>
          <p:nvPr/>
        </p:nvPicPr>
        <p:blipFill>
          <a:blip r:embed="rId2"/>
          <a:stretch>
            <a:fillRect/>
          </a:stretch>
        </p:blipFill>
        <p:spPr>
          <a:xfrm>
            <a:off x="4283968" y="980728"/>
            <a:ext cx="4680520" cy="4320480"/>
          </a:xfrm>
          <a:prstGeom prst="rect">
            <a:avLst/>
          </a:prstGeom>
        </p:spPr>
      </p:pic>
      <p:sp>
        <p:nvSpPr>
          <p:cNvPr id="4" name="Rectangle 3">
            <a:extLst>
              <a:ext uri="{FF2B5EF4-FFF2-40B4-BE49-F238E27FC236}">
                <a16:creationId xmlns:a16="http://schemas.microsoft.com/office/drawing/2014/main" id="{7AD01FAA-FA4C-41C6-B903-64EBEBE19E48}"/>
              </a:ext>
            </a:extLst>
          </p:cNvPr>
          <p:cNvSpPr/>
          <p:nvPr/>
        </p:nvSpPr>
        <p:spPr>
          <a:xfrm>
            <a:off x="122238" y="908720"/>
            <a:ext cx="3945706" cy="5442516"/>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The pipeline has two independent stages. The first stage fetches an instruction and buffers it.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When the second stage is free, the first stage passes it the buffered instruction.</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While the second stage is executing the instruction, the first stage takes advantage of any unused memory cycles to fetch and buffer the next instruction.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This is called instruction prefetch or fetch overlap. </a:t>
            </a:r>
            <a:endParaRPr kumimoji="0" lang="en-IN" sz="1800" b="0" i="0" u="none" strike="noStrike" kern="1200" cap="none" spc="0" normalizeH="0" baseline="0" noProof="0" dirty="0">
              <a:ln>
                <a:noFill/>
              </a:ln>
              <a:solidFill>
                <a:srgbClr val="000000"/>
              </a:solidFill>
              <a:effectLst/>
              <a:uLnTx/>
              <a:uFillTx/>
              <a:latin typeface="Arial"/>
              <a:ea typeface="ＭＳ Ｐゴシック"/>
              <a:cs typeface="+mn-cs"/>
            </a:endParaRPr>
          </a:p>
        </p:txBody>
      </p:sp>
      <p:sp>
        <p:nvSpPr>
          <p:cNvPr id="5" name="TextBox 4">
            <a:extLst>
              <a:ext uri="{FF2B5EF4-FFF2-40B4-BE49-F238E27FC236}">
                <a16:creationId xmlns:a16="http://schemas.microsoft.com/office/drawing/2014/main" id="{9260B559-516F-46E4-B206-FF00B2873F1B}"/>
              </a:ext>
            </a:extLst>
          </p:cNvPr>
          <p:cNvSpPr txBox="1"/>
          <p:nvPr/>
        </p:nvSpPr>
        <p:spPr>
          <a:xfrm>
            <a:off x="5652120" y="5309832"/>
            <a:ext cx="244827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Arial"/>
                <a:ea typeface="ＭＳ Ｐゴシック"/>
                <a:cs typeface="+mn-cs"/>
              </a:rPr>
              <a:t>Expanded View</a:t>
            </a:r>
          </a:p>
        </p:txBody>
      </p:sp>
    </p:spTree>
    <p:extLst>
      <p:ext uri="{BB962C8B-B14F-4D97-AF65-F5344CB8AC3E}">
        <p14:creationId xmlns:p14="http://schemas.microsoft.com/office/powerpoint/2010/main" val="564163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39552" y="1556792"/>
            <a:ext cx="8144180" cy="4320480"/>
          </a:xfrm>
          <a:prstGeom prst="rect">
            <a:avLst/>
          </a:prstGeom>
        </p:spPr>
      </p:pic>
      <p:sp>
        <p:nvSpPr>
          <p:cNvPr id="3" name="TextBox 2"/>
          <p:cNvSpPr txBox="1"/>
          <p:nvPr/>
        </p:nvSpPr>
        <p:spPr>
          <a:xfrm>
            <a:off x="179512" y="260648"/>
            <a:ext cx="583264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Pipelining</a:t>
            </a:r>
          </a:p>
        </p:txBody>
      </p:sp>
    </p:spTree>
    <p:extLst>
      <p:ext uri="{BB962C8B-B14F-4D97-AF65-F5344CB8AC3E}">
        <p14:creationId xmlns:p14="http://schemas.microsoft.com/office/powerpoint/2010/main" val="1631688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260648"/>
            <a:ext cx="842493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Pipelining versus sequential processing</a:t>
            </a:r>
          </a:p>
        </p:txBody>
      </p:sp>
      <p:pic>
        <p:nvPicPr>
          <p:cNvPr id="3" name="Picture 2"/>
          <p:cNvPicPr>
            <a:picLocks noChangeAspect="1" noChangeArrowheads="1"/>
          </p:cNvPicPr>
          <p:nvPr/>
        </p:nvPicPr>
        <p:blipFill>
          <a:blip r:embed="rId2" cstate="print"/>
          <a:srcRect/>
          <a:stretch>
            <a:fillRect/>
          </a:stretch>
        </p:blipFill>
        <p:spPr bwMode="auto">
          <a:xfrm>
            <a:off x="400338" y="1366854"/>
            <a:ext cx="8060094" cy="3430298"/>
          </a:xfrm>
          <a:prstGeom prst="rect">
            <a:avLst/>
          </a:prstGeom>
          <a:noFill/>
          <a:ln w="9525">
            <a:noFill/>
            <a:miter lim="800000"/>
            <a:headEnd/>
            <a:tailEnd/>
          </a:ln>
        </p:spPr>
      </p:pic>
    </p:spTree>
    <p:extLst>
      <p:ext uri="{BB962C8B-B14F-4D97-AF65-F5344CB8AC3E}">
        <p14:creationId xmlns:p14="http://schemas.microsoft.com/office/powerpoint/2010/main" val="1063881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60648"/>
            <a:ext cx="8964488"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Calibri"/>
                <a:ea typeface="+mn-ea"/>
                <a:cs typeface="+mn-cs"/>
              </a:rPr>
              <a:t>performance measures for the goodness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Calibri"/>
                <a:ea typeface="+mn-ea"/>
                <a:cs typeface="+mn-cs"/>
              </a:rPr>
              <a:t>of a pipeline</a:t>
            </a:r>
          </a:p>
        </p:txBody>
      </p:sp>
      <p:sp>
        <p:nvSpPr>
          <p:cNvPr id="3" name="TextBox 2"/>
          <p:cNvSpPr txBox="1"/>
          <p:nvPr/>
        </p:nvSpPr>
        <p:spPr>
          <a:xfrm>
            <a:off x="0" y="1556792"/>
            <a:ext cx="8820472" cy="13849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  Speed-up S(n)</a:t>
            </a:r>
          </a:p>
          <a:p>
            <a:pPr marL="0" marR="0" lvl="0" indent="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 Throughput U(n)</a:t>
            </a:r>
          </a:p>
          <a:p>
            <a:pPr marL="0" marR="0" lvl="0" indent="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  Efficiency E(n)</a:t>
            </a:r>
          </a:p>
        </p:txBody>
      </p:sp>
    </p:spTree>
    <p:extLst>
      <p:ext uri="{BB962C8B-B14F-4D97-AF65-F5344CB8AC3E}">
        <p14:creationId xmlns:p14="http://schemas.microsoft.com/office/powerpoint/2010/main" val="3791058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7504" y="303039"/>
            <a:ext cx="619268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Pipelining : Its Natural</a:t>
            </a:r>
          </a:p>
        </p:txBody>
      </p:sp>
      <p:pic>
        <p:nvPicPr>
          <p:cNvPr id="4" name="Picture 3"/>
          <p:cNvPicPr>
            <a:picLocks noChangeAspect="1"/>
          </p:cNvPicPr>
          <p:nvPr/>
        </p:nvPicPr>
        <p:blipFill>
          <a:blip r:embed="rId2"/>
          <a:stretch>
            <a:fillRect/>
          </a:stretch>
        </p:blipFill>
        <p:spPr>
          <a:xfrm>
            <a:off x="134126" y="1484784"/>
            <a:ext cx="4590510" cy="3672408"/>
          </a:xfrm>
          <a:prstGeom prst="rect">
            <a:avLst/>
          </a:prstGeom>
        </p:spPr>
      </p:pic>
      <p:pic>
        <p:nvPicPr>
          <p:cNvPr id="6" name="Picture 5"/>
          <p:cNvPicPr>
            <a:picLocks noChangeAspect="1"/>
          </p:cNvPicPr>
          <p:nvPr/>
        </p:nvPicPr>
        <p:blipFill>
          <a:blip r:embed="rId3"/>
          <a:stretch>
            <a:fillRect/>
          </a:stretch>
        </p:blipFill>
        <p:spPr>
          <a:xfrm>
            <a:off x="5364088" y="1305706"/>
            <a:ext cx="3191177" cy="4427550"/>
          </a:xfrm>
          <a:prstGeom prst="rect">
            <a:avLst/>
          </a:prstGeom>
        </p:spPr>
      </p:pic>
    </p:spTree>
    <p:extLst>
      <p:ext uri="{BB962C8B-B14F-4D97-AF65-F5344CB8AC3E}">
        <p14:creationId xmlns:p14="http://schemas.microsoft.com/office/powerpoint/2010/main" val="41882641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7504" y="260648"/>
            <a:ext cx="640871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Sequential </a:t>
            </a:r>
            <a:r>
              <a:rPr kumimoji="0" lang="en-US" sz="2800" b="0" i="0" u="none" strike="noStrike" kern="1200" cap="none" spc="0" normalizeH="0" baseline="0" noProof="0" dirty="0" err="1">
                <a:ln>
                  <a:noFill/>
                </a:ln>
                <a:solidFill>
                  <a:prstClr val="black"/>
                </a:solidFill>
                <a:effectLst/>
                <a:uLnTx/>
                <a:uFillTx/>
                <a:latin typeface="Calibri"/>
                <a:ea typeface="+mn-ea"/>
                <a:cs typeface="+mn-cs"/>
              </a:rPr>
              <a:t>Laundary</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3" name="Picture 2"/>
          <p:cNvPicPr>
            <a:picLocks noChangeAspect="1"/>
          </p:cNvPicPr>
          <p:nvPr/>
        </p:nvPicPr>
        <p:blipFill>
          <a:blip r:embed="rId2"/>
          <a:stretch>
            <a:fillRect/>
          </a:stretch>
        </p:blipFill>
        <p:spPr>
          <a:xfrm>
            <a:off x="323528" y="1340768"/>
            <a:ext cx="8146229" cy="3600400"/>
          </a:xfrm>
          <a:prstGeom prst="rect">
            <a:avLst/>
          </a:prstGeom>
        </p:spPr>
      </p:pic>
      <p:sp>
        <p:nvSpPr>
          <p:cNvPr id="4" name="TextBox 3"/>
          <p:cNvSpPr txBox="1"/>
          <p:nvPr/>
        </p:nvSpPr>
        <p:spPr>
          <a:xfrm>
            <a:off x="251520" y="5517232"/>
            <a:ext cx="6480720"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Total Time taken= 6Hrs</a:t>
            </a:r>
          </a:p>
        </p:txBody>
      </p:sp>
    </p:spTree>
    <p:extLst>
      <p:ext uri="{BB962C8B-B14F-4D97-AF65-F5344CB8AC3E}">
        <p14:creationId xmlns:p14="http://schemas.microsoft.com/office/powerpoint/2010/main" val="13734173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9512" y="1423631"/>
            <a:ext cx="7992888" cy="3949585"/>
          </a:xfrm>
          <a:prstGeom prst="rect">
            <a:avLst/>
          </a:prstGeom>
        </p:spPr>
      </p:pic>
      <p:sp>
        <p:nvSpPr>
          <p:cNvPr id="3" name="TextBox 2"/>
          <p:cNvSpPr txBox="1"/>
          <p:nvPr/>
        </p:nvSpPr>
        <p:spPr>
          <a:xfrm>
            <a:off x="179512" y="188640"/>
            <a:ext cx="619268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Pipelined Laundry Start Work ASAP</a:t>
            </a:r>
          </a:p>
        </p:txBody>
      </p:sp>
      <p:sp>
        <p:nvSpPr>
          <p:cNvPr id="4" name="TextBox 3"/>
          <p:cNvSpPr txBox="1"/>
          <p:nvPr/>
        </p:nvSpPr>
        <p:spPr>
          <a:xfrm>
            <a:off x="179512" y="5517232"/>
            <a:ext cx="820891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Takes only 3.5 </a:t>
            </a:r>
            <a:r>
              <a:rPr kumimoji="0" lang="en-US" sz="3200" b="0" i="0" u="none" strike="noStrike" kern="1200" cap="none" spc="0" normalizeH="0" baseline="0" noProof="0" dirty="0" err="1">
                <a:ln>
                  <a:noFill/>
                </a:ln>
                <a:solidFill>
                  <a:prstClr val="black"/>
                </a:solidFill>
                <a:effectLst/>
                <a:uLnTx/>
                <a:uFillTx/>
                <a:latin typeface="Calibri"/>
                <a:ea typeface="+mn-ea"/>
                <a:cs typeface="+mn-cs"/>
              </a:rPr>
              <a:t>Hrs</a:t>
            </a:r>
            <a:r>
              <a:rPr kumimoji="0" lang="en-US" sz="3200" b="0" i="0" u="none" strike="noStrike" kern="1200" cap="none" spc="0" normalizeH="0" baseline="0" noProof="0" dirty="0">
                <a:ln>
                  <a:noFill/>
                </a:ln>
                <a:solidFill>
                  <a:prstClr val="black"/>
                </a:solidFill>
                <a:effectLst/>
                <a:uLnTx/>
                <a:uFillTx/>
                <a:latin typeface="Calibri"/>
                <a:ea typeface="+mn-ea"/>
                <a:cs typeface="+mn-cs"/>
              </a:rPr>
              <a:t> </a:t>
            </a:r>
          </a:p>
        </p:txBody>
      </p:sp>
    </p:spTree>
    <p:extLst>
      <p:ext uri="{BB962C8B-B14F-4D97-AF65-F5344CB8AC3E}">
        <p14:creationId xmlns:p14="http://schemas.microsoft.com/office/powerpoint/2010/main" val="15237422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188640"/>
            <a:ext cx="619268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Pipelined Laundry Start Work ASAP</a:t>
            </a:r>
          </a:p>
        </p:txBody>
      </p:sp>
      <p:pic>
        <p:nvPicPr>
          <p:cNvPr id="3" name="Picture 2"/>
          <p:cNvPicPr>
            <a:picLocks noChangeAspect="1"/>
          </p:cNvPicPr>
          <p:nvPr/>
        </p:nvPicPr>
        <p:blipFill>
          <a:blip r:embed="rId2"/>
          <a:stretch>
            <a:fillRect/>
          </a:stretch>
        </p:blipFill>
        <p:spPr>
          <a:xfrm>
            <a:off x="467544" y="1306696"/>
            <a:ext cx="7992888" cy="4132908"/>
          </a:xfrm>
          <a:prstGeom prst="rect">
            <a:avLst/>
          </a:prstGeom>
        </p:spPr>
      </p:pic>
    </p:spTree>
    <p:extLst>
      <p:ext uri="{BB962C8B-B14F-4D97-AF65-F5344CB8AC3E}">
        <p14:creationId xmlns:p14="http://schemas.microsoft.com/office/powerpoint/2010/main" val="607824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0FF37-4337-4B71-B898-6A6BAC9C0E80}"/>
              </a:ext>
            </a:extLst>
          </p:cNvPr>
          <p:cNvSpPr>
            <a:spLocks noGrp="1"/>
          </p:cNvSpPr>
          <p:nvPr>
            <p:ph type="title"/>
          </p:nvPr>
        </p:nvSpPr>
        <p:spPr/>
        <p:txBody>
          <a:bodyPr/>
          <a:lstStyle/>
          <a:p>
            <a:r>
              <a:rPr lang="en-IN" sz="2800" b="0" dirty="0"/>
              <a:t>Additional Stages </a:t>
            </a:r>
          </a:p>
        </p:txBody>
      </p:sp>
      <p:sp>
        <p:nvSpPr>
          <p:cNvPr id="5" name="TextBox 4">
            <a:extLst>
              <a:ext uri="{FF2B5EF4-FFF2-40B4-BE49-F238E27FC236}">
                <a16:creationId xmlns:a16="http://schemas.microsoft.com/office/drawing/2014/main" id="{51DB37C2-FF4B-49DA-984C-F272BF15408A}"/>
              </a:ext>
            </a:extLst>
          </p:cNvPr>
          <p:cNvSpPr txBox="1"/>
          <p:nvPr/>
        </p:nvSpPr>
        <p:spPr>
          <a:xfrm>
            <a:off x="107504" y="1196752"/>
            <a:ext cx="4104456" cy="5027017"/>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Fetch instruction (FI) </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Read the next expected instruction into a buffer</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a:t>
            </a:r>
            <a:r>
              <a:rPr kumimoji="0" lang="en-IN" sz="1800" b="0" i="0" u="none" strike="noStrike" kern="1200" cap="none" spc="0" normalizeH="0" baseline="0" noProof="0" dirty="0">
                <a:ln>
                  <a:noFill/>
                </a:ln>
                <a:solidFill>
                  <a:srgbClr val="000000"/>
                </a:solidFill>
                <a:effectLst/>
                <a:uLnTx/>
                <a:uFillTx/>
                <a:latin typeface="Arial"/>
                <a:ea typeface="ＭＳ Ｐゴシック"/>
                <a:cs typeface="+mn-cs"/>
              </a:rPr>
              <a:t>Decode instruction (DI) </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IN" sz="1800" b="0" i="0" u="none" strike="noStrike" kern="1200" cap="none" spc="0" normalizeH="0" baseline="0" noProof="0" dirty="0">
                <a:ln>
                  <a:noFill/>
                </a:ln>
                <a:solidFill>
                  <a:srgbClr val="000000"/>
                </a:solidFill>
                <a:effectLst/>
                <a:uLnTx/>
                <a:uFillTx/>
                <a:latin typeface="Arial"/>
                <a:ea typeface="ＭＳ Ｐゴシック"/>
                <a:cs typeface="+mn-cs"/>
              </a:rPr>
              <a:t> </a:t>
            </a: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Determine the opcode and the operand specifiers</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a:t>
            </a:r>
            <a:r>
              <a:rPr kumimoji="0" lang="en-IN" sz="1800" b="0" i="0" u="none" strike="noStrike" kern="1200" cap="none" spc="0" normalizeH="0" baseline="0" noProof="0" dirty="0">
                <a:ln>
                  <a:noFill/>
                </a:ln>
                <a:solidFill>
                  <a:srgbClr val="000000"/>
                </a:solidFill>
                <a:effectLst/>
                <a:uLnTx/>
                <a:uFillTx/>
                <a:latin typeface="Arial"/>
                <a:ea typeface="ＭＳ Ｐゴシック"/>
                <a:cs typeface="+mn-cs"/>
              </a:rPr>
              <a:t>Calculate operands (CO)</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IN" sz="1800" b="0" i="0" u="none" strike="noStrike" kern="1200" cap="none" spc="0" normalizeH="0" baseline="0" noProof="0" dirty="0">
                <a:ln>
                  <a:noFill/>
                </a:ln>
                <a:solidFill>
                  <a:srgbClr val="000000"/>
                </a:solidFill>
                <a:effectLst/>
                <a:uLnTx/>
                <a:uFillTx/>
                <a:latin typeface="Arial"/>
                <a:ea typeface="ＭＳ Ｐゴシック"/>
                <a:cs typeface="+mn-cs"/>
              </a:rPr>
              <a:t> </a:t>
            </a: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Calculate the effective address of each source operand</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This may involve displacement, register indirect, indirect, or other forms of address calculation</a:t>
            </a:r>
            <a:endParaRPr kumimoji="0" lang="en-IN" sz="1800" b="0" i="0" u="none" strike="noStrike" kern="1200" cap="none" spc="0" normalizeH="0" baseline="0" noProof="0" dirty="0">
              <a:ln>
                <a:noFill/>
              </a:ln>
              <a:solidFill>
                <a:srgbClr val="000000"/>
              </a:solidFill>
              <a:effectLst/>
              <a:uLnTx/>
              <a:uFillTx/>
              <a:latin typeface="Arial"/>
              <a:ea typeface="ＭＳ Ｐゴシック"/>
              <a:cs typeface="+mn-cs"/>
            </a:endParaRPr>
          </a:p>
        </p:txBody>
      </p:sp>
      <p:sp>
        <p:nvSpPr>
          <p:cNvPr id="6" name="TextBox 5">
            <a:extLst>
              <a:ext uri="{FF2B5EF4-FFF2-40B4-BE49-F238E27FC236}">
                <a16:creationId xmlns:a16="http://schemas.microsoft.com/office/drawing/2014/main" id="{C509ACFD-D568-4FCB-8F04-2B7EE30A4915}"/>
              </a:ext>
            </a:extLst>
          </p:cNvPr>
          <p:cNvSpPr txBox="1"/>
          <p:nvPr/>
        </p:nvSpPr>
        <p:spPr>
          <a:xfrm>
            <a:off x="5004048" y="1027152"/>
            <a:ext cx="4032448" cy="5027017"/>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IN" sz="1800" b="0" i="0" u="none" strike="noStrike" kern="1200" cap="none" spc="0" normalizeH="0" baseline="0" noProof="0" dirty="0">
                <a:ln>
                  <a:noFill/>
                </a:ln>
                <a:solidFill>
                  <a:srgbClr val="000000"/>
                </a:solidFill>
                <a:effectLst/>
                <a:uLnTx/>
                <a:uFillTx/>
                <a:latin typeface="Arial"/>
                <a:ea typeface="ＭＳ Ｐゴシック"/>
                <a:cs typeface="+mn-cs"/>
              </a:rPr>
              <a:t>Fetch operands (FO)</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Fetch each operand from memory </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Operands in registers need not be fetched</a:t>
            </a:r>
            <a:r>
              <a:rPr kumimoji="0" lang="en-IN" sz="1800" b="0" i="0" u="none" strike="noStrike" kern="1200" cap="none" spc="0" normalizeH="0" baseline="0" noProof="0" dirty="0">
                <a:ln>
                  <a:noFill/>
                </a:ln>
                <a:solidFill>
                  <a:srgbClr val="000000"/>
                </a:solidFill>
                <a:effectLst/>
                <a:uLnTx/>
                <a:uFillTx/>
                <a:latin typeface="Arial"/>
                <a:ea typeface="ＭＳ Ｐゴシック"/>
                <a:cs typeface="+mn-cs"/>
              </a:rPr>
              <a:t> </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IN" sz="1800" b="0" i="0" u="none" strike="noStrike" kern="1200" cap="none" spc="0" normalizeH="0" baseline="0" noProof="0" dirty="0">
                <a:ln>
                  <a:noFill/>
                </a:ln>
                <a:solidFill>
                  <a:srgbClr val="000000"/>
                </a:solidFill>
                <a:effectLst/>
                <a:uLnTx/>
                <a:uFillTx/>
                <a:latin typeface="Arial"/>
                <a:ea typeface="ＭＳ Ｐゴシック"/>
                <a:cs typeface="+mn-cs"/>
              </a:rPr>
              <a:t> Execute instruction (EI)</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Perform the indicated operation and store the result, if any, in the specified destination operand location</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Write operand or write Back (WO/WB) </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Store the result in memory</a:t>
            </a:r>
            <a:endParaRPr kumimoji="0" lang="en-IN" sz="1800" b="0" i="0" u="none" strike="noStrike" kern="1200" cap="none" spc="0" normalizeH="0" baseline="0" noProof="0" dirty="0">
              <a:ln>
                <a:noFill/>
              </a:ln>
              <a:solidFill>
                <a:srgbClr val="000000"/>
              </a:solidFill>
              <a:effectLst/>
              <a:uLnTx/>
              <a:uFillTx/>
              <a:latin typeface="Arial"/>
              <a:ea typeface="ＭＳ Ｐゴシック"/>
              <a:cs typeface="+mn-cs"/>
            </a:endParaRPr>
          </a:p>
        </p:txBody>
      </p:sp>
    </p:spTree>
    <p:extLst>
      <p:ext uri="{BB962C8B-B14F-4D97-AF65-F5344CB8AC3E}">
        <p14:creationId xmlns:p14="http://schemas.microsoft.com/office/powerpoint/2010/main" val="17370445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9C4E3-2DCB-433E-B390-B5CEE24DE62A}"/>
              </a:ext>
            </a:extLst>
          </p:cNvPr>
          <p:cNvSpPr>
            <a:spLocks noGrp="1"/>
          </p:cNvSpPr>
          <p:nvPr>
            <p:ph type="title"/>
          </p:nvPr>
        </p:nvSpPr>
        <p:spPr/>
        <p:txBody>
          <a:bodyPr/>
          <a:lstStyle/>
          <a:p>
            <a:r>
              <a:rPr lang="en-US" sz="2400" b="0" dirty="0"/>
              <a:t>Timing Diagram for </a:t>
            </a:r>
            <a:br>
              <a:rPr lang="en-US" sz="2400" b="0" dirty="0"/>
            </a:br>
            <a:r>
              <a:rPr lang="en-US" sz="2400" b="0" dirty="0"/>
              <a:t>Instruction Pipeline Operation</a:t>
            </a:r>
            <a:endParaRPr lang="en-IN" sz="2400" b="0" dirty="0"/>
          </a:p>
        </p:txBody>
      </p:sp>
      <p:pic>
        <p:nvPicPr>
          <p:cNvPr id="3" name="Picture 8">
            <a:extLst>
              <a:ext uri="{FF2B5EF4-FFF2-40B4-BE49-F238E27FC236}">
                <a16:creationId xmlns:a16="http://schemas.microsoft.com/office/drawing/2014/main" id="{AD264B75-F0B9-4C1B-BF28-AFD73CA8BBD3}"/>
              </a:ext>
            </a:extLst>
          </p:cNvPr>
          <p:cNvPicPr>
            <a:picLocks noChangeAspect="1" noChangeArrowheads="1"/>
          </p:cNvPicPr>
          <p:nvPr/>
        </p:nvPicPr>
        <p:blipFill>
          <a:blip r:embed="rId2"/>
          <a:srcRect b="15907"/>
          <a:stretch>
            <a:fillRect/>
          </a:stretch>
        </p:blipFill>
        <p:spPr bwMode="auto">
          <a:xfrm>
            <a:off x="762000" y="1109663"/>
            <a:ext cx="7362825" cy="4833937"/>
          </a:xfrm>
          <a:prstGeom prst="rect">
            <a:avLst/>
          </a:prstGeom>
          <a:noFill/>
          <a:ln w="9525">
            <a:noFill/>
            <a:miter lim="800000"/>
            <a:headEnd/>
            <a:tailEnd/>
          </a:ln>
          <a:effectLst/>
        </p:spPr>
      </p:pic>
    </p:spTree>
    <p:extLst>
      <p:ext uri="{BB962C8B-B14F-4D97-AF65-F5344CB8AC3E}">
        <p14:creationId xmlns:p14="http://schemas.microsoft.com/office/powerpoint/2010/main" val="1953228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7504" y="188640"/>
            <a:ext cx="640871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Pipeline Throughput and Latency</a:t>
            </a:r>
          </a:p>
        </p:txBody>
      </p:sp>
      <p:pic>
        <p:nvPicPr>
          <p:cNvPr id="3" name="Picture 2"/>
          <p:cNvPicPr>
            <a:picLocks noChangeAspect="1"/>
          </p:cNvPicPr>
          <p:nvPr/>
        </p:nvPicPr>
        <p:blipFill>
          <a:blip r:embed="rId2"/>
          <a:stretch>
            <a:fillRect/>
          </a:stretch>
        </p:blipFill>
        <p:spPr>
          <a:xfrm>
            <a:off x="65663" y="1340768"/>
            <a:ext cx="8394769" cy="3873401"/>
          </a:xfrm>
          <a:prstGeom prst="rect">
            <a:avLst/>
          </a:prstGeom>
        </p:spPr>
      </p:pic>
    </p:spTree>
    <p:extLst>
      <p:ext uri="{BB962C8B-B14F-4D97-AF65-F5344CB8AC3E}">
        <p14:creationId xmlns:p14="http://schemas.microsoft.com/office/powerpoint/2010/main" val="16072051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7504" y="188640"/>
            <a:ext cx="640871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Pipeline Throughput and Latency</a:t>
            </a:r>
          </a:p>
        </p:txBody>
      </p:sp>
      <p:pic>
        <p:nvPicPr>
          <p:cNvPr id="3" name="Picture 2"/>
          <p:cNvPicPr>
            <a:picLocks noChangeAspect="1"/>
          </p:cNvPicPr>
          <p:nvPr/>
        </p:nvPicPr>
        <p:blipFill>
          <a:blip r:embed="rId2"/>
          <a:stretch>
            <a:fillRect/>
          </a:stretch>
        </p:blipFill>
        <p:spPr>
          <a:xfrm>
            <a:off x="107504" y="898964"/>
            <a:ext cx="8899874" cy="4055208"/>
          </a:xfrm>
          <a:prstGeom prst="rect">
            <a:avLst/>
          </a:prstGeom>
        </p:spPr>
      </p:pic>
    </p:spTree>
    <p:extLst>
      <p:ext uri="{BB962C8B-B14F-4D97-AF65-F5344CB8AC3E}">
        <p14:creationId xmlns:p14="http://schemas.microsoft.com/office/powerpoint/2010/main" val="108019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7504" y="188640"/>
            <a:ext cx="640871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Pipeline Throughput and Latency</a:t>
            </a:r>
          </a:p>
        </p:txBody>
      </p:sp>
      <p:pic>
        <p:nvPicPr>
          <p:cNvPr id="3" name="Picture 2"/>
          <p:cNvPicPr>
            <a:picLocks noChangeAspect="1"/>
          </p:cNvPicPr>
          <p:nvPr/>
        </p:nvPicPr>
        <p:blipFill>
          <a:blip r:embed="rId2"/>
          <a:stretch>
            <a:fillRect/>
          </a:stretch>
        </p:blipFill>
        <p:spPr>
          <a:xfrm>
            <a:off x="107504" y="898964"/>
            <a:ext cx="8899874" cy="4055208"/>
          </a:xfrm>
          <a:prstGeom prst="rect">
            <a:avLst/>
          </a:prstGeom>
        </p:spPr>
      </p:pic>
      <p:sp>
        <p:nvSpPr>
          <p:cNvPr id="4" name="TextBox 3"/>
          <p:cNvSpPr txBox="1"/>
          <p:nvPr/>
        </p:nvSpPr>
        <p:spPr>
          <a:xfrm>
            <a:off x="1547664" y="5157192"/>
            <a:ext cx="6408712"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 5ns+ 4ns+5ns+10ns+4ns= 28ns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Is it correct?</a:t>
            </a:r>
          </a:p>
        </p:txBody>
      </p:sp>
    </p:spTree>
    <p:extLst>
      <p:ext uri="{BB962C8B-B14F-4D97-AF65-F5344CB8AC3E}">
        <p14:creationId xmlns:p14="http://schemas.microsoft.com/office/powerpoint/2010/main" val="3005956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7504" y="188640"/>
            <a:ext cx="640871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Pipeline Throughput and Latency</a:t>
            </a:r>
          </a:p>
        </p:txBody>
      </p:sp>
      <p:pic>
        <p:nvPicPr>
          <p:cNvPr id="3" name="Picture 2"/>
          <p:cNvPicPr>
            <a:picLocks noChangeAspect="1"/>
          </p:cNvPicPr>
          <p:nvPr/>
        </p:nvPicPr>
        <p:blipFill>
          <a:blip r:embed="rId2"/>
          <a:stretch>
            <a:fillRect/>
          </a:stretch>
        </p:blipFill>
        <p:spPr>
          <a:xfrm>
            <a:off x="100602" y="1340768"/>
            <a:ext cx="8287822" cy="3390472"/>
          </a:xfrm>
          <a:prstGeom prst="rect">
            <a:avLst/>
          </a:prstGeom>
        </p:spPr>
      </p:pic>
    </p:spTree>
    <p:extLst>
      <p:ext uri="{BB962C8B-B14F-4D97-AF65-F5344CB8AC3E}">
        <p14:creationId xmlns:p14="http://schemas.microsoft.com/office/powerpoint/2010/main" val="16550187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7504" y="188640"/>
            <a:ext cx="640871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Pipeline Throughput and Latency</a:t>
            </a:r>
          </a:p>
        </p:txBody>
      </p:sp>
      <p:pic>
        <p:nvPicPr>
          <p:cNvPr id="3" name="Picture 2"/>
          <p:cNvPicPr>
            <a:picLocks noChangeAspect="1"/>
          </p:cNvPicPr>
          <p:nvPr/>
        </p:nvPicPr>
        <p:blipFill>
          <a:blip r:embed="rId2"/>
          <a:stretch>
            <a:fillRect/>
          </a:stretch>
        </p:blipFill>
        <p:spPr>
          <a:xfrm>
            <a:off x="100602" y="1340768"/>
            <a:ext cx="8287822" cy="3390472"/>
          </a:xfrm>
          <a:prstGeom prst="rect">
            <a:avLst/>
          </a:prstGeom>
        </p:spPr>
      </p:pic>
      <p:sp>
        <p:nvSpPr>
          <p:cNvPr id="4" name="TextBox 3"/>
          <p:cNvSpPr txBox="1"/>
          <p:nvPr/>
        </p:nvSpPr>
        <p:spPr>
          <a:xfrm>
            <a:off x="107504" y="4797152"/>
            <a:ext cx="7488832" cy="1815882"/>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This is an unbalanced pipeline</a:t>
            </a: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Solution</a:t>
            </a:r>
          </a:p>
          <a:p>
            <a:pPr marL="914400" marR="0" lvl="1"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 Make every state the same length</a:t>
            </a:r>
          </a:p>
          <a:p>
            <a:pPr marL="914400" marR="0" lvl="1"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Longest</a:t>
            </a:r>
          </a:p>
        </p:txBody>
      </p:sp>
    </p:spTree>
    <p:extLst>
      <p:ext uri="{BB962C8B-B14F-4D97-AF65-F5344CB8AC3E}">
        <p14:creationId xmlns:p14="http://schemas.microsoft.com/office/powerpoint/2010/main" val="3756116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7504" y="188640"/>
            <a:ext cx="640871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Pipeline Throughput and Latency</a:t>
            </a:r>
          </a:p>
        </p:txBody>
      </p:sp>
      <p:pic>
        <p:nvPicPr>
          <p:cNvPr id="3" name="Picture 2"/>
          <p:cNvPicPr>
            <a:picLocks noChangeAspect="1"/>
          </p:cNvPicPr>
          <p:nvPr/>
        </p:nvPicPr>
        <p:blipFill>
          <a:blip r:embed="rId2"/>
          <a:stretch>
            <a:fillRect/>
          </a:stretch>
        </p:blipFill>
        <p:spPr>
          <a:xfrm>
            <a:off x="107504" y="1340768"/>
            <a:ext cx="8607895" cy="3960440"/>
          </a:xfrm>
          <a:prstGeom prst="rect">
            <a:avLst/>
          </a:prstGeom>
        </p:spPr>
      </p:pic>
    </p:spTree>
    <p:extLst>
      <p:ext uri="{BB962C8B-B14F-4D97-AF65-F5344CB8AC3E}">
        <p14:creationId xmlns:p14="http://schemas.microsoft.com/office/powerpoint/2010/main" val="31998275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7504" y="188640"/>
            <a:ext cx="640871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Pipeline Throughput and Latency</a:t>
            </a:r>
          </a:p>
        </p:txBody>
      </p:sp>
      <p:pic>
        <p:nvPicPr>
          <p:cNvPr id="3" name="Picture 2"/>
          <p:cNvPicPr>
            <a:picLocks noChangeAspect="1"/>
          </p:cNvPicPr>
          <p:nvPr/>
        </p:nvPicPr>
        <p:blipFill>
          <a:blip r:embed="rId2"/>
          <a:stretch>
            <a:fillRect/>
          </a:stretch>
        </p:blipFill>
        <p:spPr>
          <a:xfrm>
            <a:off x="107504" y="1340768"/>
            <a:ext cx="8607895" cy="3960440"/>
          </a:xfrm>
          <a:prstGeom prst="rect">
            <a:avLst/>
          </a:prstGeom>
        </p:spPr>
      </p:pic>
      <p:sp>
        <p:nvSpPr>
          <p:cNvPr id="4" name="TextBox 3"/>
          <p:cNvSpPr txBox="1"/>
          <p:nvPr/>
        </p:nvSpPr>
        <p:spPr>
          <a:xfrm>
            <a:off x="107504" y="5445224"/>
            <a:ext cx="7200800"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L(I</a:t>
            </a:r>
            <a:r>
              <a:rPr kumimoji="0" lang="en-US" sz="2800" b="0" i="0" u="none" strike="noStrike" kern="1200" cap="none" spc="0" normalizeH="0" baseline="-25000" noProof="0" dirty="0">
                <a:ln>
                  <a:noFill/>
                </a:ln>
                <a:solidFill>
                  <a:prstClr val="black"/>
                </a:solidFill>
                <a:effectLst/>
                <a:uLnTx/>
                <a:uFillTx/>
                <a:latin typeface="Calibri"/>
                <a:ea typeface="+mn-ea"/>
                <a:cs typeface="+mn-cs"/>
              </a:rPr>
              <a:t>1</a:t>
            </a:r>
            <a:r>
              <a:rPr kumimoji="0" lang="en-US" sz="2800" b="0" i="0" u="none" strike="noStrike" kern="1200" cap="none" spc="0" normalizeH="0" baseline="0" noProof="0" dirty="0">
                <a:ln>
                  <a:noFill/>
                </a:ln>
                <a:solidFill>
                  <a:prstClr val="black"/>
                </a:solidFill>
                <a:effectLst/>
                <a:uLnTx/>
                <a:uFillTx/>
                <a:latin typeface="Calibri"/>
                <a:ea typeface="+mn-ea"/>
                <a:cs typeface="+mn-cs"/>
              </a:rPr>
              <a:t>)= L(I</a:t>
            </a:r>
            <a:r>
              <a:rPr kumimoji="0" lang="en-US" sz="2800" b="0" i="0" u="none" strike="noStrike" kern="1200" cap="none" spc="0" normalizeH="0" baseline="-25000" noProof="0" dirty="0">
                <a:ln>
                  <a:noFill/>
                </a:ln>
                <a:solidFill>
                  <a:prstClr val="black"/>
                </a:solidFill>
                <a:effectLst/>
                <a:uLnTx/>
                <a:uFillTx/>
                <a:latin typeface="Calibri"/>
                <a:ea typeface="+mn-ea"/>
                <a:cs typeface="+mn-cs"/>
              </a:rPr>
              <a:t>2</a:t>
            </a:r>
            <a:r>
              <a:rPr kumimoji="0" lang="en-US" sz="2800" b="0" i="0" u="none" strike="noStrike" kern="1200" cap="none" spc="0" normalizeH="0" baseline="0" noProof="0" dirty="0">
                <a:ln>
                  <a:noFill/>
                </a:ln>
                <a:solidFill>
                  <a:prstClr val="black"/>
                </a:solidFill>
                <a:effectLst/>
                <a:uLnTx/>
                <a:uFillTx/>
                <a:latin typeface="Calibri"/>
                <a:ea typeface="+mn-ea"/>
                <a:cs typeface="+mn-cs"/>
              </a:rPr>
              <a:t>)= L(I</a:t>
            </a:r>
            <a:r>
              <a:rPr kumimoji="0" lang="en-US" sz="2800" b="0" i="0" u="none" strike="noStrike" kern="1200" cap="none" spc="0" normalizeH="0" baseline="-25000" noProof="0" dirty="0">
                <a:ln>
                  <a:noFill/>
                </a:ln>
                <a:solidFill>
                  <a:prstClr val="black"/>
                </a:solidFill>
                <a:effectLst/>
                <a:uLnTx/>
                <a:uFillTx/>
                <a:latin typeface="Calibri"/>
                <a:ea typeface="+mn-ea"/>
                <a:cs typeface="+mn-cs"/>
              </a:rPr>
              <a:t>3</a:t>
            </a:r>
            <a:r>
              <a:rPr kumimoji="0" lang="en-US" sz="2800" b="0" i="0" u="none" strike="noStrike" kern="1200" cap="none" spc="0" normalizeH="0" baseline="0" noProof="0" dirty="0">
                <a:ln>
                  <a:noFill/>
                </a:ln>
                <a:solidFill>
                  <a:prstClr val="black"/>
                </a:solidFill>
                <a:effectLst/>
                <a:uLnTx/>
                <a:uFillTx/>
                <a:latin typeface="Calibri"/>
                <a:ea typeface="+mn-ea"/>
                <a:cs typeface="+mn-cs"/>
              </a:rPr>
              <a:t>)= L(I</a:t>
            </a:r>
            <a:r>
              <a:rPr kumimoji="0" lang="en-US" sz="2800" b="0" i="0" u="none" strike="noStrike" kern="1200" cap="none" spc="0" normalizeH="0" baseline="-25000" noProof="0" dirty="0">
                <a:ln>
                  <a:noFill/>
                </a:ln>
                <a:solidFill>
                  <a:prstClr val="black"/>
                </a:solidFill>
                <a:effectLst/>
                <a:uLnTx/>
                <a:uFillTx/>
                <a:latin typeface="Calibri"/>
                <a:ea typeface="+mn-ea"/>
                <a:cs typeface="+mn-cs"/>
              </a:rPr>
              <a:t>4</a:t>
            </a:r>
            <a:r>
              <a:rPr kumimoji="0" lang="en-US" sz="2800" b="0" i="0" u="none" strike="noStrike" kern="1200" cap="none" spc="0" normalizeH="0" baseline="0" noProof="0" dirty="0">
                <a:ln>
                  <a:noFill/>
                </a:ln>
                <a:solidFill>
                  <a:prstClr val="black"/>
                </a:solidFill>
                <a:effectLst/>
                <a:uLnTx/>
                <a:uFillTx/>
                <a:latin typeface="Calibri"/>
                <a:ea typeface="+mn-ea"/>
                <a:cs typeface="+mn-cs"/>
              </a:rPr>
              <a:t>)= 50</a:t>
            </a:r>
          </a:p>
        </p:txBody>
      </p:sp>
    </p:spTree>
    <p:extLst>
      <p:ext uri="{BB962C8B-B14F-4D97-AF65-F5344CB8AC3E}">
        <p14:creationId xmlns:p14="http://schemas.microsoft.com/office/powerpoint/2010/main" val="4569540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7504" y="188640"/>
            <a:ext cx="640871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Pipeline Throughput and Latency</a:t>
            </a:r>
          </a:p>
        </p:txBody>
      </p:sp>
      <p:pic>
        <p:nvPicPr>
          <p:cNvPr id="3" name="Picture 2"/>
          <p:cNvPicPr>
            <a:picLocks noChangeAspect="1"/>
          </p:cNvPicPr>
          <p:nvPr/>
        </p:nvPicPr>
        <p:blipFill>
          <a:blip r:embed="rId2"/>
          <a:stretch>
            <a:fillRect/>
          </a:stretch>
        </p:blipFill>
        <p:spPr>
          <a:xfrm>
            <a:off x="572161" y="1268760"/>
            <a:ext cx="7744255" cy="5071235"/>
          </a:xfrm>
          <a:prstGeom prst="rect">
            <a:avLst/>
          </a:prstGeom>
        </p:spPr>
      </p:pic>
    </p:spTree>
    <p:extLst>
      <p:ext uri="{BB962C8B-B14F-4D97-AF65-F5344CB8AC3E}">
        <p14:creationId xmlns:p14="http://schemas.microsoft.com/office/powerpoint/2010/main" val="35331400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7504" y="188640"/>
            <a:ext cx="640871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Pipeline Throughput and Latency</a:t>
            </a:r>
          </a:p>
        </p:txBody>
      </p:sp>
      <p:pic>
        <p:nvPicPr>
          <p:cNvPr id="3" name="Picture 2"/>
          <p:cNvPicPr>
            <a:picLocks noChangeAspect="1"/>
          </p:cNvPicPr>
          <p:nvPr/>
        </p:nvPicPr>
        <p:blipFill>
          <a:blip r:embed="rId2"/>
          <a:stretch>
            <a:fillRect/>
          </a:stretch>
        </p:blipFill>
        <p:spPr>
          <a:xfrm>
            <a:off x="323528" y="836712"/>
            <a:ext cx="7246321" cy="1224136"/>
          </a:xfrm>
          <a:prstGeom prst="rect">
            <a:avLst/>
          </a:prstGeom>
        </p:spPr>
      </p:pic>
      <p:pic>
        <p:nvPicPr>
          <p:cNvPr id="4" name="Picture 3"/>
          <p:cNvPicPr>
            <a:picLocks noChangeAspect="1"/>
          </p:cNvPicPr>
          <p:nvPr/>
        </p:nvPicPr>
        <p:blipFill>
          <a:blip r:embed="rId3"/>
          <a:stretch>
            <a:fillRect/>
          </a:stretch>
        </p:blipFill>
        <p:spPr>
          <a:xfrm>
            <a:off x="755576" y="2083230"/>
            <a:ext cx="8064896" cy="4471382"/>
          </a:xfrm>
          <a:prstGeom prst="rect">
            <a:avLst/>
          </a:prstGeom>
        </p:spPr>
      </p:pic>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074AA43A-A4EC-4519-BCE4-11F4B11309E6}"/>
                  </a:ext>
                </a:extLst>
              </p14:cNvPr>
              <p14:cNvContentPartPr/>
              <p14:nvPr/>
            </p14:nvContentPartPr>
            <p14:xfrm>
              <a:off x="2592083" y="4195108"/>
              <a:ext cx="28080" cy="27720"/>
            </p14:xfrm>
          </p:contentPart>
        </mc:Choice>
        <mc:Fallback xmlns="">
          <p:pic>
            <p:nvPicPr>
              <p:cNvPr id="11" name="Ink 10">
                <a:extLst>
                  <a:ext uri="{FF2B5EF4-FFF2-40B4-BE49-F238E27FC236}">
                    <a16:creationId xmlns:a16="http://schemas.microsoft.com/office/drawing/2014/main" id="{074AA43A-A4EC-4519-BCE4-11F4B11309E6}"/>
                  </a:ext>
                </a:extLst>
              </p:cNvPr>
              <p:cNvPicPr/>
              <p:nvPr/>
            </p:nvPicPr>
            <p:blipFill>
              <a:blip r:embed="rId5"/>
              <a:stretch>
                <a:fillRect/>
              </a:stretch>
            </p:blipFill>
            <p:spPr>
              <a:xfrm>
                <a:off x="2583443" y="4186108"/>
                <a:ext cx="45720" cy="45360"/>
              </a:xfrm>
              <a:prstGeom prst="rect">
                <a:avLst/>
              </a:prstGeom>
            </p:spPr>
          </p:pic>
        </mc:Fallback>
      </mc:AlternateContent>
    </p:spTree>
    <p:extLst>
      <p:ext uri="{BB962C8B-B14F-4D97-AF65-F5344CB8AC3E}">
        <p14:creationId xmlns:p14="http://schemas.microsoft.com/office/powerpoint/2010/main" val="27749095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7504" y="188640"/>
            <a:ext cx="640871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Pipeline Throughput and Latency</a:t>
            </a:r>
          </a:p>
        </p:txBody>
      </p:sp>
      <p:pic>
        <p:nvPicPr>
          <p:cNvPr id="4" name="Picture 3"/>
          <p:cNvPicPr>
            <a:picLocks noChangeAspect="1"/>
          </p:cNvPicPr>
          <p:nvPr/>
        </p:nvPicPr>
        <p:blipFill>
          <a:blip r:embed="rId2"/>
          <a:stretch>
            <a:fillRect/>
          </a:stretch>
        </p:blipFill>
        <p:spPr>
          <a:xfrm>
            <a:off x="395536" y="908720"/>
            <a:ext cx="7815638" cy="1224136"/>
          </a:xfrm>
          <a:prstGeom prst="rect">
            <a:avLst/>
          </a:prstGeom>
        </p:spPr>
      </p:pic>
      <p:pic>
        <p:nvPicPr>
          <p:cNvPr id="6" name="Picture 5"/>
          <p:cNvPicPr>
            <a:picLocks noChangeAspect="1"/>
          </p:cNvPicPr>
          <p:nvPr/>
        </p:nvPicPr>
        <p:blipFill>
          <a:blip r:embed="rId3"/>
          <a:stretch>
            <a:fillRect/>
          </a:stretch>
        </p:blipFill>
        <p:spPr>
          <a:xfrm>
            <a:off x="251520" y="2329716"/>
            <a:ext cx="8453083" cy="2688662"/>
          </a:xfrm>
          <a:prstGeom prst="rect">
            <a:avLst/>
          </a:prstGeom>
        </p:spPr>
      </p:pic>
    </p:spTree>
    <p:extLst>
      <p:ext uri="{BB962C8B-B14F-4D97-AF65-F5344CB8AC3E}">
        <p14:creationId xmlns:p14="http://schemas.microsoft.com/office/powerpoint/2010/main" val="26783107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7504" y="188640"/>
            <a:ext cx="640871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Pipeline Throughput and Latency</a:t>
            </a:r>
          </a:p>
        </p:txBody>
      </p:sp>
      <p:pic>
        <p:nvPicPr>
          <p:cNvPr id="4" name="Picture 3"/>
          <p:cNvPicPr>
            <a:picLocks noChangeAspect="1"/>
          </p:cNvPicPr>
          <p:nvPr/>
        </p:nvPicPr>
        <p:blipFill>
          <a:blip r:embed="rId2"/>
          <a:stretch>
            <a:fillRect/>
          </a:stretch>
        </p:blipFill>
        <p:spPr>
          <a:xfrm>
            <a:off x="395536" y="908720"/>
            <a:ext cx="7815638" cy="1224136"/>
          </a:xfrm>
          <a:prstGeom prst="rect">
            <a:avLst/>
          </a:prstGeom>
        </p:spPr>
      </p:pic>
      <p:pic>
        <p:nvPicPr>
          <p:cNvPr id="6" name="Picture 5"/>
          <p:cNvPicPr>
            <a:picLocks noChangeAspect="1"/>
          </p:cNvPicPr>
          <p:nvPr/>
        </p:nvPicPr>
        <p:blipFill>
          <a:blip r:embed="rId3"/>
          <a:stretch>
            <a:fillRect/>
          </a:stretch>
        </p:blipFill>
        <p:spPr>
          <a:xfrm>
            <a:off x="251520" y="2329716"/>
            <a:ext cx="8453083" cy="2688662"/>
          </a:xfrm>
          <a:prstGeom prst="rect">
            <a:avLst/>
          </a:prstGeom>
        </p:spPr>
      </p:pic>
      <p:sp>
        <p:nvSpPr>
          <p:cNvPr id="3" name="TextBox 2"/>
          <p:cNvSpPr txBox="1"/>
          <p:nvPr/>
        </p:nvSpPr>
        <p:spPr>
          <a:xfrm>
            <a:off x="395536" y="5373216"/>
            <a:ext cx="8424936"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The latency of a single Instruction 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L= 6 X 5ns= 30ns</a:t>
            </a:r>
          </a:p>
        </p:txBody>
      </p:sp>
    </p:spTree>
    <p:extLst>
      <p:ext uri="{BB962C8B-B14F-4D97-AF65-F5344CB8AC3E}">
        <p14:creationId xmlns:p14="http://schemas.microsoft.com/office/powerpoint/2010/main" val="34783138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7504" y="188640"/>
            <a:ext cx="640871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Pipeline Throughput and Latency</a:t>
            </a:r>
          </a:p>
        </p:txBody>
      </p:sp>
      <p:pic>
        <p:nvPicPr>
          <p:cNvPr id="4" name="Picture 3"/>
          <p:cNvPicPr>
            <a:picLocks noChangeAspect="1"/>
          </p:cNvPicPr>
          <p:nvPr/>
        </p:nvPicPr>
        <p:blipFill>
          <a:blip r:embed="rId2"/>
          <a:stretch>
            <a:fillRect/>
          </a:stretch>
        </p:blipFill>
        <p:spPr>
          <a:xfrm>
            <a:off x="395536" y="908720"/>
            <a:ext cx="7815638" cy="1224136"/>
          </a:xfrm>
          <a:prstGeom prst="rect">
            <a:avLst/>
          </a:prstGeom>
        </p:spPr>
      </p:pic>
      <p:pic>
        <p:nvPicPr>
          <p:cNvPr id="3" name="Picture 2"/>
          <p:cNvPicPr>
            <a:picLocks noChangeAspect="1"/>
          </p:cNvPicPr>
          <p:nvPr/>
        </p:nvPicPr>
        <p:blipFill>
          <a:blip r:embed="rId3"/>
          <a:stretch>
            <a:fillRect/>
          </a:stretch>
        </p:blipFill>
        <p:spPr>
          <a:xfrm>
            <a:off x="412042" y="2346900"/>
            <a:ext cx="8158119" cy="3109690"/>
          </a:xfrm>
          <a:prstGeom prst="rect">
            <a:avLst/>
          </a:prstGeom>
        </p:spPr>
      </p:pic>
    </p:spTree>
    <p:extLst>
      <p:ext uri="{BB962C8B-B14F-4D97-AF65-F5344CB8AC3E}">
        <p14:creationId xmlns:p14="http://schemas.microsoft.com/office/powerpoint/2010/main" val="231405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681658"/>
            <a:ext cx="9144000" cy="35394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Calibri"/>
                <a:ea typeface="+mn-ea"/>
                <a:cs typeface="+mn-cs"/>
              </a:rPr>
              <a:t>Speed-up S(n)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Consider the execution of m tasks (instructions) using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n-stages (units) pipeline. As can be seen, n + m - 1 time units are required</a:t>
            </a:r>
            <a:r>
              <a:rPr kumimoji="0" lang="en-US" sz="3200" b="1" i="0" u="none" strike="noStrike" kern="1200" cap="none" spc="0" normalizeH="0" baseline="0" noProof="0" dirty="0">
                <a:ln>
                  <a:noFill/>
                </a:ln>
                <a:solidFill>
                  <a:prstClr val="black"/>
                </a:solidFill>
                <a:effectLst/>
                <a:uLnTx/>
                <a:uFillTx/>
                <a:latin typeface="Calibri"/>
                <a:ea typeface="+mn-ea"/>
                <a:cs typeface="+mn-cs"/>
              </a:rPr>
              <a:t> </a:t>
            </a:r>
            <a:r>
              <a:rPr kumimoji="0" lang="en-US" sz="3200" b="0" i="0" u="none" strike="noStrike" kern="1200" cap="none" spc="0" normalizeH="0" baseline="0" noProof="0" dirty="0">
                <a:ln>
                  <a:noFill/>
                </a:ln>
                <a:solidFill>
                  <a:prstClr val="black"/>
                </a:solidFill>
                <a:effectLst/>
                <a:uLnTx/>
                <a:uFillTx/>
                <a:latin typeface="Calibri"/>
                <a:ea typeface="+mn-ea"/>
                <a:cs typeface="+mn-cs"/>
              </a:rPr>
              <a:t>to complete m tasks.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Speed-up S(n)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5"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2937073" y="3068960"/>
            <a:ext cx="5667375" cy="676275"/>
          </a:xfrm>
          <a:prstGeom prst="rect">
            <a:avLst/>
          </a:prstGeom>
          <a:noFill/>
        </p:spPr>
      </p:pic>
      <p:pic>
        <p:nvPicPr>
          <p:cNvPr id="6" name="Picture 4"/>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3189734" y="4119735"/>
            <a:ext cx="2030338" cy="874607"/>
          </a:xfrm>
          <a:prstGeom prst="rect">
            <a:avLst/>
          </a:prstGeom>
          <a:noFill/>
        </p:spPr>
      </p:pic>
      <p:pic>
        <p:nvPicPr>
          <p:cNvPr id="7" name="Picture 10"/>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305222" y="5629940"/>
            <a:ext cx="2232248" cy="679380"/>
          </a:xfrm>
          <a:prstGeom prst="rect">
            <a:avLst/>
          </a:prstGeom>
          <a:noFill/>
        </p:spPr>
      </p:pic>
      <p:sp>
        <p:nvSpPr>
          <p:cNvPr id="8" name="TextBox 7"/>
          <p:cNvSpPr txBox="1"/>
          <p:nvPr/>
        </p:nvSpPr>
        <p:spPr>
          <a:xfrm>
            <a:off x="3203848" y="5229200"/>
            <a:ext cx="5760640" cy="15081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(i:e: n-fold increase in speed is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 theoretically possible)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412498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3CACE-A580-4366-9087-013469C8BAA8}"/>
              </a:ext>
            </a:extLst>
          </p:cNvPr>
          <p:cNvSpPr>
            <a:spLocks noGrp="1"/>
          </p:cNvSpPr>
          <p:nvPr>
            <p:ph type="title"/>
          </p:nvPr>
        </p:nvSpPr>
        <p:spPr>
          <a:xfrm>
            <a:off x="122238" y="116632"/>
            <a:ext cx="4449762" cy="504354"/>
          </a:xfrm>
        </p:spPr>
        <p:txBody>
          <a:bodyPr/>
          <a:lstStyle/>
          <a:p>
            <a:r>
              <a:rPr lang="en-US" sz="2800" b="0" kern="1200" dirty="0">
                <a:solidFill>
                  <a:prstClr val="black"/>
                </a:solidFill>
                <a:latin typeface="Calibri"/>
              </a:rPr>
              <a:t>Speed-up S(n)</a:t>
            </a:r>
            <a:endParaRPr lang="en-IN" sz="2800" b="0" dirty="0"/>
          </a:p>
        </p:txBody>
      </p:sp>
      <p:pic>
        <p:nvPicPr>
          <p:cNvPr id="3" name="Picture 4">
            <a:extLst>
              <a:ext uri="{FF2B5EF4-FFF2-40B4-BE49-F238E27FC236}">
                <a16:creationId xmlns:a16="http://schemas.microsoft.com/office/drawing/2014/main" id="{E529CFB4-5570-4ED5-87E7-1E0D911AB032}"/>
              </a:ext>
            </a:extLst>
          </p:cNvPr>
          <p:cNvPicPr>
            <a:picLocks noChangeAspect="1" noChangeArrowheads="1"/>
          </p:cNvPicPr>
          <p:nvPr/>
        </p:nvPicPr>
        <p:blipFill>
          <a:blip r:embed="rId2"/>
          <a:srcRect l="9227" t="4471" r="10632" b="12059"/>
          <a:stretch>
            <a:fillRect/>
          </a:stretch>
        </p:blipFill>
        <p:spPr bwMode="auto">
          <a:xfrm>
            <a:off x="4067175" y="0"/>
            <a:ext cx="5076825" cy="6858000"/>
          </a:xfrm>
          <a:prstGeom prst="rect">
            <a:avLst/>
          </a:prstGeom>
          <a:noFill/>
          <a:ln w="9525">
            <a:noFill/>
            <a:miter lim="800000"/>
            <a:headEnd/>
            <a:tailEnd/>
          </a:ln>
          <a:effectLst/>
        </p:spPr>
      </p:pic>
      <p:sp>
        <p:nvSpPr>
          <p:cNvPr id="4" name="Rectangle 3">
            <a:extLst>
              <a:ext uri="{FF2B5EF4-FFF2-40B4-BE49-F238E27FC236}">
                <a16:creationId xmlns:a16="http://schemas.microsoft.com/office/drawing/2014/main" id="{71D0824E-0903-4BBE-985D-BB79AE70E8F8}"/>
              </a:ext>
            </a:extLst>
          </p:cNvPr>
          <p:cNvSpPr/>
          <p:nvPr/>
        </p:nvSpPr>
        <p:spPr>
          <a:xfrm>
            <a:off x="359271" y="1052736"/>
            <a:ext cx="3707904" cy="4196020"/>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the larger the number of pipeline stages, the greater the potential for speedup.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However, as a practical matter, the potential gains of additional pipeline stages are countered by increases in cost, delays between stages, and the fact that branches will be encountered requiring the flushing of the pipeline</a:t>
            </a:r>
            <a:endParaRPr kumimoji="0" lang="en-IN" sz="1800" b="0" i="0" u="none" strike="noStrike" kern="1200" cap="none" spc="0" normalizeH="0" baseline="0" noProof="0" dirty="0">
              <a:ln>
                <a:noFill/>
              </a:ln>
              <a:solidFill>
                <a:srgbClr val="000000"/>
              </a:solidFill>
              <a:effectLst/>
              <a:uLnTx/>
              <a:uFillTx/>
              <a:latin typeface="Arial"/>
              <a:ea typeface="ＭＳ Ｐゴシック"/>
              <a:cs typeface="+mn-cs"/>
            </a:endParaRPr>
          </a:p>
        </p:txBody>
      </p:sp>
    </p:spTree>
    <p:extLst>
      <p:ext uri="{BB962C8B-B14F-4D97-AF65-F5344CB8AC3E}">
        <p14:creationId xmlns:p14="http://schemas.microsoft.com/office/powerpoint/2010/main" val="5079945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7504" y="188640"/>
            <a:ext cx="6408712"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Pipeline Throughput and Latency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Throughput U(n)</a:t>
            </a:r>
          </a:p>
        </p:txBody>
      </p:sp>
      <p:pic>
        <p:nvPicPr>
          <p:cNvPr id="3" name="Picture 2"/>
          <p:cNvPicPr>
            <a:picLocks noChangeAspect="1"/>
          </p:cNvPicPr>
          <p:nvPr/>
        </p:nvPicPr>
        <p:blipFill>
          <a:blip r:embed="rId2"/>
          <a:stretch>
            <a:fillRect/>
          </a:stretch>
        </p:blipFill>
        <p:spPr>
          <a:xfrm>
            <a:off x="395536" y="1124744"/>
            <a:ext cx="7815638" cy="1224136"/>
          </a:xfrm>
          <a:prstGeom prst="rect">
            <a:avLst/>
          </a:prstGeom>
        </p:spPr>
      </p:pic>
      <p:pic>
        <p:nvPicPr>
          <p:cNvPr id="4" name="Picture 3"/>
          <p:cNvPicPr>
            <a:picLocks noChangeAspect="1"/>
          </p:cNvPicPr>
          <p:nvPr/>
        </p:nvPicPr>
        <p:blipFill>
          <a:blip r:embed="rId3"/>
          <a:stretch>
            <a:fillRect/>
          </a:stretch>
        </p:blipFill>
        <p:spPr>
          <a:xfrm>
            <a:off x="410813" y="2492896"/>
            <a:ext cx="7800361" cy="3338290"/>
          </a:xfrm>
          <a:prstGeom prst="rect">
            <a:avLst/>
          </a:prstGeom>
        </p:spPr>
      </p:pic>
    </p:spTree>
    <p:extLst>
      <p:ext uri="{BB962C8B-B14F-4D97-AF65-F5344CB8AC3E}">
        <p14:creationId xmlns:p14="http://schemas.microsoft.com/office/powerpoint/2010/main" val="11104081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7504" y="188640"/>
            <a:ext cx="6408712"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Pipeline Throughput and Latency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Throughput U(n)</a:t>
            </a:r>
          </a:p>
        </p:txBody>
      </p:sp>
      <p:pic>
        <p:nvPicPr>
          <p:cNvPr id="3" name="Picture 2"/>
          <p:cNvPicPr>
            <a:picLocks noChangeAspect="1"/>
          </p:cNvPicPr>
          <p:nvPr/>
        </p:nvPicPr>
        <p:blipFill>
          <a:blip r:embed="rId2"/>
          <a:stretch>
            <a:fillRect/>
          </a:stretch>
        </p:blipFill>
        <p:spPr>
          <a:xfrm>
            <a:off x="395536" y="1124744"/>
            <a:ext cx="7815638" cy="1224136"/>
          </a:xfrm>
          <a:prstGeom prst="rect">
            <a:avLst/>
          </a:prstGeom>
        </p:spPr>
      </p:pic>
      <p:pic>
        <p:nvPicPr>
          <p:cNvPr id="4" name="Picture 3"/>
          <p:cNvPicPr>
            <a:picLocks noChangeAspect="1"/>
          </p:cNvPicPr>
          <p:nvPr/>
        </p:nvPicPr>
        <p:blipFill>
          <a:blip r:embed="rId3"/>
          <a:stretch>
            <a:fillRect/>
          </a:stretch>
        </p:blipFill>
        <p:spPr>
          <a:xfrm>
            <a:off x="611560" y="2492896"/>
            <a:ext cx="7768474" cy="3672408"/>
          </a:xfrm>
          <a:prstGeom prst="rect">
            <a:avLst/>
          </a:prstGeom>
        </p:spPr>
      </p:pic>
    </p:spTree>
    <p:extLst>
      <p:ext uri="{BB962C8B-B14F-4D97-AF65-F5344CB8AC3E}">
        <p14:creationId xmlns:p14="http://schemas.microsoft.com/office/powerpoint/2010/main" val="27766707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7504" y="188640"/>
            <a:ext cx="640871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prstClr val="black"/>
                </a:solidFill>
                <a:effectLst/>
                <a:uLnTx/>
                <a:uFillTx/>
                <a:latin typeface="Calibri"/>
                <a:ea typeface="SimSun" panose="02010600030101010101" pitchFamily="2" charset="-122"/>
                <a:cs typeface="+mn-cs"/>
              </a:rPr>
              <a:t>Traditional Pipeline Concept</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3" name="Picture 2"/>
          <p:cNvPicPr>
            <a:picLocks noChangeAspect="1"/>
          </p:cNvPicPr>
          <p:nvPr/>
        </p:nvPicPr>
        <p:blipFill>
          <a:blip r:embed="rId2"/>
          <a:stretch>
            <a:fillRect/>
          </a:stretch>
        </p:blipFill>
        <p:spPr>
          <a:xfrm>
            <a:off x="35496" y="1340768"/>
            <a:ext cx="3456384" cy="3312368"/>
          </a:xfrm>
          <a:prstGeom prst="rect">
            <a:avLst/>
          </a:prstGeom>
        </p:spPr>
      </p:pic>
      <p:sp>
        <p:nvSpPr>
          <p:cNvPr id="5" name="Rectangle 3"/>
          <p:cNvSpPr txBox="1">
            <a:spLocks noChangeArrowheads="1"/>
          </p:cNvSpPr>
          <p:nvPr/>
        </p:nvSpPr>
        <p:spPr>
          <a:xfrm>
            <a:off x="3491880" y="1262285"/>
            <a:ext cx="5643785" cy="4398963"/>
          </a:xfrm>
          <a:prstGeom prst="rect">
            <a:avLst/>
          </a:prstGeom>
        </p:spPr>
        <p:txBody>
          <a:bodyPr vert="horz" lIns="63360" tIns="25560" rIns="63360" bIns="25560" rtlCol="0">
            <a:no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marR="0" lvl="0" indent="-457200" algn="l" defTabSz="449263" rtl="0" eaLnBrk="1" fontAlgn="auto" latinLnBrk="0" hangingPunct="1">
              <a:lnSpc>
                <a:spcPct val="100000"/>
              </a:lnSpc>
              <a:spcBef>
                <a:spcPct val="20000"/>
              </a:spcBef>
              <a:spcAft>
                <a:spcPts val="0"/>
              </a:spcAft>
              <a:buClr>
                <a:srgbClr val="101141"/>
              </a:buClr>
              <a:buSzTx/>
              <a:buFont typeface="+mj-lt"/>
              <a:buAutoNum type="arabicPeriod"/>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GB"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Pipelining doesn’t help latency of single task, it helps throughput of entire workload</a:t>
            </a:r>
          </a:p>
          <a:p>
            <a:pPr marL="457200" marR="0" lvl="0" indent="-457200" algn="l" defTabSz="449263" rtl="0" eaLnBrk="1" fontAlgn="auto" latinLnBrk="0" hangingPunct="1">
              <a:lnSpc>
                <a:spcPct val="100000"/>
              </a:lnSpc>
              <a:spcBef>
                <a:spcPct val="20000"/>
              </a:spcBef>
              <a:spcAft>
                <a:spcPts val="0"/>
              </a:spcAft>
              <a:buClr>
                <a:srgbClr val="101141"/>
              </a:buClr>
              <a:buSzTx/>
              <a:buFont typeface="+mj-lt"/>
              <a:buAutoNum type="arabicPeriod"/>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GB"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Pipeline rate limited by slowest pipeline stage</a:t>
            </a:r>
          </a:p>
          <a:p>
            <a:pPr marL="457200" marR="0" lvl="0" indent="-457200" algn="l" defTabSz="449263" rtl="0" eaLnBrk="1" fontAlgn="auto" latinLnBrk="0" hangingPunct="1">
              <a:lnSpc>
                <a:spcPct val="100000"/>
              </a:lnSpc>
              <a:spcBef>
                <a:spcPct val="20000"/>
              </a:spcBef>
              <a:spcAft>
                <a:spcPts val="0"/>
              </a:spcAft>
              <a:buClr>
                <a:srgbClr val="101141"/>
              </a:buClr>
              <a:buSzTx/>
              <a:buFont typeface="+mj-lt"/>
              <a:buAutoNum type="arabicPeriod"/>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GB"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Multiple tasks operating simultaneously using different resources</a:t>
            </a:r>
          </a:p>
          <a:p>
            <a:pPr marL="457200" marR="0" lvl="0" indent="-457200" algn="l" defTabSz="449263" rtl="0" eaLnBrk="1" fontAlgn="auto" latinLnBrk="0" hangingPunct="1">
              <a:lnSpc>
                <a:spcPct val="100000"/>
              </a:lnSpc>
              <a:spcBef>
                <a:spcPct val="20000"/>
              </a:spcBef>
              <a:spcAft>
                <a:spcPts val="0"/>
              </a:spcAft>
              <a:buClr>
                <a:srgbClr val="101141"/>
              </a:buClr>
              <a:buSzTx/>
              <a:buFont typeface="+mj-lt"/>
              <a:buAutoNum type="arabicPeriod"/>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GB"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Potential speedup = Number pipe stages </a:t>
            </a:r>
          </a:p>
          <a:p>
            <a:pPr marL="457200" marR="0" lvl="0" indent="-457200" algn="l" defTabSz="449263" rtl="0" eaLnBrk="1" fontAlgn="auto" latinLnBrk="0" hangingPunct="1">
              <a:lnSpc>
                <a:spcPct val="100000"/>
              </a:lnSpc>
              <a:spcBef>
                <a:spcPct val="20000"/>
              </a:spcBef>
              <a:spcAft>
                <a:spcPts val="0"/>
              </a:spcAft>
              <a:buClr>
                <a:srgbClr val="101141"/>
              </a:buClr>
              <a:buSzTx/>
              <a:buFont typeface="+mj-lt"/>
              <a:buAutoNum type="arabicPeriod"/>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GB"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Unbalanced lengths of pipe stages reduces speedup</a:t>
            </a:r>
          </a:p>
          <a:p>
            <a:pPr marL="457200" marR="0" lvl="0" indent="-457200" algn="l" defTabSz="449263" rtl="0" eaLnBrk="1" fontAlgn="auto" latinLnBrk="0" hangingPunct="1">
              <a:lnSpc>
                <a:spcPct val="100000"/>
              </a:lnSpc>
              <a:spcBef>
                <a:spcPct val="20000"/>
              </a:spcBef>
              <a:spcAft>
                <a:spcPts val="0"/>
              </a:spcAft>
              <a:buClr>
                <a:srgbClr val="101141"/>
              </a:buClr>
              <a:buSzTx/>
              <a:buFont typeface="+mj-lt"/>
              <a:buAutoNum type="arabicPeriod"/>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GB"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Time to “fill” pipeline and time to “drain” it reduces speedup</a:t>
            </a:r>
          </a:p>
          <a:p>
            <a:pPr marL="457200" marR="0" lvl="0" indent="-457200" algn="l" defTabSz="449263" rtl="0" eaLnBrk="1" fontAlgn="auto" latinLnBrk="0" hangingPunct="1">
              <a:lnSpc>
                <a:spcPct val="100000"/>
              </a:lnSpc>
              <a:spcBef>
                <a:spcPct val="20000"/>
              </a:spcBef>
              <a:spcAft>
                <a:spcPts val="0"/>
              </a:spcAft>
              <a:buClr>
                <a:srgbClr val="101141"/>
              </a:buClr>
              <a:buSzTx/>
              <a:buFont typeface="+mj-lt"/>
              <a:buAutoNum type="arabicPeriod"/>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GB"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Stall for Dependences</a:t>
            </a:r>
          </a:p>
        </p:txBody>
      </p:sp>
    </p:spTree>
    <p:extLst>
      <p:ext uri="{BB962C8B-B14F-4D97-AF65-F5344CB8AC3E}">
        <p14:creationId xmlns:p14="http://schemas.microsoft.com/office/powerpoint/2010/main" val="1885247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7504" y="260648"/>
            <a:ext cx="619268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prstClr val="black"/>
                </a:solidFill>
                <a:effectLst/>
                <a:uLnTx/>
                <a:uFillTx/>
                <a:latin typeface="Calibri"/>
                <a:ea typeface="SimSun" panose="02010600030101010101" pitchFamily="2" charset="-122"/>
                <a:cs typeface="+mn-cs"/>
              </a:rPr>
              <a:t>Role of Cache Memory</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Rectangle 3"/>
          <p:cNvSpPr txBox="1">
            <a:spLocks noChangeArrowheads="1"/>
          </p:cNvSpPr>
          <p:nvPr/>
        </p:nvSpPr>
        <p:spPr>
          <a:xfrm>
            <a:off x="457200" y="1556792"/>
            <a:ext cx="8229600" cy="4411662"/>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marR="0" lvl="0" indent="-457200" algn="l" defTabSz="914400" rtl="0" eaLnBrk="1" fontAlgn="auto" latinLnBrk="0" hangingPunct="1">
              <a:lnSpc>
                <a:spcPct val="100000"/>
              </a:lnSpc>
              <a:spcBef>
                <a:spcPct val="20000"/>
              </a:spcBef>
              <a:spcAft>
                <a:spcPts val="0"/>
              </a:spcAft>
              <a:buClr>
                <a:srgbClr val="101141"/>
              </a:buClr>
              <a:buSzTx/>
              <a:buFont typeface="Wingdings" panose="05000000000000000000" pitchFamily="2" charset="2"/>
              <a:buChar char="q"/>
              <a:tabLst/>
              <a:defRPr/>
            </a:pPr>
            <a:r>
              <a:rPr kumimoji="0" lang="en-US" altLang="zh-CN" sz="2600" b="0" i="0" u="none" strike="noStrike" kern="1200" cap="none" spc="0" normalizeH="0" baseline="0" noProof="0" dirty="0">
                <a:ln>
                  <a:noFill/>
                </a:ln>
                <a:solidFill>
                  <a:prstClr val="black"/>
                </a:solidFill>
                <a:effectLst/>
                <a:uLnTx/>
                <a:uFillTx/>
                <a:latin typeface="Arial" pitchFamily="34" charset="0"/>
                <a:ea typeface="SimSun" panose="02010600030101010101" pitchFamily="2" charset="-122"/>
                <a:cs typeface="Arial" pitchFamily="34" charset="0"/>
              </a:rPr>
              <a:t>Each pipeline stage is expected to complete in one clock cycle.</a:t>
            </a:r>
          </a:p>
          <a:p>
            <a:pPr marL="457200" marR="0" lvl="0" indent="-457200" algn="l" defTabSz="914400" rtl="0" eaLnBrk="1" fontAlgn="auto" latinLnBrk="0" hangingPunct="1">
              <a:lnSpc>
                <a:spcPct val="100000"/>
              </a:lnSpc>
              <a:spcBef>
                <a:spcPct val="20000"/>
              </a:spcBef>
              <a:spcAft>
                <a:spcPts val="0"/>
              </a:spcAft>
              <a:buClr>
                <a:srgbClr val="101141"/>
              </a:buClr>
              <a:buSzTx/>
              <a:buFont typeface="Wingdings" panose="05000000000000000000" pitchFamily="2" charset="2"/>
              <a:buChar char="q"/>
              <a:tabLst/>
              <a:defRPr/>
            </a:pPr>
            <a:r>
              <a:rPr kumimoji="0" lang="en-US" altLang="zh-CN" sz="2600" b="0" i="0" u="none" strike="noStrike" kern="1200" cap="none" spc="0" normalizeH="0" baseline="0" noProof="0" dirty="0">
                <a:ln>
                  <a:noFill/>
                </a:ln>
                <a:solidFill>
                  <a:prstClr val="black"/>
                </a:solidFill>
                <a:effectLst/>
                <a:uLnTx/>
                <a:uFillTx/>
                <a:latin typeface="Arial" pitchFamily="34" charset="0"/>
                <a:ea typeface="SimSun" panose="02010600030101010101" pitchFamily="2" charset="-122"/>
                <a:cs typeface="Arial" pitchFamily="34" charset="0"/>
              </a:rPr>
              <a:t> The clock period should be long enough to let the slowest pipeline stage to complete.</a:t>
            </a:r>
          </a:p>
          <a:p>
            <a:pPr marL="457200" marR="0" lvl="0" indent="-457200" algn="l" defTabSz="914400" rtl="0" eaLnBrk="1" fontAlgn="auto" latinLnBrk="0" hangingPunct="1">
              <a:lnSpc>
                <a:spcPct val="100000"/>
              </a:lnSpc>
              <a:spcBef>
                <a:spcPct val="20000"/>
              </a:spcBef>
              <a:spcAft>
                <a:spcPts val="0"/>
              </a:spcAft>
              <a:buClr>
                <a:srgbClr val="101141"/>
              </a:buClr>
              <a:buSzTx/>
              <a:buFont typeface="Wingdings" panose="05000000000000000000" pitchFamily="2" charset="2"/>
              <a:buChar char="q"/>
              <a:tabLst/>
              <a:defRPr/>
            </a:pPr>
            <a:r>
              <a:rPr kumimoji="0" lang="en-US" altLang="zh-CN" sz="2600" b="0" i="0" u="none" strike="noStrike" kern="1200" cap="none" spc="0" normalizeH="0" baseline="0" noProof="0" dirty="0">
                <a:ln>
                  <a:noFill/>
                </a:ln>
                <a:solidFill>
                  <a:prstClr val="black"/>
                </a:solidFill>
                <a:effectLst/>
                <a:uLnTx/>
                <a:uFillTx/>
                <a:latin typeface="Arial" pitchFamily="34" charset="0"/>
                <a:ea typeface="SimSun" panose="02010600030101010101" pitchFamily="2" charset="-122"/>
                <a:cs typeface="Arial" pitchFamily="34" charset="0"/>
              </a:rPr>
              <a:t> Faster stages can only wait for the slowest one to complete.</a:t>
            </a:r>
          </a:p>
          <a:p>
            <a:pPr marL="457200" marR="0" lvl="0" indent="-457200" algn="l" defTabSz="914400" rtl="0" eaLnBrk="1" fontAlgn="auto" latinLnBrk="0" hangingPunct="1">
              <a:lnSpc>
                <a:spcPct val="100000"/>
              </a:lnSpc>
              <a:spcBef>
                <a:spcPct val="20000"/>
              </a:spcBef>
              <a:spcAft>
                <a:spcPts val="0"/>
              </a:spcAft>
              <a:buClr>
                <a:srgbClr val="101141"/>
              </a:buClr>
              <a:buSzTx/>
              <a:buFont typeface="Wingdings" panose="05000000000000000000" pitchFamily="2" charset="2"/>
              <a:buChar char="q"/>
              <a:tabLst/>
              <a:defRPr/>
            </a:pPr>
            <a:r>
              <a:rPr kumimoji="0" lang="en-US" altLang="zh-CN" sz="2600" b="0" i="0" u="none" strike="noStrike" kern="1200" cap="none" spc="0" normalizeH="0" baseline="0" noProof="0" dirty="0">
                <a:ln>
                  <a:noFill/>
                </a:ln>
                <a:solidFill>
                  <a:prstClr val="black"/>
                </a:solidFill>
                <a:effectLst/>
                <a:uLnTx/>
                <a:uFillTx/>
                <a:latin typeface="Arial" pitchFamily="34" charset="0"/>
                <a:ea typeface="SimSun" panose="02010600030101010101" pitchFamily="2" charset="-122"/>
                <a:cs typeface="Arial" pitchFamily="34" charset="0"/>
              </a:rPr>
              <a:t> Since main memory is very slow compared to the execution, if each instruction needs to be fetched from main memory, pipeline is almost useless.</a:t>
            </a:r>
          </a:p>
          <a:p>
            <a:pPr marL="457200" marR="0" lvl="0" indent="-457200" algn="l" defTabSz="914400" rtl="0" eaLnBrk="1" fontAlgn="auto" latinLnBrk="0" hangingPunct="1">
              <a:lnSpc>
                <a:spcPct val="100000"/>
              </a:lnSpc>
              <a:spcBef>
                <a:spcPct val="20000"/>
              </a:spcBef>
              <a:spcAft>
                <a:spcPts val="0"/>
              </a:spcAft>
              <a:buClr>
                <a:srgbClr val="101141"/>
              </a:buClr>
              <a:buSzTx/>
              <a:buFont typeface="Wingdings" panose="05000000000000000000" pitchFamily="2" charset="2"/>
              <a:buChar char="q"/>
              <a:tabLst/>
              <a:defRPr/>
            </a:pPr>
            <a:r>
              <a:rPr kumimoji="0" lang="en-US" altLang="zh-CN" sz="2600" b="0" i="0" u="none" strike="noStrike" kern="1200" cap="none" spc="0" normalizeH="0" baseline="0" noProof="0" dirty="0">
                <a:ln>
                  <a:noFill/>
                </a:ln>
                <a:solidFill>
                  <a:prstClr val="black"/>
                </a:solidFill>
                <a:effectLst/>
                <a:uLnTx/>
                <a:uFillTx/>
                <a:latin typeface="Arial" pitchFamily="34" charset="0"/>
                <a:ea typeface="SimSun" panose="02010600030101010101" pitchFamily="2" charset="-122"/>
                <a:cs typeface="Arial" pitchFamily="34" charset="0"/>
              </a:rPr>
              <a:t> Fortunately, we have cache.</a:t>
            </a:r>
          </a:p>
        </p:txBody>
      </p:sp>
    </p:spTree>
    <p:extLst>
      <p:ext uri="{BB962C8B-B14F-4D97-AF65-F5344CB8AC3E}">
        <p14:creationId xmlns:p14="http://schemas.microsoft.com/office/powerpoint/2010/main" val="2904814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0DD0D-D20F-4852-AAB2-D4368050269C}"/>
              </a:ext>
            </a:extLst>
          </p:cNvPr>
          <p:cNvSpPr>
            <a:spLocks noGrp="1"/>
          </p:cNvSpPr>
          <p:nvPr>
            <p:ph type="title"/>
          </p:nvPr>
        </p:nvSpPr>
        <p:spPr/>
        <p:txBody>
          <a:bodyPr/>
          <a:lstStyle/>
          <a:p>
            <a:r>
              <a:rPr lang="en-GB" sz="2400" b="0" dirty="0"/>
              <a:t>Pipeline Hazards</a:t>
            </a:r>
            <a:endParaRPr lang="en-IN" sz="2400" b="0" dirty="0"/>
          </a:p>
        </p:txBody>
      </p:sp>
      <p:sp>
        <p:nvSpPr>
          <p:cNvPr id="3" name="Rectangle 3">
            <a:extLst>
              <a:ext uri="{FF2B5EF4-FFF2-40B4-BE49-F238E27FC236}">
                <a16:creationId xmlns:a16="http://schemas.microsoft.com/office/drawing/2014/main" id="{48C5E5EA-E63C-4788-877A-BA0C3D5ABBBB}"/>
              </a:ext>
            </a:extLst>
          </p:cNvPr>
          <p:cNvSpPr txBox="1">
            <a:spLocks noChangeArrowheads="1"/>
          </p:cNvSpPr>
          <p:nvPr/>
        </p:nvSpPr>
        <p:spPr>
          <a:xfrm>
            <a:off x="457200" y="106680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0" marR="0" lvl="0" indent="0" algn="l" defTabSz="912813" rtl="0" eaLnBrk="0" fontAlgn="base" latinLnBrk="0" hangingPunct="0">
              <a:lnSpc>
                <a:spcPct val="150000"/>
              </a:lnSpc>
              <a:spcBef>
                <a:spcPct val="0"/>
              </a:spcBef>
              <a:spcAft>
                <a:spcPct val="0"/>
              </a:spcAft>
              <a:buClr>
                <a:srgbClr val="002960"/>
              </a:buClr>
              <a:buSzTx/>
              <a:buFontTx/>
              <a:buNone/>
              <a:tabLst/>
              <a:defRPr/>
            </a:pPr>
            <a:r>
              <a:rPr kumimoji="0" lang="en-GB" sz="2400" b="0" i="0" u="none" strike="noStrike" kern="0" cap="none" spc="0" normalizeH="0" baseline="0" noProof="0" dirty="0">
                <a:ln>
                  <a:noFill/>
                </a:ln>
                <a:solidFill>
                  <a:srgbClr val="000000"/>
                </a:solidFill>
                <a:effectLst/>
                <a:uLnTx/>
                <a:uFillTx/>
                <a:latin typeface="Arial"/>
                <a:ea typeface="ＭＳ Ｐゴシック"/>
                <a:cs typeface="+mn-cs"/>
              </a:rPr>
              <a:t>Pipeline, or some portion of pipeline, must stall</a:t>
            </a:r>
          </a:p>
          <a:p>
            <a:pPr marL="0" marR="0" lvl="0" indent="0" algn="l" defTabSz="912813" rtl="0" eaLnBrk="0" fontAlgn="base" latinLnBrk="0" hangingPunct="0">
              <a:lnSpc>
                <a:spcPct val="150000"/>
              </a:lnSpc>
              <a:spcBef>
                <a:spcPct val="0"/>
              </a:spcBef>
              <a:spcAft>
                <a:spcPct val="0"/>
              </a:spcAft>
              <a:buClr>
                <a:srgbClr val="002960"/>
              </a:buClr>
              <a:buSzTx/>
              <a:buFontTx/>
              <a:buNone/>
              <a:tabLst/>
              <a:defRPr/>
            </a:pPr>
            <a:r>
              <a:rPr kumimoji="0" lang="en-GB" sz="2400" b="0" i="0" u="none" strike="noStrike" kern="0" cap="none" spc="0" normalizeH="0" baseline="0" noProof="0" dirty="0">
                <a:ln>
                  <a:noFill/>
                </a:ln>
                <a:solidFill>
                  <a:srgbClr val="000000"/>
                </a:solidFill>
                <a:effectLst/>
                <a:uLnTx/>
                <a:uFillTx/>
                <a:latin typeface="Arial"/>
                <a:ea typeface="ＭＳ Ｐゴシック"/>
                <a:cs typeface="+mn-cs"/>
              </a:rPr>
              <a:t>Also called </a:t>
            </a:r>
            <a:r>
              <a:rPr kumimoji="0" lang="en-GB" sz="2400" b="0" i="1" u="none" strike="noStrike" kern="0" cap="none" spc="0" normalizeH="0" baseline="0" noProof="0" dirty="0">
                <a:ln>
                  <a:noFill/>
                </a:ln>
                <a:solidFill>
                  <a:srgbClr val="000000"/>
                </a:solidFill>
                <a:effectLst/>
                <a:uLnTx/>
                <a:uFillTx/>
                <a:latin typeface="Arial"/>
                <a:ea typeface="ＭＳ Ｐゴシック"/>
                <a:cs typeface="+mn-cs"/>
              </a:rPr>
              <a:t>pipeline bubble</a:t>
            </a:r>
          </a:p>
          <a:p>
            <a:pPr marL="0" marR="0" lvl="0" indent="0" algn="l" defTabSz="912813" rtl="0" eaLnBrk="0" fontAlgn="base" latinLnBrk="0" hangingPunct="0">
              <a:lnSpc>
                <a:spcPct val="150000"/>
              </a:lnSpc>
              <a:spcBef>
                <a:spcPct val="0"/>
              </a:spcBef>
              <a:spcAft>
                <a:spcPct val="0"/>
              </a:spcAft>
              <a:buClr>
                <a:srgbClr val="002960"/>
              </a:buClr>
              <a:buSzTx/>
              <a:buFontTx/>
              <a:buNone/>
              <a:tabLst/>
              <a:defRPr/>
            </a:pPr>
            <a:r>
              <a:rPr kumimoji="0" lang="en-GB" sz="2400" b="0" i="0" u="none" strike="noStrike" kern="0" cap="none" spc="0" normalizeH="0" baseline="0" noProof="0" dirty="0">
                <a:ln>
                  <a:noFill/>
                </a:ln>
                <a:solidFill>
                  <a:srgbClr val="000000"/>
                </a:solidFill>
                <a:effectLst/>
                <a:uLnTx/>
                <a:uFillTx/>
                <a:latin typeface="Arial"/>
                <a:ea typeface="ＭＳ Ｐゴシック"/>
                <a:cs typeface="+mn-cs"/>
              </a:rPr>
              <a:t>Types of hazards</a:t>
            </a:r>
          </a:p>
          <a:p>
            <a:pPr marL="196850" marR="0" lvl="1" indent="-195263" algn="l" defTabSz="912813" rtl="0" eaLnBrk="0" fontAlgn="base" latinLnBrk="0" hangingPunct="0">
              <a:lnSpc>
                <a:spcPct val="150000"/>
              </a:lnSpc>
              <a:spcBef>
                <a:spcPct val="0"/>
              </a:spcBef>
              <a:spcAft>
                <a:spcPct val="0"/>
              </a:spcAft>
              <a:buClr>
                <a:srgbClr val="002960"/>
              </a:buClr>
              <a:buSzPct val="125000"/>
              <a:buFont typeface="Arial" panose="020B0604020202020204" pitchFamily="34" charset="0"/>
              <a:buChar char="▪"/>
              <a:tabLst/>
              <a:defRPr/>
            </a:pPr>
            <a:r>
              <a:rPr kumimoji="0" lang="en-GB" sz="2400" b="0" i="0" u="none" strike="noStrike" kern="0" cap="none" spc="0" normalizeH="0" baseline="0" noProof="0" dirty="0">
                <a:ln>
                  <a:noFill/>
                </a:ln>
                <a:solidFill>
                  <a:srgbClr val="000000"/>
                </a:solidFill>
                <a:effectLst/>
                <a:uLnTx/>
                <a:uFillTx/>
                <a:latin typeface="Arial"/>
                <a:ea typeface="ＭＳ Ｐゴシック" panose="020B0600070205080204" pitchFamily="34" charset="-128"/>
                <a:cs typeface="+mn-cs"/>
              </a:rPr>
              <a:t>Resource</a:t>
            </a:r>
          </a:p>
          <a:p>
            <a:pPr marL="196850" marR="0" lvl="1" indent="-195263" algn="l" defTabSz="912813" rtl="0" eaLnBrk="0" fontAlgn="base" latinLnBrk="0" hangingPunct="0">
              <a:lnSpc>
                <a:spcPct val="150000"/>
              </a:lnSpc>
              <a:spcBef>
                <a:spcPct val="0"/>
              </a:spcBef>
              <a:spcAft>
                <a:spcPct val="0"/>
              </a:spcAft>
              <a:buClr>
                <a:srgbClr val="002960"/>
              </a:buClr>
              <a:buSzPct val="125000"/>
              <a:buFont typeface="Arial" panose="020B0604020202020204" pitchFamily="34" charset="0"/>
              <a:buChar char="▪"/>
              <a:tabLst/>
              <a:defRPr/>
            </a:pPr>
            <a:r>
              <a:rPr kumimoji="0" lang="en-GB" sz="2400" b="0" i="0" u="none" strike="noStrike" kern="0" cap="none" spc="0" normalizeH="0" baseline="0" noProof="0" dirty="0">
                <a:ln>
                  <a:noFill/>
                </a:ln>
                <a:solidFill>
                  <a:srgbClr val="000000"/>
                </a:solidFill>
                <a:effectLst/>
                <a:uLnTx/>
                <a:uFillTx/>
                <a:latin typeface="Arial"/>
                <a:ea typeface="ＭＳ Ｐゴシック" panose="020B0600070205080204" pitchFamily="34" charset="-128"/>
                <a:cs typeface="+mn-cs"/>
              </a:rPr>
              <a:t>Data</a:t>
            </a:r>
          </a:p>
          <a:p>
            <a:pPr marL="196850" marR="0" lvl="1" indent="-195263" algn="l" defTabSz="912813" rtl="0" eaLnBrk="0" fontAlgn="base" latinLnBrk="0" hangingPunct="0">
              <a:lnSpc>
                <a:spcPct val="150000"/>
              </a:lnSpc>
              <a:spcBef>
                <a:spcPct val="0"/>
              </a:spcBef>
              <a:spcAft>
                <a:spcPct val="0"/>
              </a:spcAft>
              <a:buClr>
                <a:srgbClr val="002960"/>
              </a:buClr>
              <a:buSzPct val="125000"/>
              <a:buFont typeface="Arial" panose="020B0604020202020204" pitchFamily="34" charset="0"/>
              <a:buChar char="▪"/>
              <a:tabLst/>
              <a:defRPr/>
            </a:pPr>
            <a:r>
              <a:rPr kumimoji="0" lang="en-GB" sz="2400" b="0" i="0" u="none" strike="noStrike" kern="0" cap="none" spc="0" normalizeH="0" baseline="0" noProof="0" dirty="0">
                <a:ln>
                  <a:noFill/>
                </a:ln>
                <a:solidFill>
                  <a:srgbClr val="000000"/>
                </a:solidFill>
                <a:effectLst/>
                <a:uLnTx/>
                <a:uFillTx/>
                <a:latin typeface="Arial"/>
                <a:ea typeface="ＭＳ Ｐゴシック" panose="020B0600070205080204" pitchFamily="34" charset="-128"/>
                <a:cs typeface="+mn-cs"/>
              </a:rPr>
              <a:t>Control</a:t>
            </a:r>
          </a:p>
        </p:txBody>
      </p:sp>
    </p:spTree>
    <p:extLst>
      <p:ext uri="{BB962C8B-B14F-4D97-AF65-F5344CB8AC3E}">
        <p14:creationId xmlns:p14="http://schemas.microsoft.com/office/powerpoint/2010/main" val="31624033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59602C3-C561-482D-82DE-83251E394E33}"/>
              </a:ext>
            </a:extLst>
          </p:cNvPr>
          <p:cNvSpPr>
            <a:spLocks noGrp="1" noChangeArrowheads="1"/>
          </p:cNvSpPr>
          <p:nvPr>
            <p:ph type="title"/>
          </p:nvPr>
        </p:nvSpPr>
        <p:spPr>
          <a:xfrm>
            <a:off x="122238" y="260350"/>
            <a:ext cx="6526212" cy="596900"/>
          </a:xfrm>
        </p:spPr>
        <p:txBody>
          <a:bodyPr/>
          <a:lstStyle/>
          <a:p>
            <a:r>
              <a:rPr lang="en-GB" sz="2400" b="0" dirty="0"/>
              <a:t>Resource Hazard Diagram</a:t>
            </a:r>
          </a:p>
        </p:txBody>
      </p:sp>
      <p:pic>
        <p:nvPicPr>
          <p:cNvPr id="4" name="Picture 4">
            <a:extLst>
              <a:ext uri="{FF2B5EF4-FFF2-40B4-BE49-F238E27FC236}">
                <a16:creationId xmlns:a16="http://schemas.microsoft.com/office/drawing/2014/main" id="{422F5901-9BC4-4913-82DA-B424046D9D31}"/>
              </a:ext>
            </a:extLst>
          </p:cNvPr>
          <p:cNvPicPr>
            <a:picLocks noChangeAspect="1" noChangeArrowheads="1"/>
          </p:cNvPicPr>
          <p:nvPr/>
        </p:nvPicPr>
        <p:blipFill>
          <a:blip r:embed="rId2"/>
          <a:srcRect/>
          <a:stretch>
            <a:fillRect/>
          </a:stretch>
        </p:blipFill>
        <p:spPr bwMode="auto">
          <a:xfrm>
            <a:off x="98864" y="935761"/>
            <a:ext cx="4041088" cy="5689600"/>
          </a:xfrm>
          <a:prstGeom prst="rect">
            <a:avLst/>
          </a:prstGeom>
          <a:noFill/>
          <a:ln w="9525">
            <a:noFill/>
            <a:miter lim="800000"/>
            <a:headEnd/>
            <a:tailEnd/>
          </a:ln>
          <a:effectLst/>
        </p:spPr>
      </p:pic>
      <p:sp>
        <p:nvSpPr>
          <p:cNvPr id="5" name="Rectangle 4">
            <a:extLst>
              <a:ext uri="{FF2B5EF4-FFF2-40B4-BE49-F238E27FC236}">
                <a16:creationId xmlns:a16="http://schemas.microsoft.com/office/drawing/2014/main" id="{941A686C-7581-452F-A4BB-5ABD62844B0F}"/>
              </a:ext>
            </a:extLst>
          </p:cNvPr>
          <p:cNvSpPr/>
          <p:nvPr/>
        </p:nvSpPr>
        <p:spPr>
          <a:xfrm>
            <a:off x="4570577" y="933667"/>
            <a:ext cx="4572000" cy="4196020"/>
          </a:xfrm>
          <a:prstGeom prst="rect">
            <a:avLst/>
          </a:prstGeom>
        </p:spPr>
        <p:txBody>
          <a:bodyPr>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A resource hazard occurs when two or more instructions that are already in the pipeline need the same resource</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ＭＳ Ｐゴシック"/>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The result is that the instructions must be executed in serial rather than parallel for a portion of the pipeline</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ＭＳ Ｐゴシック"/>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A resource hazard is sometimes referred to as a structural hazard</a:t>
            </a:r>
            <a:endParaRPr kumimoji="0" lang="en-IN" sz="1800" b="0" i="0" u="none" strike="noStrike" kern="1200" cap="none" spc="0" normalizeH="0" baseline="0" noProof="0" dirty="0">
              <a:ln>
                <a:noFill/>
              </a:ln>
              <a:solidFill>
                <a:srgbClr val="000000"/>
              </a:solidFill>
              <a:effectLst/>
              <a:uLnTx/>
              <a:uFillTx/>
              <a:latin typeface="Arial"/>
              <a:ea typeface="ＭＳ Ｐゴシック"/>
              <a:cs typeface="+mn-cs"/>
            </a:endParaRPr>
          </a:p>
        </p:txBody>
      </p:sp>
    </p:spTree>
    <p:extLst>
      <p:ext uri="{BB962C8B-B14F-4D97-AF65-F5344CB8AC3E}">
        <p14:creationId xmlns:p14="http://schemas.microsoft.com/office/powerpoint/2010/main" val="28998889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BC5E0-4263-4DF1-BEA5-4F796B2EBC72}"/>
              </a:ext>
            </a:extLst>
          </p:cNvPr>
          <p:cNvSpPr>
            <a:spLocks noGrp="1"/>
          </p:cNvSpPr>
          <p:nvPr>
            <p:ph type="title"/>
          </p:nvPr>
        </p:nvSpPr>
        <p:spPr>
          <a:xfrm>
            <a:off x="107504" y="21497"/>
            <a:ext cx="6408712" cy="455175"/>
          </a:xfrm>
        </p:spPr>
        <p:txBody>
          <a:bodyPr/>
          <a:lstStyle/>
          <a:p>
            <a:r>
              <a:rPr lang="en-GB" sz="2400" b="0" dirty="0"/>
              <a:t>Resource Hazards</a:t>
            </a:r>
            <a:endParaRPr lang="en-IN" sz="2400" b="0" dirty="0"/>
          </a:p>
        </p:txBody>
      </p:sp>
      <p:sp>
        <p:nvSpPr>
          <p:cNvPr id="3" name="Rectangle 3">
            <a:extLst>
              <a:ext uri="{FF2B5EF4-FFF2-40B4-BE49-F238E27FC236}">
                <a16:creationId xmlns:a16="http://schemas.microsoft.com/office/drawing/2014/main" id="{D8ECEEA6-2973-446A-B5C7-6504137854EB}"/>
              </a:ext>
            </a:extLst>
          </p:cNvPr>
          <p:cNvSpPr txBox="1">
            <a:spLocks noChangeArrowheads="1"/>
          </p:cNvSpPr>
          <p:nvPr/>
        </p:nvSpPr>
        <p:spPr>
          <a:xfrm>
            <a:off x="107504" y="404664"/>
            <a:ext cx="8856984"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285750" marR="0" lvl="0" indent="-285750" algn="l" defTabSz="912813" rtl="0" eaLnBrk="0" fontAlgn="base" latinLnBrk="0" hangingPunct="0">
              <a:lnSpc>
                <a:spcPct val="150000"/>
              </a:lnSpc>
              <a:spcBef>
                <a:spcPct val="0"/>
              </a:spcBef>
              <a:spcAft>
                <a:spcPct val="0"/>
              </a:spcAft>
              <a:buClr>
                <a:srgbClr val="002960"/>
              </a:buClr>
              <a:buSzTx/>
              <a:buFont typeface="Wingdings" panose="05000000000000000000" pitchFamily="2" charset="2"/>
              <a:buChar char="q"/>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a:cs typeface="+mn-cs"/>
              </a:rPr>
              <a:t>Two (or more) instructions in pipeline need same resource</a:t>
            </a:r>
          </a:p>
          <a:p>
            <a:pPr marL="285750" marR="0" lvl="0" indent="-285750" algn="l" defTabSz="912813" rtl="0" eaLnBrk="0" fontAlgn="base" latinLnBrk="0" hangingPunct="0">
              <a:lnSpc>
                <a:spcPct val="150000"/>
              </a:lnSpc>
              <a:spcBef>
                <a:spcPct val="0"/>
              </a:spcBef>
              <a:spcAft>
                <a:spcPct val="0"/>
              </a:spcAft>
              <a:buClr>
                <a:srgbClr val="002960"/>
              </a:buClr>
              <a:buSzTx/>
              <a:buFont typeface="Wingdings" panose="05000000000000000000" pitchFamily="2" charset="2"/>
              <a:buChar char="q"/>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a:cs typeface="+mn-cs"/>
              </a:rPr>
              <a:t> Executed in serial rather than parallel for part of pipeline</a:t>
            </a:r>
          </a:p>
          <a:p>
            <a:pPr marL="285750" marR="0" lvl="0" indent="-285750" algn="l" defTabSz="912813" rtl="0" eaLnBrk="0" fontAlgn="base" latinLnBrk="0" hangingPunct="0">
              <a:lnSpc>
                <a:spcPct val="150000"/>
              </a:lnSpc>
              <a:spcBef>
                <a:spcPct val="0"/>
              </a:spcBef>
              <a:spcAft>
                <a:spcPct val="0"/>
              </a:spcAft>
              <a:buClr>
                <a:srgbClr val="002960"/>
              </a:buClr>
              <a:buSzTx/>
              <a:buFont typeface="Wingdings" panose="05000000000000000000" pitchFamily="2" charset="2"/>
              <a:buChar char="q"/>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a:cs typeface="+mn-cs"/>
              </a:rPr>
              <a:t>E.g. Assume simplified five-stage pipeline:  Each stage takes one clock cycle</a:t>
            </a:r>
          </a:p>
          <a:p>
            <a:pPr marL="285750" marR="0" lvl="0" indent="-285750" algn="l" defTabSz="912813" rtl="0" eaLnBrk="0" fontAlgn="base" latinLnBrk="0" hangingPunct="0">
              <a:lnSpc>
                <a:spcPct val="150000"/>
              </a:lnSpc>
              <a:spcBef>
                <a:spcPct val="0"/>
              </a:spcBef>
              <a:spcAft>
                <a:spcPct val="0"/>
              </a:spcAft>
              <a:buClr>
                <a:srgbClr val="002960"/>
              </a:buClr>
              <a:buSzTx/>
              <a:buFont typeface="Wingdings" panose="05000000000000000000" pitchFamily="2" charset="2"/>
              <a:buChar char="q"/>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a:cs typeface="+mn-cs"/>
              </a:rPr>
              <a:t>  Ideal case is new instruction enters pipeline each clock cycle</a:t>
            </a:r>
          </a:p>
          <a:p>
            <a:pPr marL="285750" marR="0" lvl="0" indent="-285750" algn="l" defTabSz="912813" rtl="0" eaLnBrk="0" fontAlgn="base" latinLnBrk="0" hangingPunct="0">
              <a:lnSpc>
                <a:spcPct val="150000"/>
              </a:lnSpc>
              <a:spcBef>
                <a:spcPct val="0"/>
              </a:spcBef>
              <a:spcAft>
                <a:spcPct val="0"/>
              </a:spcAft>
              <a:buClr>
                <a:srgbClr val="002960"/>
              </a:buClr>
              <a:buSzTx/>
              <a:buFont typeface="Wingdings" panose="05000000000000000000" pitchFamily="2" charset="2"/>
              <a:buChar char="q"/>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a:cs typeface="+mn-cs"/>
              </a:rPr>
              <a:t> Assume main memory has single port</a:t>
            </a:r>
          </a:p>
          <a:p>
            <a:pPr marL="285750" marR="0" lvl="0" indent="-285750" algn="l" defTabSz="912813" rtl="0" eaLnBrk="0" fontAlgn="base" latinLnBrk="0" hangingPunct="0">
              <a:lnSpc>
                <a:spcPct val="150000"/>
              </a:lnSpc>
              <a:spcBef>
                <a:spcPct val="0"/>
              </a:spcBef>
              <a:spcAft>
                <a:spcPct val="0"/>
              </a:spcAft>
              <a:buClr>
                <a:srgbClr val="002960"/>
              </a:buClr>
              <a:buSzTx/>
              <a:buFont typeface="Wingdings" panose="05000000000000000000" pitchFamily="2" charset="2"/>
              <a:buChar char="q"/>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a:cs typeface="+mn-cs"/>
              </a:rPr>
              <a:t> Assume instruction fetches and data reads and writes performed one at a time</a:t>
            </a:r>
          </a:p>
          <a:p>
            <a:pPr marL="285750" marR="0" lvl="0" indent="-285750" algn="l" defTabSz="912813" rtl="0" eaLnBrk="0" fontAlgn="base" latinLnBrk="0" hangingPunct="0">
              <a:lnSpc>
                <a:spcPct val="150000"/>
              </a:lnSpc>
              <a:spcBef>
                <a:spcPct val="0"/>
              </a:spcBef>
              <a:spcAft>
                <a:spcPct val="0"/>
              </a:spcAft>
              <a:buClr>
                <a:srgbClr val="002960"/>
              </a:buClr>
              <a:buSzTx/>
              <a:buFont typeface="Wingdings" panose="05000000000000000000" pitchFamily="2" charset="2"/>
              <a:buChar char="q"/>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a:cs typeface="+mn-cs"/>
              </a:rPr>
              <a:t> Ignore the cache </a:t>
            </a:r>
          </a:p>
          <a:p>
            <a:pPr marL="285750" marR="0" lvl="0" indent="-285750" algn="l" defTabSz="912813" rtl="0" eaLnBrk="0" fontAlgn="base" latinLnBrk="0" hangingPunct="0">
              <a:lnSpc>
                <a:spcPct val="150000"/>
              </a:lnSpc>
              <a:spcBef>
                <a:spcPct val="0"/>
              </a:spcBef>
              <a:spcAft>
                <a:spcPct val="0"/>
              </a:spcAft>
              <a:buClr>
                <a:srgbClr val="002960"/>
              </a:buClr>
              <a:buSzTx/>
              <a:buFont typeface="Wingdings" panose="05000000000000000000" pitchFamily="2" charset="2"/>
              <a:buChar char="q"/>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a:cs typeface="+mn-cs"/>
              </a:rPr>
              <a:t> Operand read or write cannot be performed in parallel with instruction fetch</a:t>
            </a:r>
          </a:p>
          <a:p>
            <a:pPr marL="285750" marR="0" lvl="0" indent="-285750" algn="l" defTabSz="912813" rtl="0" eaLnBrk="0" fontAlgn="base" latinLnBrk="0" hangingPunct="0">
              <a:lnSpc>
                <a:spcPct val="150000"/>
              </a:lnSpc>
              <a:spcBef>
                <a:spcPct val="0"/>
              </a:spcBef>
              <a:spcAft>
                <a:spcPct val="0"/>
              </a:spcAft>
              <a:buClr>
                <a:srgbClr val="002960"/>
              </a:buClr>
              <a:buSzTx/>
              <a:buFont typeface="Wingdings" panose="05000000000000000000" pitchFamily="2" charset="2"/>
              <a:buChar char="q"/>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a:cs typeface="+mn-cs"/>
              </a:rPr>
              <a:t> Fetch instruction stage must idle for one cycle fetching I3</a:t>
            </a:r>
          </a:p>
          <a:p>
            <a:pPr marL="285750" marR="0" lvl="0" indent="-285750" algn="l" defTabSz="912813" rtl="0" eaLnBrk="0" fontAlgn="base" latinLnBrk="0" hangingPunct="0">
              <a:lnSpc>
                <a:spcPct val="150000"/>
              </a:lnSpc>
              <a:spcBef>
                <a:spcPct val="0"/>
              </a:spcBef>
              <a:spcAft>
                <a:spcPct val="0"/>
              </a:spcAft>
              <a:buClr>
                <a:srgbClr val="002960"/>
              </a:buClr>
              <a:buSzTx/>
              <a:buFont typeface="Wingdings" panose="05000000000000000000" pitchFamily="2" charset="2"/>
              <a:buChar char="q"/>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a:cs typeface="+mn-cs"/>
              </a:rPr>
              <a:t> E.g. multiple instructions ready to enter execute instruction phase</a:t>
            </a:r>
          </a:p>
          <a:p>
            <a:pPr marL="285750" marR="0" lvl="0" indent="-285750" algn="l" defTabSz="912813" rtl="0" eaLnBrk="0" fontAlgn="base" latinLnBrk="0" hangingPunct="0">
              <a:lnSpc>
                <a:spcPct val="150000"/>
              </a:lnSpc>
              <a:spcBef>
                <a:spcPct val="0"/>
              </a:spcBef>
              <a:spcAft>
                <a:spcPct val="0"/>
              </a:spcAft>
              <a:buClr>
                <a:srgbClr val="002960"/>
              </a:buClr>
              <a:buSzTx/>
              <a:buFont typeface="Wingdings" panose="05000000000000000000" pitchFamily="2" charset="2"/>
              <a:buChar char="q"/>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a:cs typeface="+mn-cs"/>
              </a:rPr>
              <a:t>Single ALU</a:t>
            </a:r>
          </a:p>
          <a:p>
            <a:pPr marL="285750" marR="0" lvl="0" indent="-285750" algn="l" defTabSz="912813" rtl="0" eaLnBrk="0" fontAlgn="base" latinLnBrk="0" hangingPunct="0">
              <a:lnSpc>
                <a:spcPct val="150000"/>
              </a:lnSpc>
              <a:spcBef>
                <a:spcPct val="0"/>
              </a:spcBef>
              <a:spcAft>
                <a:spcPct val="0"/>
              </a:spcAft>
              <a:buClr>
                <a:srgbClr val="002960"/>
              </a:buClr>
              <a:buSzTx/>
              <a:buFont typeface="Wingdings" panose="05000000000000000000" pitchFamily="2" charset="2"/>
              <a:buChar char="q"/>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a:cs typeface="+mn-cs"/>
              </a:rPr>
              <a:t> One solution: increase available resources</a:t>
            </a:r>
          </a:p>
          <a:p>
            <a:pPr marL="196850" marR="0" lvl="1" indent="-195263" algn="l" defTabSz="912813" rtl="0" eaLnBrk="0" fontAlgn="base" latinLnBrk="0" hangingPunct="0">
              <a:lnSpc>
                <a:spcPct val="150000"/>
              </a:lnSpc>
              <a:spcBef>
                <a:spcPct val="0"/>
              </a:spcBef>
              <a:spcAft>
                <a:spcPct val="0"/>
              </a:spcAft>
              <a:buClr>
                <a:srgbClr val="002960"/>
              </a:buClr>
              <a:buSzPct val="125000"/>
              <a:buFont typeface="Arial" panose="020B0604020202020204" pitchFamily="34" charset="0"/>
              <a:buChar char="▪"/>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panose="020B0600070205080204" pitchFamily="34" charset="-128"/>
                <a:cs typeface="+mn-cs"/>
              </a:rPr>
              <a:t>Multiple main memory ports</a:t>
            </a:r>
          </a:p>
          <a:p>
            <a:pPr marL="196850" marR="0" lvl="1" indent="-195263" algn="l" defTabSz="912813" rtl="0" eaLnBrk="0" fontAlgn="base" latinLnBrk="0" hangingPunct="0">
              <a:lnSpc>
                <a:spcPct val="150000"/>
              </a:lnSpc>
              <a:spcBef>
                <a:spcPct val="0"/>
              </a:spcBef>
              <a:spcAft>
                <a:spcPct val="0"/>
              </a:spcAft>
              <a:buClr>
                <a:srgbClr val="002960"/>
              </a:buClr>
              <a:buSzPct val="125000"/>
              <a:buFont typeface="Arial" panose="020B0604020202020204" pitchFamily="34" charset="0"/>
              <a:buChar char="▪"/>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panose="020B0600070205080204" pitchFamily="34" charset="-128"/>
                <a:cs typeface="+mn-cs"/>
              </a:rPr>
              <a:t>Multiple ALUs</a:t>
            </a:r>
          </a:p>
        </p:txBody>
      </p:sp>
    </p:spTree>
    <p:extLst>
      <p:ext uri="{BB962C8B-B14F-4D97-AF65-F5344CB8AC3E}">
        <p14:creationId xmlns:p14="http://schemas.microsoft.com/office/powerpoint/2010/main" val="10656540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45C5A-C730-4B79-80BC-2F05E001D776}"/>
              </a:ext>
            </a:extLst>
          </p:cNvPr>
          <p:cNvSpPr>
            <a:spLocks noGrp="1"/>
          </p:cNvSpPr>
          <p:nvPr>
            <p:ph type="title"/>
          </p:nvPr>
        </p:nvSpPr>
        <p:spPr/>
        <p:txBody>
          <a:bodyPr/>
          <a:lstStyle/>
          <a:p>
            <a:r>
              <a:rPr lang="en-GB" sz="2400" b="0" dirty="0"/>
              <a:t>Data Hazard Diagram : </a:t>
            </a:r>
            <a:r>
              <a:rPr lang="en-IN" sz="2400" b="0" dirty="0"/>
              <a:t>RAW hazard</a:t>
            </a:r>
          </a:p>
        </p:txBody>
      </p:sp>
      <p:pic>
        <p:nvPicPr>
          <p:cNvPr id="3" name="Picture 4">
            <a:extLst>
              <a:ext uri="{FF2B5EF4-FFF2-40B4-BE49-F238E27FC236}">
                <a16:creationId xmlns:a16="http://schemas.microsoft.com/office/drawing/2014/main" id="{733C1518-30FA-4063-BC52-3ADD6914FED7}"/>
              </a:ext>
            </a:extLst>
          </p:cNvPr>
          <p:cNvPicPr>
            <a:picLocks noChangeAspect="1" noChangeArrowheads="1"/>
          </p:cNvPicPr>
          <p:nvPr/>
        </p:nvPicPr>
        <p:blipFill>
          <a:blip r:embed="rId2"/>
          <a:srcRect/>
          <a:stretch>
            <a:fillRect/>
          </a:stretch>
        </p:blipFill>
        <p:spPr bwMode="auto">
          <a:xfrm>
            <a:off x="467544" y="1196752"/>
            <a:ext cx="7651750" cy="3222625"/>
          </a:xfrm>
          <a:prstGeom prst="rect">
            <a:avLst/>
          </a:prstGeom>
          <a:noFill/>
          <a:ln w="9525">
            <a:noFill/>
            <a:miter lim="800000"/>
            <a:headEnd/>
            <a:tailEnd/>
          </a:ln>
          <a:effectLst/>
        </p:spPr>
      </p:pic>
      <p:sp>
        <p:nvSpPr>
          <p:cNvPr id="5" name="Rectangle 4">
            <a:extLst>
              <a:ext uri="{FF2B5EF4-FFF2-40B4-BE49-F238E27FC236}">
                <a16:creationId xmlns:a16="http://schemas.microsoft.com/office/drawing/2014/main" id="{89347856-3A23-43C1-A1C8-675D04DFE49B}"/>
              </a:ext>
            </a:extLst>
          </p:cNvPr>
          <p:cNvSpPr/>
          <p:nvPr/>
        </p:nvSpPr>
        <p:spPr>
          <a:xfrm>
            <a:off x="2286000" y="4676943"/>
            <a:ext cx="5382344" cy="872034"/>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Data Hazards : A data hazard occurs when there is a conflict in the access of an operand location </a:t>
            </a:r>
            <a:endParaRPr kumimoji="0" lang="en-IN" sz="1800" b="0" i="0" u="none" strike="noStrike" kern="1200" cap="none" spc="0" normalizeH="0" baseline="0" noProof="0" dirty="0">
              <a:ln>
                <a:noFill/>
              </a:ln>
              <a:solidFill>
                <a:srgbClr val="000000"/>
              </a:solidFill>
              <a:effectLst/>
              <a:uLnTx/>
              <a:uFillTx/>
              <a:latin typeface="Arial"/>
              <a:ea typeface="ＭＳ Ｐゴシック"/>
              <a:cs typeface="+mn-cs"/>
            </a:endParaRPr>
          </a:p>
        </p:txBody>
      </p:sp>
    </p:spTree>
    <p:extLst>
      <p:ext uri="{BB962C8B-B14F-4D97-AF65-F5344CB8AC3E}">
        <p14:creationId xmlns:p14="http://schemas.microsoft.com/office/powerpoint/2010/main" val="33837634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BEA32-87BD-4E28-AC30-7DA2E772CF88}"/>
              </a:ext>
            </a:extLst>
          </p:cNvPr>
          <p:cNvSpPr>
            <a:spLocks noGrp="1"/>
          </p:cNvSpPr>
          <p:nvPr>
            <p:ph type="title"/>
          </p:nvPr>
        </p:nvSpPr>
        <p:spPr/>
        <p:txBody>
          <a:bodyPr/>
          <a:lstStyle/>
          <a:p>
            <a:r>
              <a:rPr lang="en-IN" sz="2400" b="0" dirty="0"/>
              <a:t>Types of Data Hazard</a:t>
            </a:r>
          </a:p>
        </p:txBody>
      </p:sp>
      <p:sp>
        <p:nvSpPr>
          <p:cNvPr id="3" name="Rectangle 2">
            <a:extLst>
              <a:ext uri="{FF2B5EF4-FFF2-40B4-BE49-F238E27FC236}">
                <a16:creationId xmlns:a16="http://schemas.microsoft.com/office/drawing/2014/main" id="{23638589-FDC2-40B8-9066-451BEF1787C9}"/>
              </a:ext>
            </a:extLst>
          </p:cNvPr>
          <p:cNvSpPr/>
          <p:nvPr/>
        </p:nvSpPr>
        <p:spPr>
          <a:xfrm>
            <a:off x="331788" y="1028343"/>
            <a:ext cx="8632700" cy="5442516"/>
          </a:xfrm>
          <a:prstGeom prst="rect">
            <a:avLst/>
          </a:prstGeom>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Read after write (RAW), or true dependency</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An instruction modifies a register or memory location </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Succeeding instruction reads data in memory or register location</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Hazard occurs if the read takes place before write operation is complete</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Write after read (WAR), </a:t>
            </a:r>
            <a:r>
              <a:rPr kumimoji="0" lang="en-US" sz="1800" b="0" i="0" u="none" strike="noStrike" kern="1200" cap="none" spc="0" normalizeH="0" baseline="0" noProof="0">
                <a:ln>
                  <a:noFill/>
                </a:ln>
                <a:solidFill>
                  <a:srgbClr val="000000"/>
                </a:solidFill>
                <a:effectLst/>
                <a:uLnTx/>
                <a:uFillTx/>
                <a:latin typeface="Arial"/>
                <a:ea typeface="ＭＳ Ｐゴシック"/>
                <a:cs typeface="+mn-cs"/>
              </a:rPr>
              <a:t>or anti-dependency </a:t>
            </a:r>
            <a:endParaRPr kumimoji="0" lang="en-US" sz="1800" b="0" i="0" u="none" strike="noStrike" kern="1200" cap="none" spc="0" normalizeH="0" baseline="0" noProof="0" dirty="0">
              <a:ln>
                <a:noFill/>
              </a:ln>
              <a:solidFill>
                <a:srgbClr val="000000"/>
              </a:solidFill>
              <a:effectLst/>
              <a:uLnTx/>
              <a:uFillTx/>
              <a:latin typeface="Arial"/>
              <a:ea typeface="ＭＳ Ｐゴシック"/>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An instruction reads a register or memory location </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Succeeding instruction writes to the location </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Hazard occurs if the write operation completes before the read operation takes place </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Write after write (WAW), or output dependency </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Two instructions both write to the same location</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Hazard occurs if the write operations take place in the reverse order of the intended sequence</a:t>
            </a:r>
            <a:endParaRPr kumimoji="0" lang="en-IN" sz="1800" b="0" i="0" u="none" strike="noStrike" kern="1200" cap="none" spc="0" normalizeH="0" baseline="0" noProof="0" dirty="0">
              <a:ln>
                <a:noFill/>
              </a:ln>
              <a:solidFill>
                <a:srgbClr val="000000"/>
              </a:solidFill>
              <a:effectLst/>
              <a:uLnTx/>
              <a:uFillTx/>
              <a:latin typeface="Arial"/>
              <a:ea typeface="ＭＳ Ｐゴシック"/>
              <a:cs typeface="+mn-cs"/>
            </a:endParaRPr>
          </a:p>
        </p:txBody>
      </p:sp>
    </p:spTree>
    <p:extLst>
      <p:ext uri="{BB962C8B-B14F-4D97-AF65-F5344CB8AC3E}">
        <p14:creationId xmlns:p14="http://schemas.microsoft.com/office/powerpoint/2010/main" val="26918097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87630-61CD-4725-9F1F-1105B11C4D12}"/>
              </a:ext>
            </a:extLst>
          </p:cNvPr>
          <p:cNvSpPr>
            <a:spLocks noGrp="1"/>
          </p:cNvSpPr>
          <p:nvPr>
            <p:ph type="title"/>
          </p:nvPr>
        </p:nvSpPr>
        <p:spPr>
          <a:xfrm>
            <a:off x="107504" y="116632"/>
            <a:ext cx="6321970" cy="216322"/>
          </a:xfrm>
        </p:spPr>
        <p:txBody>
          <a:bodyPr/>
          <a:lstStyle/>
          <a:p>
            <a:r>
              <a:rPr lang="en-GB" sz="2400" b="0" dirty="0"/>
              <a:t>Data Hazards</a:t>
            </a:r>
            <a:endParaRPr lang="en-IN" sz="2400" b="0" dirty="0"/>
          </a:p>
        </p:txBody>
      </p:sp>
      <p:sp>
        <p:nvSpPr>
          <p:cNvPr id="3" name="Rectangle 3">
            <a:extLst>
              <a:ext uri="{FF2B5EF4-FFF2-40B4-BE49-F238E27FC236}">
                <a16:creationId xmlns:a16="http://schemas.microsoft.com/office/drawing/2014/main" id="{337CDFDA-120D-4FD3-B03A-614C73BA31F9}"/>
              </a:ext>
            </a:extLst>
          </p:cNvPr>
          <p:cNvSpPr txBox="1">
            <a:spLocks noChangeArrowheads="1"/>
          </p:cNvSpPr>
          <p:nvPr/>
        </p:nvSpPr>
        <p:spPr>
          <a:xfrm>
            <a:off x="323528" y="404664"/>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285750" marR="0" lvl="0" indent="-285750" algn="l" defTabSz="912813" rtl="0" eaLnBrk="0" fontAlgn="base" latinLnBrk="0" hangingPunct="0">
              <a:lnSpc>
                <a:spcPct val="150000"/>
              </a:lnSpc>
              <a:spcBef>
                <a:spcPct val="0"/>
              </a:spcBef>
              <a:spcAft>
                <a:spcPct val="0"/>
              </a:spcAft>
              <a:buClr>
                <a:srgbClr val="002960"/>
              </a:buClr>
              <a:buSzTx/>
              <a:buFont typeface="Wingdings" panose="05000000000000000000" pitchFamily="2" charset="2"/>
              <a:buChar char="ü"/>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a:cs typeface="+mn-cs"/>
              </a:rPr>
              <a:t>Conflict in access of an operand location</a:t>
            </a:r>
          </a:p>
          <a:p>
            <a:pPr marL="285750" marR="0" lvl="0" indent="-285750" algn="l" defTabSz="912813" rtl="0" eaLnBrk="0" fontAlgn="base" latinLnBrk="0" hangingPunct="0">
              <a:lnSpc>
                <a:spcPct val="150000"/>
              </a:lnSpc>
              <a:spcBef>
                <a:spcPct val="0"/>
              </a:spcBef>
              <a:spcAft>
                <a:spcPct val="0"/>
              </a:spcAft>
              <a:buClr>
                <a:srgbClr val="002960"/>
              </a:buClr>
              <a:buSzTx/>
              <a:buFont typeface="Wingdings" panose="05000000000000000000" pitchFamily="2" charset="2"/>
              <a:buChar char="ü"/>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a:cs typeface="+mn-cs"/>
              </a:rPr>
              <a:t> Two instructions to be executed in sequence</a:t>
            </a:r>
          </a:p>
          <a:p>
            <a:pPr marL="285750" marR="0" lvl="0" indent="-285750" algn="l" defTabSz="912813" rtl="0" eaLnBrk="0" fontAlgn="base" latinLnBrk="0" hangingPunct="0">
              <a:lnSpc>
                <a:spcPct val="150000"/>
              </a:lnSpc>
              <a:spcBef>
                <a:spcPct val="0"/>
              </a:spcBef>
              <a:spcAft>
                <a:spcPct val="0"/>
              </a:spcAft>
              <a:buClr>
                <a:srgbClr val="002960"/>
              </a:buClr>
              <a:buSzTx/>
              <a:buFont typeface="Wingdings" panose="05000000000000000000" pitchFamily="2" charset="2"/>
              <a:buChar char="ü"/>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a:cs typeface="+mn-cs"/>
              </a:rPr>
              <a:t> Both access a particular memory or register operand</a:t>
            </a:r>
          </a:p>
          <a:p>
            <a:pPr marL="285750" marR="0" lvl="0" indent="-285750" algn="l" defTabSz="912813" rtl="0" eaLnBrk="0" fontAlgn="base" latinLnBrk="0" hangingPunct="0">
              <a:lnSpc>
                <a:spcPct val="150000"/>
              </a:lnSpc>
              <a:spcBef>
                <a:spcPct val="0"/>
              </a:spcBef>
              <a:spcAft>
                <a:spcPct val="0"/>
              </a:spcAft>
              <a:buClr>
                <a:srgbClr val="002960"/>
              </a:buClr>
              <a:buSzTx/>
              <a:buFont typeface="Wingdings" panose="05000000000000000000" pitchFamily="2" charset="2"/>
              <a:buChar char="ü"/>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a:cs typeface="+mn-cs"/>
              </a:rPr>
              <a:t> If in strict sequence, no problem occurs</a:t>
            </a:r>
          </a:p>
          <a:p>
            <a:pPr marL="285750" marR="0" lvl="0" indent="-285750" algn="l" defTabSz="912813" rtl="0" eaLnBrk="0" fontAlgn="base" latinLnBrk="0" hangingPunct="0">
              <a:lnSpc>
                <a:spcPct val="150000"/>
              </a:lnSpc>
              <a:spcBef>
                <a:spcPct val="0"/>
              </a:spcBef>
              <a:spcAft>
                <a:spcPct val="0"/>
              </a:spcAft>
              <a:buClr>
                <a:srgbClr val="002960"/>
              </a:buClr>
              <a:buSzTx/>
              <a:buFont typeface="Wingdings" panose="05000000000000000000" pitchFamily="2" charset="2"/>
              <a:buChar char="ü"/>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a:cs typeface="+mn-cs"/>
              </a:rPr>
              <a:t> If in a pipeline, operand value could be updated so as to produce different result from strict sequential execution</a:t>
            </a:r>
          </a:p>
          <a:p>
            <a:pPr marL="285750" marR="0" lvl="0" indent="-285750" algn="l" defTabSz="912813" rtl="0" eaLnBrk="0" fontAlgn="base" latinLnBrk="0" hangingPunct="0">
              <a:lnSpc>
                <a:spcPct val="150000"/>
              </a:lnSpc>
              <a:spcBef>
                <a:spcPct val="0"/>
              </a:spcBef>
              <a:spcAft>
                <a:spcPct val="0"/>
              </a:spcAft>
              <a:buClr>
                <a:srgbClr val="002960"/>
              </a:buClr>
              <a:buSzTx/>
              <a:buFont typeface="Wingdings" panose="05000000000000000000" pitchFamily="2" charset="2"/>
              <a:buChar char="ü"/>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a:cs typeface="+mn-cs"/>
              </a:rPr>
              <a:t> E.g. x86 machine instruction sequence:</a:t>
            </a:r>
          </a:p>
          <a:p>
            <a:pPr marL="0" marR="0" lvl="0" indent="0" algn="l" defTabSz="912813" rtl="0" eaLnBrk="0" fontAlgn="base" latinLnBrk="0" hangingPunct="0">
              <a:lnSpc>
                <a:spcPct val="150000"/>
              </a:lnSpc>
              <a:spcBef>
                <a:spcPct val="0"/>
              </a:spcBef>
              <a:spcAft>
                <a:spcPct val="0"/>
              </a:spcAft>
              <a:buClr>
                <a:srgbClr val="002960"/>
              </a:buClr>
              <a:buSzTx/>
              <a:buFontTx/>
              <a:buNone/>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a:cs typeface="+mn-cs"/>
              </a:rPr>
              <a:t>ADD EAX, EBX	 /* EAX = EAX + EBX</a:t>
            </a:r>
          </a:p>
          <a:p>
            <a:pPr marL="0" marR="0" lvl="0" indent="0" algn="l" defTabSz="912813" rtl="0" eaLnBrk="0" fontAlgn="base" latinLnBrk="0" hangingPunct="0">
              <a:lnSpc>
                <a:spcPct val="150000"/>
              </a:lnSpc>
              <a:spcBef>
                <a:spcPct val="0"/>
              </a:spcBef>
              <a:spcAft>
                <a:spcPct val="0"/>
              </a:spcAft>
              <a:buClr>
                <a:srgbClr val="002960"/>
              </a:buClr>
              <a:buSzTx/>
              <a:buFontTx/>
              <a:buNone/>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a:cs typeface="+mn-cs"/>
              </a:rPr>
              <a:t>SUB ECX, EAX	 /* ECX = ECX – EAX</a:t>
            </a:r>
          </a:p>
          <a:p>
            <a:pPr marL="285750" marR="0" lvl="0" indent="-285750" algn="l" defTabSz="912813" rtl="0" eaLnBrk="0" fontAlgn="base" latinLnBrk="0" hangingPunct="0">
              <a:lnSpc>
                <a:spcPct val="150000"/>
              </a:lnSpc>
              <a:spcBef>
                <a:spcPct val="0"/>
              </a:spcBef>
              <a:spcAft>
                <a:spcPct val="0"/>
              </a:spcAft>
              <a:buClr>
                <a:srgbClr val="002960"/>
              </a:buClr>
              <a:buSzTx/>
              <a:buFont typeface="Wingdings" panose="05000000000000000000" pitchFamily="2" charset="2"/>
              <a:buChar char="ü"/>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a:cs typeface="+mn-cs"/>
              </a:rPr>
              <a:t>ADD instruction does not update EAX until end of stage 5, at clock cycle 5</a:t>
            </a:r>
          </a:p>
          <a:p>
            <a:pPr marL="285750" marR="0" lvl="0" indent="-285750" algn="l" defTabSz="912813" rtl="0" eaLnBrk="0" fontAlgn="base" latinLnBrk="0" hangingPunct="0">
              <a:lnSpc>
                <a:spcPct val="150000"/>
              </a:lnSpc>
              <a:spcBef>
                <a:spcPct val="0"/>
              </a:spcBef>
              <a:spcAft>
                <a:spcPct val="0"/>
              </a:spcAft>
              <a:buClr>
                <a:srgbClr val="002960"/>
              </a:buClr>
              <a:buSzTx/>
              <a:buFont typeface="Wingdings" panose="05000000000000000000" pitchFamily="2" charset="2"/>
              <a:buChar char="ü"/>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a:cs typeface="+mn-cs"/>
              </a:rPr>
              <a:t> SUB instruction needs value at beginning of its stage 2, at clock cycle 4</a:t>
            </a:r>
          </a:p>
          <a:p>
            <a:pPr marL="285750" marR="0" lvl="0" indent="-285750" algn="l" defTabSz="912813" rtl="0" eaLnBrk="0" fontAlgn="base" latinLnBrk="0" hangingPunct="0">
              <a:lnSpc>
                <a:spcPct val="150000"/>
              </a:lnSpc>
              <a:spcBef>
                <a:spcPct val="0"/>
              </a:spcBef>
              <a:spcAft>
                <a:spcPct val="0"/>
              </a:spcAft>
              <a:buClr>
                <a:srgbClr val="002960"/>
              </a:buClr>
              <a:buSzTx/>
              <a:buFont typeface="Wingdings" panose="05000000000000000000" pitchFamily="2" charset="2"/>
              <a:buChar char="ü"/>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a:cs typeface="+mn-cs"/>
              </a:rPr>
              <a:t> Pipeline must stall for two clocks cycles</a:t>
            </a:r>
          </a:p>
          <a:p>
            <a:pPr marL="285750" marR="0" lvl="0" indent="-285750" algn="l" defTabSz="912813" rtl="0" eaLnBrk="0" fontAlgn="base" latinLnBrk="0" hangingPunct="0">
              <a:lnSpc>
                <a:spcPct val="150000"/>
              </a:lnSpc>
              <a:spcBef>
                <a:spcPct val="0"/>
              </a:spcBef>
              <a:spcAft>
                <a:spcPct val="0"/>
              </a:spcAft>
              <a:buClr>
                <a:srgbClr val="002960"/>
              </a:buClr>
              <a:buSzTx/>
              <a:buFont typeface="Wingdings" panose="05000000000000000000" pitchFamily="2" charset="2"/>
              <a:buChar char="ü"/>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a:cs typeface="+mn-cs"/>
              </a:rPr>
              <a:t> Without special hardware and specific avoidance algorithms, results in inefficient pipeline usage</a:t>
            </a:r>
          </a:p>
        </p:txBody>
      </p:sp>
    </p:spTree>
    <p:extLst>
      <p:ext uri="{BB962C8B-B14F-4D97-AF65-F5344CB8AC3E}">
        <p14:creationId xmlns:p14="http://schemas.microsoft.com/office/powerpoint/2010/main" val="2568755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9CDF4-BE4A-4984-8F11-20F502E46BE2}"/>
              </a:ext>
            </a:extLst>
          </p:cNvPr>
          <p:cNvSpPr>
            <a:spLocks noGrp="1"/>
          </p:cNvSpPr>
          <p:nvPr>
            <p:ph type="title"/>
          </p:nvPr>
        </p:nvSpPr>
        <p:spPr/>
        <p:txBody>
          <a:bodyPr/>
          <a:lstStyle/>
          <a:p>
            <a:r>
              <a:rPr lang="en-IN" sz="2400" b="0" dirty="0"/>
              <a:t>Control Hazard</a:t>
            </a:r>
          </a:p>
        </p:txBody>
      </p:sp>
      <p:sp>
        <p:nvSpPr>
          <p:cNvPr id="3" name="Rectangle 2">
            <a:extLst>
              <a:ext uri="{FF2B5EF4-FFF2-40B4-BE49-F238E27FC236}">
                <a16:creationId xmlns:a16="http://schemas.microsoft.com/office/drawing/2014/main" id="{3DC61F28-6DF5-4822-97BA-D259880B886D}"/>
              </a:ext>
            </a:extLst>
          </p:cNvPr>
          <p:cNvSpPr/>
          <p:nvPr/>
        </p:nvSpPr>
        <p:spPr>
          <a:xfrm>
            <a:off x="395536" y="1090446"/>
            <a:ext cx="7056784" cy="5113644"/>
          </a:xfrm>
          <a:prstGeom prst="rect">
            <a:avLst/>
          </a:prstGeom>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srgbClr val="000000"/>
                </a:solidFill>
                <a:effectLst/>
                <a:uLnTx/>
                <a:uFillTx/>
                <a:latin typeface="Arial"/>
                <a:ea typeface="ＭＳ Ｐゴシック"/>
                <a:cs typeface="+mn-cs"/>
              </a:rPr>
              <a:t>Also known as a branch hazard</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srgbClr val="000000"/>
                </a:solidFill>
                <a:effectLst/>
                <a:uLnTx/>
                <a:uFillTx/>
                <a:latin typeface="Arial"/>
                <a:ea typeface="ＭＳ Ｐゴシック"/>
                <a:cs typeface="+mn-cs"/>
              </a:rPr>
              <a:t>Occurs when the pipeline makes the wrong decision on a branch prediction</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srgbClr val="000000"/>
                </a:solidFill>
                <a:effectLst/>
                <a:uLnTx/>
                <a:uFillTx/>
                <a:latin typeface="Arial"/>
                <a:ea typeface="ＭＳ Ｐゴシック"/>
                <a:cs typeface="+mn-cs"/>
              </a:rPr>
              <a:t>Brings instructions into the pipeline that must subsequently be discarded</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srgbClr val="000000"/>
                </a:solidFill>
                <a:effectLst/>
                <a:uLnTx/>
                <a:uFillTx/>
                <a:latin typeface="Arial"/>
                <a:ea typeface="ＭＳ Ｐゴシック"/>
                <a:cs typeface="+mn-cs"/>
              </a:rPr>
              <a:t>Dealing with Branches: </a:t>
            </a:r>
          </a:p>
          <a:p>
            <a:pPr marL="800100" marR="0" lvl="1"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2000" b="0" i="0" u="none" strike="noStrike" kern="1200" cap="none" spc="0" normalizeH="0" baseline="0" noProof="0" dirty="0">
                <a:ln>
                  <a:noFill/>
                </a:ln>
                <a:solidFill>
                  <a:srgbClr val="000000"/>
                </a:solidFill>
                <a:effectLst/>
                <a:uLnTx/>
                <a:uFillTx/>
                <a:latin typeface="Arial"/>
                <a:ea typeface="ＭＳ Ｐゴシック"/>
                <a:cs typeface="+mn-cs"/>
              </a:rPr>
              <a:t> Multiple streams</a:t>
            </a:r>
          </a:p>
          <a:p>
            <a:pPr marL="800100" marR="0" lvl="1"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2000" b="0" i="0" u="none" strike="noStrike" kern="1200" cap="none" spc="0" normalizeH="0" baseline="0" noProof="0" dirty="0">
                <a:ln>
                  <a:noFill/>
                </a:ln>
                <a:solidFill>
                  <a:srgbClr val="000000"/>
                </a:solidFill>
                <a:effectLst/>
                <a:uLnTx/>
                <a:uFillTx/>
                <a:latin typeface="Arial"/>
                <a:ea typeface="ＭＳ Ｐゴシック"/>
                <a:cs typeface="+mn-cs"/>
              </a:rPr>
              <a:t> Prefetch branch target </a:t>
            </a:r>
          </a:p>
          <a:p>
            <a:pPr marL="800100" marR="0" lvl="1"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2000" b="0" i="0" u="none" strike="noStrike" kern="1200" cap="none" spc="0" normalizeH="0" baseline="0" noProof="0" dirty="0">
                <a:ln>
                  <a:noFill/>
                </a:ln>
                <a:solidFill>
                  <a:srgbClr val="000000"/>
                </a:solidFill>
                <a:effectLst/>
                <a:uLnTx/>
                <a:uFillTx/>
                <a:latin typeface="Arial"/>
                <a:ea typeface="ＭＳ Ｐゴシック"/>
                <a:cs typeface="+mn-cs"/>
              </a:rPr>
              <a:t> Loop buffer </a:t>
            </a:r>
          </a:p>
          <a:p>
            <a:pPr marL="800100" marR="0" lvl="1"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2000" b="0" i="0" u="none" strike="noStrike" kern="1200" cap="none" spc="0" normalizeH="0" baseline="0" noProof="0" dirty="0">
                <a:ln>
                  <a:noFill/>
                </a:ln>
                <a:solidFill>
                  <a:srgbClr val="000000"/>
                </a:solidFill>
                <a:effectLst/>
                <a:uLnTx/>
                <a:uFillTx/>
                <a:latin typeface="Arial"/>
                <a:ea typeface="ＭＳ Ｐゴシック"/>
                <a:cs typeface="+mn-cs"/>
              </a:rPr>
              <a:t> Branch prediction </a:t>
            </a:r>
          </a:p>
          <a:p>
            <a:pPr marL="800100" marR="0" lvl="1"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2000" b="0" i="0" u="none" strike="noStrike" kern="1200" cap="none" spc="0" normalizeH="0" baseline="0" noProof="0" dirty="0">
                <a:ln>
                  <a:noFill/>
                </a:ln>
                <a:solidFill>
                  <a:srgbClr val="000000"/>
                </a:solidFill>
                <a:effectLst/>
                <a:uLnTx/>
                <a:uFillTx/>
                <a:latin typeface="Arial"/>
                <a:ea typeface="ＭＳ Ｐゴシック"/>
                <a:cs typeface="+mn-cs"/>
              </a:rPr>
              <a:t> Delayed branch</a:t>
            </a:r>
            <a:endParaRPr kumimoji="0" lang="en-IN" sz="2000" b="0" i="0" u="none" strike="noStrike" kern="1200" cap="none" spc="0" normalizeH="0" baseline="0" noProof="0" dirty="0">
              <a:ln>
                <a:noFill/>
              </a:ln>
              <a:solidFill>
                <a:srgbClr val="000000"/>
              </a:solidFill>
              <a:effectLst/>
              <a:uLnTx/>
              <a:uFillTx/>
              <a:latin typeface="Arial"/>
              <a:ea typeface="ＭＳ Ｐゴシック"/>
              <a:cs typeface="+mn-cs"/>
            </a:endParaRPr>
          </a:p>
        </p:txBody>
      </p:sp>
    </p:spTree>
    <p:extLst>
      <p:ext uri="{BB962C8B-B14F-4D97-AF65-F5344CB8AC3E}">
        <p14:creationId xmlns:p14="http://schemas.microsoft.com/office/powerpoint/2010/main" val="21813631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D81EC-36D8-4E6A-80D2-5E0A3331D07B}"/>
              </a:ext>
            </a:extLst>
          </p:cNvPr>
          <p:cNvSpPr>
            <a:spLocks noGrp="1"/>
          </p:cNvSpPr>
          <p:nvPr>
            <p:ph type="title"/>
          </p:nvPr>
        </p:nvSpPr>
        <p:spPr/>
        <p:txBody>
          <a:bodyPr/>
          <a:lstStyle/>
          <a:p>
            <a:r>
              <a:rPr lang="en-IN" sz="2400" b="0" dirty="0"/>
              <a:t>Multiple Streams</a:t>
            </a:r>
          </a:p>
        </p:txBody>
      </p:sp>
      <p:sp>
        <p:nvSpPr>
          <p:cNvPr id="3" name="TextBox 2">
            <a:extLst>
              <a:ext uri="{FF2B5EF4-FFF2-40B4-BE49-F238E27FC236}">
                <a16:creationId xmlns:a16="http://schemas.microsoft.com/office/drawing/2014/main" id="{91355E78-E758-4C38-886A-647D2B1835A4}"/>
              </a:ext>
            </a:extLst>
          </p:cNvPr>
          <p:cNvSpPr txBox="1"/>
          <p:nvPr/>
        </p:nvSpPr>
        <p:spPr>
          <a:xfrm>
            <a:off x="251520" y="999667"/>
            <a:ext cx="8568952" cy="785343"/>
          </a:xfrm>
          <a:prstGeom prst="rect">
            <a:avLst/>
          </a:prstGeom>
          <a:solidFill>
            <a:schemeClr val="tx2">
              <a:lumMod val="10000"/>
              <a:lumOff val="90000"/>
            </a:schemeClr>
          </a:solid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a:ea typeface="ＭＳ Ｐゴシック"/>
                <a:cs typeface="+mn-cs"/>
              </a:rPr>
              <a:t>A simple pipeline suffers a penalty for a branch instruction because it must choose one of two instructions to fetch next and may make the wrong choice</a:t>
            </a:r>
            <a:endParaRPr kumimoji="0" lang="en-IN" sz="1600" b="0" i="0" u="none" strike="noStrike" kern="1200" cap="none" spc="0" normalizeH="0" baseline="0" noProof="0" dirty="0">
              <a:ln>
                <a:noFill/>
              </a:ln>
              <a:solidFill>
                <a:srgbClr val="000000"/>
              </a:solidFill>
              <a:effectLst/>
              <a:uLnTx/>
              <a:uFillTx/>
              <a:latin typeface="Arial"/>
              <a:ea typeface="ＭＳ Ｐゴシック"/>
              <a:cs typeface="+mn-cs"/>
            </a:endParaRPr>
          </a:p>
        </p:txBody>
      </p:sp>
      <p:sp>
        <p:nvSpPr>
          <p:cNvPr id="4" name="TextBox 3">
            <a:extLst>
              <a:ext uri="{FF2B5EF4-FFF2-40B4-BE49-F238E27FC236}">
                <a16:creationId xmlns:a16="http://schemas.microsoft.com/office/drawing/2014/main" id="{8E330615-C759-4842-9480-B38932BCE2C3}"/>
              </a:ext>
            </a:extLst>
          </p:cNvPr>
          <p:cNvSpPr txBox="1"/>
          <p:nvPr/>
        </p:nvSpPr>
        <p:spPr>
          <a:xfrm>
            <a:off x="71500" y="2392315"/>
            <a:ext cx="8568952" cy="872034"/>
          </a:xfrm>
          <a:prstGeom prst="rect">
            <a:avLst/>
          </a:prstGeom>
          <a:solidFill>
            <a:schemeClr val="accent1"/>
          </a:solid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b="0" i="0" u="none" strike="noStrike" kern="1200" cap="none" spc="0" normalizeH="0" baseline="0" noProof="0" dirty="0">
                <a:ln>
                  <a:noFill/>
                </a:ln>
                <a:solidFill>
                  <a:srgbClr val="000000"/>
                </a:solidFill>
                <a:effectLst/>
                <a:uLnTx/>
                <a:uFillTx/>
                <a:latin typeface="Arial"/>
                <a:ea typeface="ＭＳ Ｐゴシック"/>
                <a:cs typeface="+mn-cs"/>
              </a:rPr>
              <a:t>A brute-force approach is to replicate the initial portions of the pipeline and allow the pipeline to fetch both instructions, making use of two streams</a:t>
            </a:r>
            <a:endParaRPr kumimoji="0" lang="en-IN" b="0" i="0" u="none" strike="noStrike" kern="1200" cap="none" spc="0" normalizeH="0" baseline="0" noProof="0" dirty="0">
              <a:ln>
                <a:noFill/>
              </a:ln>
              <a:solidFill>
                <a:srgbClr val="000000"/>
              </a:solidFill>
              <a:effectLst/>
              <a:uLnTx/>
              <a:uFillTx/>
              <a:latin typeface="Arial"/>
              <a:ea typeface="ＭＳ Ｐゴシック"/>
              <a:cs typeface="+mn-cs"/>
            </a:endParaRPr>
          </a:p>
        </p:txBody>
      </p:sp>
      <p:sp>
        <p:nvSpPr>
          <p:cNvPr id="6" name="TextBox 5">
            <a:extLst>
              <a:ext uri="{FF2B5EF4-FFF2-40B4-BE49-F238E27FC236}">
                <a16:creationId xmlns:a16="http://schemas.microsoft.com/office/drawing/2014/main" id="{BE0CD778-27DD-4C8C-B297-3274AAC02266}"/>
              </a:ext>
            </a:extLst>
          </p:cNvPr>
          <p:cNvSpPr txBox="1"/>
          <p:nvPr/>
        </p:nvSpPr>
        <p:spPr>
          <a:xfrm>
            <a:off x="91288" y="4210197"/>
            <a:ext cx="9072500" cy="1524007"/>
          </a:xfrm>
          <a:prstGeom prst="rect">
            <a:avLst/>
          </a:prstGeom>
          <a:solidFill>
            <a:srgbClr val="92D050"/>
          </a:solid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a:ea typeface="ＭＳ Ｐゴシック"/>
                <a:cs typeface="+mn-cs"/>
              </a:rPr>
              <a:t>Drawbacks: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a:ea typeface="ＭＳ Ｐゴシック"/>
                <a:cs typeface="+mn-cs"/>
              </a:rPr>
              <a:t>• With multiple pipelines there are contention delays for access to the registers and to memory</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a:ea typeface="ＭＳ Ｐゴシック"/>
                <a:cs typeface="+mn-cs"/>
              </a:rPr>
              <a:t> • Additional branch instructions may enter the pipeline before the original branch decision is resolved </a:t>
            </a:r>
            <a:endParaRPr kumimoji="0" lang="en-IN" sz="1600" b="0" i="0" u="none" strike="noStrike" kern="1200" cap="none" spc="0" normalizeH="0" baseline="0" noProof="0" dirty="0">
              <a:ln>
                <a:noFill/>
              </a:ln>
              <a:solidFill>
                <a:srgbClr val="000000"/>
              </a:solidFill>
              <a:effectLst/>
              <a:uLnTx/>
              <a:uFillTx/>
              <a:latin typeface="Arial"/>
              <a:ea typeface="ＭＳ Ｐゴシック"/>
              <a:cs typeface="+mn-cs"/>
            </a:endParaRPr>
          </a:p>
        </p:txBody>
      </p:sp>
      <p:sp>
        <p:nvSpPr>
          <p:cNvPr id="7" name="Arrow: Down 6">
            <a:extLst>
              <a:ext uri="{FF2B5EF4-FFF2-40B4-BE49-F238E27FC236}">
                <a16:creationId xmlns:a16="http://schemas.microsoft.com/office/drawing/2014/main" id="{DD93F8D8-5C3A-4EFE-B3B1-5E4E11BD1DF1}"/>
              </a:ext>
            </a:extLst>
          </p:cNvPr>
          <p:cNvSpPr/>
          <p:nvPr/>
        </p:nvSpPr>
        <p:spPr>
          <a:xfrm>
            <a:off x="7182290" y="1789152"/>
            <a:ext cx="540060" cy="611820"/>
          </a:xfrm>
          <a:prstGeom prst="downArrow">
            <a:avLst/>
          </a:prstGeom>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err="1">
              <a:ln>
                <a:noFill/>
              </a:ln>
              <a:solidFill>
                <a:srgbClr val="000000"/>
              </a:solidFill>
              <a:effectLst/>
              <a:uLnTx/>
              <a:uFillTx/>
              <a:latin typeface="Arial"/>
              <a:ea typeface="ＭＳ Ｐゴシック"/>
              <a:cs typeface="+mn-cs"/>
            </a:endParaRPr>
          </a:p>
        </p:txBody>
      </p:sp>
      <p:sp>
        <p:nvSpPr>
          <p:cNvPr id="8" name="Arrow: Down 7">
            <a:extLst>
              <a:ext uri="{FF2B5EF4-FFF2-40B4-BE49-F238E27FC236}">
                <a16:creationId xmlns:a16="http://schemas.microsoft.com/office/drawing/2014/main" id="{CD9A1ACF-1427-4F8D-9C05-190D7DD9211B}"/>
              </a:ext>
            </a:extLst>
          </p:cNvPr>
          <p:cNvSpPr/>
          <p:nvPr/>
        </p:nvSpPr>
        <p:spPr>
          <a:xfrm>
            <a:off x="6648450" y="3252649"/>
            <a:ext cx="803870" cy="1015663"/>
          </a:xfrm>
          <a:prstGeom prst="downArrow">
            <a:avLst/>
          </a:prstGeom>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err="1">
              <a:ln>
                <a:noFill/>
              </a:ln>
              <a:solidFill>
                <a:srgbClr val="000000"/>
              </a:solidFill>
              <a:effectLst/>
              <a:uLnTx/>
              <a:uFillTx/>
              <a:latin typeface="Arial"/>
              <a:ea typeface="ＭＳ Ｐゴシック"/>
              <a:cs typeface="+mn-cs"/>
            </a:endParaRPr>
          </a:p>
        </p:txBody>
      </p:sp>
      <p:sp>
        <p:nvSpPr>
          <p:cNvPr id="9" name="Rectangle 8">
            <a:extLst>
              <a:ext uri="{FF2B5EF4-FFF2-40B4-BE49-F238E27FC236}">
                <a16:creationId xmlns:a16="http://schemas.microsoft.com/office/drawing/2014/main" id="{1D8B79C2-B045-4377-8734-68E5D09290D7}"/>
              </a:ext>
            </a:extLst>
          </p:cNvPr>
          <p:cNvSpPr/>
          <p:nvPr/>
        </p:nvSpPr>
        <p:spPr>
          <a:xfrm>
            <a:off x="0" y="5733256"/>
            <a:ext cx="8640452" cy="785343"/>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0000"/>
                </a:solidFill>
                <a:effectLst/>
                <a:uLnTx/>
                <a:uFillTx/>
                <a:latin typeface="Arial"/>
                <a:ea typeface="ＭＳ Ｐゴシック"/>
                <a:cs typeface="+mn-cs"/>
              </a:rPr>
              <a:t>Despite these drawbacks, this strategy can improve performance. Examples of machines with two or more pipeline streams are the IBM 370/168 and the IBM 3033</a:t>
            </a:r>
            <a:endParaRPr kumimoji="0" lang="en-IN" sz="1600" b="0" i="0" u="none" strike="noStrike" kern="1200" cap="none" spc="0" normalizeH="0" baseline="0" noProof="0" dirty="0">
              <a:ln>
                <a:noFill/>
              </a:ln>
              <a:solidFill>
                <a:srgbClr val="FF0000"/>
              </a:solidFill>
              <a:effectLst/>
              <a:uLnTx/>
              <a:uFillTx/>
              <a:latin typeface="Arial"/>
              <a:ea typeface="ＭＳ Ｐゴシック"/>
              <a:cs typeface="+mn-cs"/>
            </a:endParaRPr>
          </a:p>
        </p:txBody>
      </p:sp>
    </p:spTree>
    <p:extLst>
      <p:ext uri="{BB962C8B-B14F-4D97-AF65-F5344CB8AC3E}">
        <p14:creationId xmlns:p14="http://schemas.microsoft.com/office/powerpoint/2010/main" val="22287313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14C14-9C2C-47AD-AC14-D6A90F76D8C1}"/>
              </a:ext>
            </a:extLst>
          </p:cNvPr>
          <p:cNvSpPr>
            <a:spLocks noGrp="1"/>
          </p:cNvSpPr>
          <p:nvPr>
            <p:ph type="title"/>
          </p:nvPr>
        </p:nvSpPr>
        <p:spPr/>
        <p:txBody>
          <a:bodyPr/>
          <a:lstStyle/>
          <a:p>
            <a:r>
              <a:rPr lang="en-IN" sz="2400" b="0" dirty="0"/>
              <a:t>Prefetch Branch Target</a:t>
            </a:r>
          </a:p>
        </p:txBody>
      </p:sp>
      <p:sp>
        <p:nvSpPr>
          <p:cNvPr id="3" name="Rectangle 2">
            <a:extLst>
              <a:ext uri="{FF2B5EF4-FFF2-40B4-BE49-F238E27FC236}">
                <a16:creationId xmlns:a16="http://schemas.microsoft.com/office/drawing/2014/main" id="{62BD621E-850F-412B-A0E8-08CBAAD29832}"/>
              </a:ext>
            </a:extLst>
          </p:cNvPr>
          <p:cNvSpPr/>
          <p:nvPr/>
        </p:nvSpPr>
        <p:spPr>
          <a:xfrm>
            <a:off x="467544" y="1484784"/>
            <a:ext cx="7848872" cy="4455835"/>
          </a:xfrm>
          <a:prstGeom prst="rect">
            <a:avLst/>
          </a:prstGeom>
        </p:spPr>
        <p:txBody>
          <a:bodyPr wrap="square">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dirty="0">
                <a:ln>
                  <a:noFill/>
                </a:ln>
                <a:solidFill>
                  <a:srgbClr val="000000"/>
                </a:solidFill>
                <a:effectLst/>
                <a:uLnTx/>
                <a:uFillTx/>
                <a:latin typeface="Arial"/>
                <a:ea typeface="ＭＳ Ｐゴシック"/>
                <a:cs typeface="+mn-cs"/>
              </a:rPr>
              <a:t>When a conditional branch is recognized, the target of the branch is prefetched, in addition to the instruction following the branch</a:t>
            </a: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dirty="0">
                <a:ln>
                  <a:noFill/>
                </a:ln>
                <a:solidFill>
                  <a:srgbClr val="000000"/>
                </a:solidFill>
                <a:effectLst/>
                <a:uLnTx/>
                <a:uFillTx/>
                <a:latin typeface="Arial"/>
                <a:ea typeface="ＭＳ Ｐゴシック"/>
                <a:cs typeface="+mn-cs"/>
              </a:rPr>
              <a:t>Target is then saved until the branch instruction is executed</a:t>
            </a: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dirty="0">
                <a:ln>
                  <a:noFill/>
                </a:ln>
                <a:solidFill>
                  <a:srgbClr val="000000"/>
                </a:solidFill>
                <a:effectLst/>
                <a:uLnTx/>
                <a:uFillTx/>
                <a:latin typeface="Arial"/>
                <a:ea typeface="ＭＳ Ｐゴシック"/>
                <a:cs typeface="+mn-cs"/>
              </a:rPr>
              <a:t>If the branch is taken, the target has already been prefetched</a:t>
            </a: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dirty="0">
                <a:ln>
                  <a:noFill/>
                </a:ln>
                <a:solidFill>
                  <a:srgbClr val="000000"/>
                </a:solidFill>
                <a:effectLst/>
                <a:uLnTx/>
                <a:uFillTx/>
                <a:latin typeface="Arial"/>
                <a:ea typeface="ＭＳ Ｐゴシック"/>
                <a:cs typeface="+mn-cs"/>
              </a:rPr>
              <a:t>IBM 360/91 uses this approach</a:t>
            </a:r>
            <a:endParaRPr kumimoji="0" lang="en-IN" sz="2400" b="0" i="0" u="none" strike="noStrike" kern="1200" cap="none" spc="0" normalizeH="0" baseline="0" noProof="0" dirty="0">
              <a:ln>
                <a:noFill/>
              </a:ln>
              <a:solidFill>
                <a:srgbClr val="000000"/>
              </a:solidFill>
              <a:effectLst/>
              <a:uLnTx/>
              <a:uFillTx/>
              <a:latin typeface="Arial"/>
              <a:ea typeface="ＭＳ Ｐゴシック"/>
              <a:cs typeface="+mn-cs"/>
            </a:endParaRPr>
          </a:p>
        </p:txBody>
      </p:sp>
    </p:spTree>
    <p:extLst>
      <p:ext uri="{BB962C8B-B14F-4D97-AF65-F5344CB8AC3E}">
        <p14:creationId xmlns:p14="http://schemas.microsoft.com/office/powerpoint/2010/main" val="12104836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CB8C1-0635-4FCE-9A40-A753C4006436}"/>
              </a:ext>
            </a:extLst>
          </p:cNvPr>
          <p:cNvSpPr>
            <a:spLocks noGrp="1"/>
          </p:cNvSpPr>
          <p:nvPr>
            <p:ph type="title"/>
          </p:nvPr>
        </p:nvSpPr>
        <p:spPr/>
        <p:txBody>
          <a:bodyPr/>
          <a:lstStyle/>
          <a:p>
            <a:r>
              <a:rPr lang="en-IN" sz="2400" dirty="0"/>
              <a:t>Loop Buffer</a:t>
            </a:r>
          </a:p>
        </p:txBody>
      </p:sp>
      <p:sp>
        <p:nvSpPr>
          <p:cNvPr id="3" name="Rectangle 2">
            <a:extLst>
              <a:ext uri="{FF2B5EF4-FFF2-40B4-BE49-F238E27FC236}">
                <a16:creationId xmlns:a16="http://schemas.microsoft.com/office/drawing/2014/main" id="{A4F3F0E8-B4FA-4FD1-9128-7D5611F96826}"/>
              </a:ext>
            </a:extLst>
          </p:cNvPr>
          <p:cNvSpPr/>
          <p:nvPr/>
        </p:nvSpPr>
        <p:spPr>
          <a:xfrm>
            <a:off x="539552" y="1028343"/>
            <a:ext cx="7776864" cy="5442516"/>
          </a:xfrm>
          <a:prstGeom prst="rect">
            <a:avLst/>
          </a:prstGeom>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Small, very-high speed memory maintained by the instruction fetch stage of the pipeline and containing the n most recently fetched instructions, in sequence</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Benefits:</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Instructions fetched in sequence will be available without the usual memory access time</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If a branch occurs to a target just a few locations ahead of the address of the branch instruction, the target will already be in the buffer </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This strategy is particularly well suited to dealing with loops</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Similar in principle to a cache dedicated to instructions </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Differences: </a:t>
            </a:r>
          </a:p>
          <a:p>
            <a:pPr marL="742950" marR="0" lvl="1"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The loop buffer only retains instructions in sequence</a:t>
            </a:r>
          </a:p>
          <a:p>
            <a:pPr marL="742950" marR="0" lvl="1"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Is much smaller in size and hence lower in cost </a:t>
            </a:r>
            <a:endParaRPr kumimoji="0" lang="en-IN" sz="1800" b="0" i="0" u="none" strike="noStrike" kern="1200" cap="none" spc="0" normalizeH="0" baseline="0" noProof="0" dirty="0">
              <a:ln>
                <a:noFill/>
              </a:ln>
              <a:solidFill>
                <a:srgbClr val="000000"/>
              </a:solidFill>
              <a:effectLst/>
              <a:uLnTx/>
              <a:uFillTx/>
              <a:latin typeface="Arial"/>
              <a:ea typeface="ＭＳ Ｐゴシック"/>
              <a:cs typeface="+mn-cs"/>
            </a:endParaRPr>
          </a:p>
        </p:txBody>
      </p:sp>
    </p:spTree>
    <p:extLst>
      <p:ext uri="{BB962C8B-B14F-4D97-AF65-F5344CB8AC3E}">
        <p14:creationId xmlns:p14="http://schemas.microsoft.com/office/powerpoint/2010/main" val="23331884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B3151-826D-4E48-BB6A-7196F3D34E1B}"/>
              </a:ext>
            </a:extLst>
          </p:cNvPr>
          <p:cNvSpPr>
            <a:spLocks noGrp="1"/>
          </p:cNvSpPr>
          <p:nvPr>
            <p:ph type="title"/>
          </p:nvPr>
        </p:nvSpPr>
        <p:spPr/>
        <p:txBody>
          <a:bodyPr/>
          <a:lstStyle/>
          <a:p>
            <a:r>
              <a:rPr lang="en-GB" sz="2800" b="0" dirty="0"/>
              <a:t>Loop Buffer Diagram</a:t>
            </a:r>
            <a:endParaRPr lang="en-IN" sz="2800" b="0" dirty="0"/>
          </a:p>
        </p:txBody>
      </p:sp>
      <p:pic>
        <p:nvPicPr>
          <p:cNvPr id="3" name="Picture 4">
            <a:extLst>
              <a:ext uri="{FF2B5EF4-FFF2-40B4-BE49-F238E27FC236}">
                <a16:creationId xmlns:a16="http://schemas.microsoft.com/office/drawing/2014/main" id="{C91490E2-80BB-42FA-B22F-31A635E12D2F}"/>
              </a:ext>
            </a:extLst>
          </p:cNvPr>
          <p:cNvPicPr>
            <a:picLocks noChangeAspect="1" noChangeArrowheads="1"/>
          </p:cNvPicPr>
          <p:nvPr/>
        </p:nvPicPr>
        <p:blipFill>
          <a:blip r:embed="rId2"/>
          <a:srcRect l="18454" t="22864" r="14177" b="47829"/>
          <a:stretch>
            <a:fillRect/>
          </a:stretch>
        </p:blipFill>
        <p:spPr bwMode="auto">
          <a:xfrm>
            <a:off x="1143000" y="1403350"/>
            <a:ext cx="6705600" cy="3778250"/>
          </a:xfrm>
          <a:prstGeom prst="rect">
            <a:avLst/>
          </a:prstGeom>
          <a:noFill/>
          <a:ln w="9525">
            <a:noFill/>
            <a:miter lim="800000"/>
            <a:headEnd/>
            <a:tailEnd/>
          </a:ln>
          <a:effectLst/>
        </p:spPr>
      </p:pic>
      <p:sp>
        <p:nvSpPr>
          <p:cNvPr id="4" name="Rectangle 3">
            <a:extLst>
              <a:ext uri="{FF2B5EF4-FFF2-40B4-BE49-F238E27FC236}">
                <a16:creationId xmlns:a16="http://schemas.microsoft.com/office/drawing/2014/main" id="{EA4747CB-87F4-4223-8984-3173009090C7}"/>
              </a:ext>
            </a:extLst>
          </p:cNvPr>
          <p:cNvSpPr/>
          <p:nvPr/>
        </p:nvSpPr>
        <p:spPr>
          <a:xfrm>
            <a:off x="899592" y="2852936"/>
            <a:ext cx="1762021" cy="369332"/>
          </a:xfrm>
          <a:prstGeom prst="rect">
            <a:avLst/>
          </a:prstGeom>
        </p:spPr>
        <p:txBody>
          <a:bodyPr wrap="none">
            <a:spAutoFit/>
          </a:bodyPr>
          <a:lstStyle/>
          <a:p>
            <a:r>
              <a:rPr lang="en-IN" dirty="0">
                <a:solidFill>
                  <a:srgbClr val="7030A0"/>
                </a:solidFill>
              </a:rPr>
              <a:t>least significant</a:t>
            </a:r>
          </a:p>
        </p:txBody>
      </p:sp>
      <p:sp>
        <p:nvSpPr>
          <p:cNvPr id="5" name="Rectangle 4">
            <a:extLst>
              <a:ext uri="{FF2B5EF4-FFF2-40B4-BE49-F238E27FC236}">
                <a16:creationId xmlns:a16="http://schemas.microsoft.com/office/drawing/2014/main" id="{86FD227A-F1CC-4930-8513-AE497FE8EC3A}"/>
              </a:ext>
            </a:extLst>
          </p:cNvPr>
          <p:cNvSpPr/>
          <p:nvPr/>
        </p:nvSpPr>
        <p:spPr>
          <a:xfrm>
            <a:off x="489106" y="5404534"/>
            <a:ext cx="8013387" cy="872034"/>
          </a:xfrm>
          <a:prstGeom prst="rect">
            <a:avLst/>
          </a:prstGeom>
        </p:spPr>
        <p:txBody>
          <a:bodyPr wrap="square">
            <a:spAutoFit/>
          </a:bodyPr>
          <a:lstStyle/>
          <a:p>
            <a:pPr>
              <a:lnSpc>
                <a:spcPct val="150000"/>
              </a:lnSpc>
            </a:pPr>
            <a:r>
              <a:rPr lang="en-US" dirty="0">
                <a:solidFill>
                  <a:srgbClr val="7030A0"/>
                </a:solidFill>
              </a:rPr>
              <a:t>The remaining most significant bits are checked to determine if the branch target lies within the environment captured by the buffer</a:t>
            </a:r>
            <a:endParaRPr lang="en-IN" dirty="0">
              <a:solidFill>
                <a:srgbClr val="7030A0"/>
              </a:solidFill>
            </a:endParaRPr>
          </a:p>
        </p:txBody>
      </p:sp>
    </p:spTree>
    <p:extLst>
      <p:ext uri="{BB962C8B-B14F-4D97-AF65-F5344CB8AC3E}">
        <p14:creationId xmlns:p14="http://schemas.microsoft.com/office/powerpoint/2010/main" val="38974406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E95B4-D641-4FAE-B1DC-D9F810DD4846}"/>
              </a:ext>
            </a:extLst>
          </p:cNvPr>
          <p:cNvSpPr>
            <a:spLocks noGrp="1"/>
          </p:cNvSpPr>
          <p:nvPr>
            <p:ph type="title"/>
          </p:nvPr>
        </p:nvSpPr>
        <p:spPr/>
        <p:txBody>
          <a:bodyPr/>
          <a:lstStyle/>
          <a:p>
            <a:r>
              <a:rPr lang="en-IN" sz="2400" b="0" dirty="0"/>
              <a:t>Branch Prediction</a:t>
            </a:r>
          </a:p>
        </p:txBody>
      </p:sp>
      <p:sp>
        <p:nvSpPr>
          <p:cNvPr id="3" name="Rectangle 2">
            <a:extLst>
              <a:ext uri="{FF2B5EF4-FFF2-40B4-BE49-F238E27FC236}">
                <a16:creationId xmlns:a16="http://schemas.microsoft.com/office/drawing/2014/main" id="{B0FF3524-C002-45FF-86BF-3327046A528D}"/>
              </a:ext>
            </a:extLst>
          </p:cNvPr>
          <p:cNvSpPr/>
          <p:nvPr/>
        </p:nvSpPr>
        <p:spPr>
          <a:xfrm>
            <a:off x="323528" y="1052736"/>
            <a:ext cx="7848872" cy="111440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Various techniques can be used to predict whether a branch will be taken: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ＭＳ Ｐゴシック"/>
              <a:cs typeface="+mn-cs"/>
            </a:endParaRPr>
          </a:p>
          <a:p>
            <a:pPr marL="0" marR="0" lvl="0" indent="0" algn="l" defTabSz="9144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a:t>
            </a:r>
          </a:p>
        </p:txBody>
      </p:sp>
      <p:graphicFrame>
        <p:nvGraphicFramePr>
          <p:cNvPr id="5" name="Table 4">
            <a:extLst>
              <a:ext uri="{FF2B5EF4-FFF2-40B4-BE49-F238E27FC236}">
                <a16:creationId xmlns:a16="http://schemas.microsoft.com/office/drawing/2014/main" id="{8BCD1C23-6773-4872-B384-DFCB0ABCC9D7}"/>
              </a:ext>
            </a:extLst>
          </p:cNvPr>
          <p:cNvGraphicFramePr>
            <a:graphicFrameLocks noGrp="1"/>
          </p:cNvGraphicFramePr>
          <p:nvPr/>
        </p:nvGraphicFramePr>
        <p:xfrm>
          <a:off x="323528" y="1609940"/>
          <a:ext cx="7848872" cy="3434748"/>
        </p:xfrm>
        <a:graphic>
          <a:graphicData uri="http://schemas.openxmlformats.org/drawingml/2006/table">
            <a:tbl>
              <a:tblPr firstRow="1" bandRow="1">
                <a:tableStyleId>{5C22544A-7EE6-4342-B048-85BDC9FD1C3A}</a:tableStyleId>
              </a:tblPr>
              <a:tblGrid>
                <a:gridCol w="3924436">
                  <a:extLst>
                    <a:ext uri="{9D8B030D-6E8A-4147-A177-3AD203B41FA5}">
                      <a16:colId xmlns:a16="http://schemas.microsoft.com/office/drawing/2014/main" val="1965829711"/>
                    </a:ext>
                  </a:extLst>
                </a:gridCol>
                <a:gridCol w="3924436">
                  <a:extLst>
                    <a:ext uri="{9D8B030D-6E8A-4147-A177-3AD203B41FA5}">
                      <a16:colId xmlns:a16="http://schemas.microsoft.com/office/drawing/2014/main" val="987141124"/>
                    </a:ext>
                  </a:extLst>
                </a:gridCol>
              </a:tblGrid>
              <a:tr h="370840">
                <a:tc>
                  <a:txBody>
                    <a:bodyPr/>
                    <a:lstStyle/>
                    <a:p>
                      <a:r>
                        <a:rPr lang="en-US" sz="2000" dirty="0"/>
                        <a:t>1. Predict never taken </a:t>
                      </a:r>
                      <a:endParaRPr lang="en-IN" sz="2000" dirty="0"/>
                    </a:p>
                  </a:txBody>
                  <a:tcPr/>
                </a:tc>
                <a:tc rowSpan="3">
                  <a:txBody>
                    <a:bodyPr/>
                    <a:lstStyle/>
                    <a:p>
                      <a:r>
                        <a:rPr lang="en-US" sz="2000" dirty="0"/>
                        <a:t> These approaches are static They do not depend on the execution history up to the time of the conditional branch instruction </a:t>
                      </a:r>
                      <a:endParaRPr lang="en-IN" sz="2000" dirty="0"/>
                    </a:p>
                  </a:txBody>
                  <a:tcPr/>
                </a:tc>
                <a:extLst>
                  <a:ext uri="{0D108BD9-81ED-4DB2-BD59-A6C34878D82A}">
                    <a16:rowId xmlns:a16="http://schemas.microsoft.com/office/drawing/2014/main" val="3812265086"/>
                  </a:ext>
                </a:extLst>
              </a:tr>
              <a:tr h="370840">
                <a:tc>
                  <a:txBody>
                    <a:bodyPr/>
                    <a:lstStyle/>
                    <a:p>
                      <a:pPr marL="0" marR="0" lvl="0" indent="0" algn="l" defTabSz="932566" rtl="0" eaLnBrk="1" fontAlgn="auto" latinLnBrk="0" hangingPunct="1">
                        <a:lnSpc>
                          <a:spcPct val="100000"/>
                        </a:lnSpc>
                        <a:spcBef>
                          <a:spcPts val="0"/>
                        </a:spcBef>
                        <a:spcAft>
                          <a:spcPts val="0"/>
                        </a:spcAft>
                        <a:buClrTx/>
                        <a:buSzTx/>
                        <a:buFontTx/>
                        <a:buNone/>
                        <a:tabLst/>
                        <a:defRPr/>
                      </a:pPr>
                      <a:r>
                        <a:rPr lang="en-US" sz="2000" dirty="0"/>
                        <a:t>2. Predict always taken</a:t>
                      </a:r>
                      <a:endParaRPr lang="en-IN" sz="2000" dirty="0"/>
                    </a:p>
                  </a:txBody>
                  <a:tcPr/>
                </a:tc>
                <a:tc vMerge="1">
                  <a:txBody>
                    <a:bodyPr/>
                    <a:lstStyle/>
                    <a:p>
                      <a:endParaRPr lang="en-IN" dirty="0"/>
                    </a:p>
                  </a:txBody>
                  <a:tcPr/>
                </a:tc>
                <a:extLst>
                  <a:ext uri="{0D108BD9-81ED-4DB2-BD59-A6C34878D82A}">
                    <a16:rowId xmlns:a16="http://schemas.microsoft.com/office/drawing/2014/main" val="181287100"/>
                  </a:ext>
                </a:extLst>
              </a:tr>
              <a:tr h="370840">
                <a:tc>
                  <a:txBody>
                    <a:bodyPr/>
                    <a:lstStyle/>
                    <a:p>
                      <a:pPr marL="0" marR="0" lvl="0" indent="0" algn="l" defTabSz="932566" rtl="0" eaLnBrk="1" fontAlgn="auto" latinLnBrk="0" hangingPunct="1">
                        <a:lnSpc>
                          <a:spcPct val="100000"/>
                        </a:lnSpc>
                        <a:spcBef>
                          <a:spcPts val="0"/>
                        </a:spcBef>
                        <a:spcAft>
                          <a:spcPts val="0"/>
                        </a:spcAft>
                        <a:buClrTx/>
                        <a:buSzTx/>
                        <a:buFontTx/>
                        <a:buNone/>
                        <a:tabLst/>
                        <a:defRPr/>
                      </a:pPr>
                      <a:r>
                        <a:rPr lang="en-US" sz="2000" dirty="0"/>
                        <a:t>3. Predict by opcode</a:t>
                      </a:r>
                      <a:endParaRPr lang="en-IN" sz="2000" dirty="0"/>
                    </a:p>
                  </a:txBody>
                  <a:tcPr/>
                </a:tc>
                <a:tc vMerge="1">
                  <a:txBody>
                    <a:bodyPr/>
                    <a:lstStyle/>
                    <a:p>
                      <a:endParaRPr lang="en-IN" dirty="0"/>
                    </a:p>
                  </a:txBody>
                  <a:tcPr/>
                </a:tc>
                <a:extLst>
                  <a:ext uri="{0D108BD9-81ED-4DB2-BD59-A6C34878D82A}">
                    <a16:rowId xmlns:a16="http://schemas.microsoft.com/office/drawing/2014/main" val="1254238472"/>
                  </a:ext>
                </a:extLst>
              </a:tr>
              <a:tr h="370840">
                <a:tc>
                  <a:txBody>
                    <a:bodyPr/>
                    <a:lstStyle/>
                    <a:p>
                      <a:endParaRPr lang="en-IN" sz="2000" dirty="0"/>
                    </a:p>
                  </a:txBody>
                  <a:tcPr/>
                </a:tc>
                <a:tc>
                  <a:txBody>
                    <a:bodyPr/>
                    <a:lstStyle/>
                    <a:p>
                      <a:endParaRPr lang="en-IN" sz="2000"/>
                    </a:p>
                  </a:txBody>
                  <a:tcPr/>
                </a:tc>
                <a:extLst>
                  <a:ext uri="{0D108BD9-81ED-4DB2-BD59-A6C34878D82A}">
                    <a16:rowId xmlns:a16="http://schemas.microsoft.com/office/drawing/2014/main" val="1699076091"/>
                  </a:ext>
                </a:extLst>
              </a:tr>
              <a:tr h="417228">
                <a:tc>
                  <a:txBody>
                    <a:bodyPr/>
                    <a:lstStyle/>
                    <a:p>
                      <a:endParaRPr lang="en-IN" sz="2000" dirty="0"/>
                    </a:p>
                  </a:txBody>
                  <a:tcPr/>
                </a:tc>
                <a:tc>
                  <a:txBody>
                    <a:bodyPr/>
                    <a:lstStyle/>
                    <a:p>
                      <a:endParaRPr lang="en-IN" sz="2000"/>
                    </a:p>
                  </a:txBody>
                  <a:tcPr/>
                </a:tc>
                <a:extLst>
                  <a:ext uri="{0D108BD9-81ED-4DB2-BD59-A6C34878D82A}">
                    <a16:rowId xmlns:a16="http://schemas.microsoft.com/office/drawing/2014/main" val="3363809366"/>
                  </a:ext>
                </a:extLst>
              </a:tr>
              <a:tr h="370840">
                <a:tc>
                  <a:txBody>
                    <a:bodyPr/>
                    <a:lstStyle/>
                    <a:p>
                      <a:r>
                        <a:rPr lang="en-IN" sz="2000" dirty="0"/>
                        <a:t>Taken/not taken switch</a:t>
                      </a:r>
                    </a:p>
                  </a:txBody>
                  <a:tcPr/>
                </a:tc>
                <a:tc rowSpan="2">
                  <a:txBody>
                    <a:bodyPr/>
                    <a:lstStyle/>
                    <a:p>
                      <a:r>
                        <a:rPr lang="en-US" sz="2000" dirty="0"/>
                        <a:t>These approaches are dynamic They depend on the execution history </a:t>
                      </a:r>
                      <a:endParaRPr lang="en-IN" sz="2000" dirty="0"/>
                    </a:p>
                  </a:txBody>
                  <a:tcPr/>
                </a:tc>
                <a:extLst>
                  <a:ext uri="{0D108BD9-81ED-4DB2-BD59-A6C34878D82A}">
                    <a16:rowId xmlns:a16="http://schemas.microsoft.com/office/drawing/2014/main" val="2504801310"/>
                  </a:ext>
                </a:extLst>
              </a:tr>
              <a:tr h="370840">
                <a:tc>
                  <a:txBody>
                    <a:bodyPr/>
                    <a:lstStyle/>
                    <a:p>
                      <a:r>
                        <a:rPr lang="en-IN" sz="2000" dirty="0"/>
                        <a:t>Taken/not taken switch</a:t>
                      </a:r>
                    </a:p>
                  </a:txBody>
                  <a:tcPr/>
                </a:tc>
                <a:tc vMerge="1">
                  <a:txBody>
                    <a:bodyPr/>
                    <a:lstStyle/>
                    <a:p>
                      <a:endParaRPr lang="en-IN" dirty="0"/>
                    </a:p>
                  </a:txBody>
                  <a:tcPr/>
                </a:tc>
                <a:extLst>
                  <a:ext uri="{0D108BD9-81ED-4DB2-BD59-A6C34878D82A}">
                    <a16:rowId xmlns:a16="http://schemas.microsoft.com/office/drawing/2014/main" val="3798632828"/>
                  </a:ext>
                </a:extLst>
              </a:tr>
            </a:tbl>
          </a:graphicData>
        </a:graphic>
      </p:graphicFrame>
    </p:spTree>
    <p:extLst>
      <p:ext uri="{BB962C8B-B14F-4D97-AF65-F5344CB8AC3E}">
        <p14:creationId xmlns:p14="http://schemas.microsoft.com/office/powerpoint/2010/main" val="34959067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63190-8550-4DA8-B63B-879104AF6684}"/>
              </a:ext>
            </a:extLst>
          </p:cNvPr>
          <p:cNvSpPr>
            <a:spLocks noGrp="1"/>
          </p:cNvSpPr>
          <p:nvPr>
            <p:ph type="title"/>
          </p:nvPr>
        </p:nvSpPr>
        <p:spPr/>
        <p:txBody>
          <a:bodyPr/>
          <a:lstStyle/>
          <a:p>
            <a:r>
              <a:rPr lang="en-GB" sz="2400" b="0" dirty="0"/>
              <a:t>Branch Prediction Flowchart</a:t>
            </a:r>
            <a:endParaRPr lang="en-IN" sz="2400" b="0" dirty="0"/>
          </a:p>
        </p:txBody>
      </p:sp>
      <p:pic>
        <p:nvPicPr>
          <p:cNvPr id="3" name="Picture 4">
            <a:extLst>
              <a:ext uri="{FF2B5EF4-FFF2-40B4-BE49-F238E27FC236}">
                <a16:creationId xmlns:a16="http://schemas.microsoft.com/office/drawing/2014/main" id="{902A2CD6-DBEC-443C-9189-E93F3C73D93B}"/>
              </a:ext>
            </a:extLst>
          </p:cNvPr>
          <p:cNvPicPr>
            <a:picLocks noChangeAspect="1" noChangeArrowheads="1"/>
          </p:cNvPicPr>
          <p:nvPr/>
        </p:nvPicPr>
        <p:blipFill>
          <a:blip r:embed="rId2"/>
          <a:srcRect l="14850" t="7666" r="21881" b="25034"/>
          <a:stretch>
            <a:fillRect/>
          </a:stretch>
        </p:blipFill>
        <p:spPr bwMode="auto">
          <a:xfrm>
            <a:off x="395536" y="1268760"/>
            <a:ext cx="3540824" cy="4878288"/>
          </a:xfrm>
          <a:prstGeom prst="rect">
            <a:avLst/>
          </a:prstGeom>
          <a:noFill/>
          <a:ln w="9525">
            <a:noFill/>
            <a:miter lim="800000"/>
            <a:headEnd/>
            <a:tailEnd/>
          </a:ln>
          <a:effectLst/>
        </p:spPr>
      </p:pic>
      <p:sp>
        <p:nvSpPr>
          <p:cNvPr id="4" name="Rectangle 3">
            <a:extLst>
              <a:ext uri="{FF2B5EF4-FFF2-40B4-BE49-F238E27FC236}">
                <a16:creationId xmlns:a16="http://schemas.microsoft.com/office/drawing/2014/main" id="{8F71710D-6339-43C4-866A-62F8E6500E98}"/>
              </a:ext>
            </a:extLst>
          </p:cNvPr>
          <p:cNvSpPr/>
          <p:nvPr/>
        </p:nvSpPr>
        <p:spPr>
          <a:xfrm>
            <a:off x="4141896" y="876613"/>
            <a:ext cx="4822591" cy="5442516"/>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With a single bit, all that can be recorded is whether the last execution of this instruction resulted in a branch or not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A shortcoming of using a single bit appears in the case of a conditional branch instruction that is almost always taken, such as a loop instruction. With only one bit of history, an error in prediction will occur twice for each use of the loop: once on entering the loop, and once on exiting.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If two bits are used, they can be used to record the result of the last two instances of the execution of the associated instruction</a:t>
            </a:r>
            <a:endParaRPr kumimoji="0" lang="en-IN" sz="1800" b="0" i="0" u="none" strike="noStrike" kern="1200" cap="none" spc="0" normalizeH="0" baseline="0" noProof="0" dirty="0">
              <a:ln>
                <a:noFill/>
              </a:ln>
              <a:solidFill>
                <a:srgbClr val="000000"/>
              </a:solidFill>
              <a:effectLst/>
              <a:uLnTx/>
              <a:uFillTx/>
              <a:latin typeface="Arial"/>
              <a:ea typeface="ＭＳ Ｐゴシック"/>
              <a:cs typeface="+mn-cs"/>
            </a:endParaRPr>
          </a:p>
        </p:txBody>
      </p:sp>
    </p:spTree>
    <p:extLst>
      <p:ext uri="{BB962C8B-B14F-4D97-AF65-F5344CB8AC3E}">
        <p14:creationId xmlns:p14="http://schemas.microsoft.com/office/powerpoint/2010/main" val="21790167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99659-B00C-4556-BE3F-AC22E9C9A218}"/>
              </a:ext>
            </a:extLst>
          </p:cNvPr>
          <p:cNvSpPr>
            <a:spLocks noGrp="1"/>
          </p:cNvSpPr>
          <p:nvPr>
            <p:ph type="title"/>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9FCF0630-73EA-423B-976C-0C251B947FCB}"/>
                  </a:ext>
                </a:extLst>
              </p14:cNvPr>
              <p14:cNvContentPartPr/>
              <p14:nvPr/>
            </p14:nvContentPartPr>
            <p14:xfrm>
              <a:off x="356040" y="1009080"/>
              <a:ext cx="8834760" cy="5160600"/>
            </p14:xfrm>
          </p:contentPart>
        </mc:Choice>
        <mc:Fallback xmlns="">
          <p:pic>
            <p:nvPicPr>
              <p:cNvPr id="3" name="Ink 2">
                <a:extLst>
                  <a:ext uri="{FF2B5EF4-FFF2-40B4-BE49-F238E27FC236}">
                    <a16:creationId xmlns:a16="http://schemas.microsoft.com/office/drawing/2014/main" id="{9FCF0630-73EA-423B-976C-0C251B947FCB}"/>
                  </a:ext>
                </a:extLst>
              </p:cNvPr>
              <p:cNvPicPr/>
              <p:nvPr/>
            </p:nvPicPr>
            <p:blipFill>
              <a:blip r:embed="rId3"/>
              <a:stretch>
                <a:fillRect/>
              </a:stretch>
            </p:blipFill>
            <p:spPr>
              <a:xfrm>
                <a:off x="346680" y="999720"/>
                <a:ext cx="8853480" cy="5179320"/>
              </a:xfrm>
              <a:prstGeom prst="rect">
                <a:avLst/>
              </a:prstGeom>
            </p:spPr>
          </p:pic>
        </mc:Fallback>
      </mc:AlternateContent>
    </p:spTree>
    <p:extLst>
      <p:ext uri="{BB962C8B-B14F-4D97-AF65-F5344CB8AC3E}">
        <p14:creationId xmlns:p14="http://schemas.microsoft.com/office/powerpoint/2010/main" val="38693237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3D9A9-A336-4908-A243-8062F6AE7802}"/>
              </a:ext>
            </a:extLst>
          </p:cNvPr>
          <p:cNvSpPr>
            <a:spLocks noGrp="1"/>
          </p:cNvSpPr>
          <p:nvPr>
            <p:ph type="title"/>
          </p:nvPr>
        </p:nvSpPr>
        <p:spPr/>
        <p:txBody>
          <a:bodyPr/>
          <a:lstStyle/>
          <a:p>
            <a:r>
              <a:rPr lang="en-US" sz="2400" dirty="0"/>
              <a:t>Dynamic Branch Prediction</a:t>
            </a:r>
            <a:endParaRPr lang="en-IN" sz="2400" dirty="0"/>
          </a:p>
        </p:txBody>
      </p:sp>
      <p:sp>
        <p:nvSpPr>
          <p:cNvPr id="3" name="Rectangle 3">
            <a:extLst>
              <a:ext uri="{FF2B5EF4-FFF2-40B4-BE49-F238E27FC236}">
                <a16:creationId xmlns:a16="http://schemas.microsoft.com/office/drawing/2014/main" id="{DAF0F2B7-A971-4B3A-A4B8-E720D633790C}"/>
              </a:ext>
            </a:extLst>
          </p:cNvPr>
          <p:cNvSpPr txBox="1">
            <a:spLocks noChangeArrowheads="1"/>
          </p:cNvSpPr>
          <p:nvPr/>
        </p:nvSpPr>
        <p:spPr>
          <a:xfrm>
            <a:off x="698500" y="1193800"/>
            <a:ext cx="7683500" cy="49276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0" marR="0" lvl="0" indent="0" algn="l" defTabSz="912813" rtl="0" eaLnBrk="0" fontAlgn="base" latinLnBrk="0" hangingPunct="0">
              <a:lnSpc>
                <a:spcPct val="150000"/>
              </a:lnSpc>
              <a:spcBef>
                <a:spcPct val="0"/>
              </a:spcBef>
              <a:spcAft>
                <a:spcPct val="0"/>
              </a:spcAft>
              <a:buClr>
                <a:srgbClr val="002960"/>
              </a:buClr>
              <a:buSzTx/>
              <a:buFontTx/>
              <a:buNone/>
              <a:tabLst/>
              <a:defRPr/>
            </a:pPr>
            <a:r>
              <a:rPr kumimoji="0" lang="en-US" sz="2000" b="0" i="0" u="none" strike="noStrike" kern="0" cap="none" spc="0" normalizeH="0" baseline="0" noProof="0">
                <a:ln>
                  <a:noFill/>
                </a:ln>
                <a:solidFill>
                  <a:srgbClr val="000000"/>
                </a:solidFill>
                <a:effectLst/>
                <a:uLnTx/>
                <a:uFillTx/>
                <a:latin typeface="Arial"/>
                <a:ea typeface="ＭＳ Ｐゴシック"/>
                <a:cs typeface="+mn-cs"/>
              </a:rPr>
              <a:t> Why does prediction work?</a:t>
            </a:r>
          </a:p>
          <a:p>
            <a:pPr marL="196850" marR="0" lvl="1" indent="-195263" algn="l" defTabSz="912813" rtl="0" eaLnBrk="0" fontAlgn="base" latinLnBrk="0" hangingPunct="0">
              <a:lnSpc>
                <a:spcPct val="150000"/>
              </a:lnSpc>
              <a:spcBef>
                <a:spcPct val="0"/>
              </a:spcBef>
              <a:spcAft>
                <a:spcPct val="0"/>
              </a:spcAft>
              <a:buClr>
                <a:srgbClr val="002960"/>
              </a:buClr>
              <a:buSzPct val="125000"/>
              <a:buFont typeface="Arial" panose="020B0604020202020204" pitchFamily="34" charset="0"/>
              <a:buChar char="▪"/>
              <a:tabLst/>
              <a:defRPr/>
            </a:pPr>
            <a:r>
              <a:rPr kumimoji="0" lang="en-US" sz="2000" b="0" i="0" u="none" strike="noStrike" kern="0" cap="none" spc="0" normalizeH="0" baseline="0" noProof="0">
                <a:ln>
                  <a:noFill/>
                </a:ln>
                <a:solidFill>
                  <a:srgbClr val="000000"/>
                </a:solidFill>
                <a:effectLst/>
                <a:uLnTx/>
                <a:uFillTx/>
                <a:latin typeface="Arial"/>
                <a:ea typeface="ＭＳ Ｐゴシック" panose="020B0600070205080204" pitchFamily="34" charset="-128"/>
                <a:cs typeface="+mn-cs"/>
              </a:rPr>
              <a:t>Underlying algorithm has regularities</a:t>
            </a:r>
          </a:p>
          <a:p>
            <a:pPr marL="196850" marR="0" lvl="1" indent="-195263" algn="l" defTabSz="912813" rtl="0" eaLnBrk="0" fontAlgn="base" latinLnBrk="0" hangingPunct="0">
              <a:lnSpc>
                <a:spcPct val="150000"/>
              </a:lnSpc>
              <a:spcBef>
                <a:spcPct val="0"/>
              </a:spcBef>
              <a:spcAft>
                <a:spcPct val="0"/>
              </a:spcAft>
              <a:buClr>
                <a:srgbClr val="002960"/>
              </a:buClr>
              <a:buSzPct val="125000"/>
              <a:buFont typeface="Arial" panose="020B0604020202020204" pitchFamily="34" charset="0"/>
              <a:buChar char="▪"/>
              <a:tabLst/>
              <a:defRPr/>
            </a:pPr>
            <a:r>
              <a:rPr kumimoji="0" lang="en-US" sz="2000" b="0" i="0" u="none" strike="noStrike" kern="0" cap="none" spc="0" normalizeH="0" baseline="0" noProof="0">
                <a:ln>
                  <a:noFill/>
                </a:ln>
                <a:solidFill>
                  <a:srgbClr val="000000"/>
                </a:solidFill>
                <a:effectLst/>
                <a:uLnTx/>
                <a:uFillTx/>
                <a:latin typeface="Arial"/>
                <a:ea typeface="ＭＳ Ｐゴシック" panose="020B0600070205080204" pitchFamily="34" charset="-128"/>
                <a:cs typeface="+mn-cs"/>
              </a:rPr>
              <a:t>Data that is being operated on has regularities</a:t>
            </a:r>
          </a:p>
          <a:p>
            <a:pPr marL="196850" marR="0" lvl="1" indent="-195263" algn="l" defTabSz="912813" rtl="0" eaLnBrk="0" fontAlgn="base" latinLnBrk="0" hangingPunct="0">
              <a:lnSpc>
                <a:spcPct val="150000"/>
              </a:lnSpc>
              <a:spcBef>
                <a:spcPct val="0"/>
              </a:spcBef>
              <a:spcAft>
                <a:spcPct val="0"/>
              </a:spcAft>
              <a:buClr>
                <a:srgbClr val="002960"/>
              </a:buClr>
              <a:buSzPct val="125000"/>
              <a:buFont typeface="Arial" panose="020B0604020202020204" pitchFamily="34" charset="0"/>
              <a:buChar char="▪"/>
              <a:tabLst/>
              <a:defRPr/>
            </a:pPr>
            <a:r>
              <a:rPr kumimoji="0" lang="en-US" sz="2000" b="0" i="0" u="none" strike="noStrike" kern="0" cap="none" spc="0" normalizeH="0" baseline="0" noProof="0">
                <a:ln>
                  <a:noFill/>
                </a:ln>
                <a:solidFill>
                  <a:srgbClr val="000000"/>
                </a:solidFill>
                <a:effectLst/>
                <a:uLnTx/>
                <a:uFillTx/>
                <a:latin typeface="Arial"/>
                <a:ea typeface="ＭＳ Ｐゴシック" panose="020B0600070205080204" pitchFamily="34" charset="-128"/>
                <a:cs typeface="+mn-cs"/>
              </a:rPr>
              <a:t>Instruction sequence has redundancies that are artifacts of way that humans/compilers think about problems</a:t>
            </a:r>
          </a:p>
          <a:p>
            <a:pPr marL="0" marR="0" lvl="0" indent="0" algn="l" defTabSz="912813" rtl="0" eaLnBrk="0" fontAlgn="base" latinLnBrk="0" hangingPunct="0">
              <a:lnSpc>
                <a:spcPct val="150000"/>
              </a:lnSpc>
              <a:spcBef>
                <a:spcPct val="0"/>
              </a:spcBef>
              <a:spcAft>
                <a:spcPct val="0"/>
              </a:spcAft>
              <a:buClr>
                <a:srgbClr val="002960"/>
              </a:buClr>
              <a:buSzTx/>
              <a:buFontTx/>
              <a:buNone/>
              <a:tabLst/>
              <a:defRPr/>
            </a:pPr>
            <a:r>
              <a:rPr kumimoji="0" lang="en-US" sz="2000" b="0" i="0" u="none" strike="noStrike" kern="0" cap="none" spc="0" normalizeH="0" baseline="0" noProof="0">
                <a:ln>
                  <a:noFill/>
                </a:ln>
                <a:solidFill>
                  <a:srgbClr val="000000"/>
                </a:solidFill>
                <a:effectLst/>
                <a:uLnTx/>
                <a:uFillTx/>
                <a:latin typeface="Arial"/>
                <a:ea typeface="ＭＳ Ｐゴシック"/>
                <a:cs typeface="+mn-cs"/>
              </a:rPr>
              <a:t>Is dynamic branch prediction better than static branch prediction?</a:t>
            </a:r>
          </a:p>
          <a:p>
            <a:pPr marL="196850" marR="0" lvl="1" indent="-195263" algn="l" defTabSz="912813" rtl="0" eaLnBrk="0" fontAlgn="base" latinLnBrk="0" hangingPunct="0">
              <a:lnSpc>
                <a:spcPct val="150000"/>
              </a:lnSpc>
              <a:spcBef>
                <a:spcPct val="0"/>
              </a:spcBef>
              <a:spcAft>
                <a:spcPct val="0"/>
              </a:spcAft>
              <a:buClr>
                <a:srgbClr val="002960"/>
              </a:buClr>
              <a:buSzPct val="125000"/>
              <a:buFont typeface="Arial" panose="020B0604020202020204" pitchFamily="34" charset="0"/>
              <a:buChar char="▪"/>
              <a:tabLst/>
              <a:defRPr/>
            </a:pPr>
            <a:r>
              <a:rPr kumimoji="0" lang="en-US" sz="2000" b="0" i="0" u="none" strike="noStrike" kern="0" cap="none" spc="0" normalizeH="0" baseline="0" noProof="0">
                <a:ln>
                  <a:noFill/>
                </a:ln>
                <a:solidFill>
                  <a:srgbClr val="000000"/>
                </a:solidFill>
                <a:effectLst/>
                <a:uLnTx/>
                <a:uFillTx/>
                <a:latin typeface="Arial"/>
                <a:ea typeface="ＭＳ Ｐゴシック" panose="020B0600070205080204" pitchFamily="34" charset="-128"/>
                <a:cs typeface="+mn-cs"/>
              </a:rPr>
              <a:t>Seems to be </a:t>
            </a:r>
          </a:p>
          <a:p>
            <a:pPr marL="196850" marR="0" lvl="1" indent="-195263" algn="l" defTabSz="912813" rtl="0" eaLnBrk="0" fontAlgn="base" latinLnBrk="0" hangingPunct="0">
              <a:lnSpc>
                <a:spcPct val="150000"/>
              </a:lnSpc>
              <a:spcBef>
                <a:spcPct val="0"/>
              </a:spcBef>
              <a:spcAft>
                <a:spcPct val="0"/>
              </a:spcAft>
              <a:buClr>
                <a:srgbClr val="002960"/>
              </a:buClr>
              <a:buSzPct val="125000"/>
              <a:buFont typeface="Arial" panose="020B0604020202020204" pitchFamily="34" charset="0"/>
              <a:buChar char="▪"/>
              <a:tabLst/>
              <a:defRPr/>
            </a:pPr>
            <a:r>
              <a:rPr kumimoji="0" lang="en-US" sz="2000" b="0" i="0" u="none" strike="noStrike" kern="0" cap="none" spc="0" normalizeH="0" baseline="0" noProof="0">
                <a:ln>
                  <a:noFill/>
                </a:ln>
                <a:solidFill>
                  <a:srgbClr val="000000"/>
                </a:solidFill>
                <a:effectLst/>
                <a:uLnTx/>
                <a:uFillTx/>
                <a:latin typeface="Arial"/>
                <a:ea typeface="ＭＳ Ｐゴシック" panose="020B0600070205080204" pitchFamily="34" charset="-128"/>
                <a:cs typeface="+mn-cs"/>
              </a:rPr>
              <a:t>There are a small number of important branches in programs which have dynamic behavior</a:t>
            </a:r>
            <a:endParaRPr kumimoji="0" lang="en-US" sz="2000" b="0" i="0" u="none" strike="noStrike" kern="0" cap="none" spc="0" normalizeH="0" baseline="0" noProof="0" dirty="0">
              <a:ln>
                <a:noFill/>
              </a:ln>
              <a:solidFill>
                <a:srgbClr val="000000"/>
              </a:solidFill>
              <a:effectLst/>
              <a:uLnTx/>
              <a:uFillTx/>
              <a:latin typeface="Arial"/>
              <a:ea typeface="ＭＳ Ｐゴシック" panose="020B0600070205080204" pitchFamily="34" charset="-128"/>
              <a:cs typeface="+mn-cs"/>
            </a:endParaRPr>
          </a:p>
        </p:txBody>
      </p:sp>
    </p:spTree>
    <p:extLst>
      <p:ext uri="{BB962C8B-B14F-4D97-AF65-F5344CB8AC3E}">
        <p14:creationId xmlns:p14="http://schemas.microsoft.com/office/powerpoint/2010/main" val="5116174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D3656-82CA-4649-AB50-D6F974A1BDCA}"/>
              </a:ext>
            </a:extLst>
          </p:cNvPr>
          <p:cNvSpPr>
            <a:spLocks noGrp="1"/>
          </p:cNvSpPr>
          <p:nvPr>
            <p:ph type="title"/>
          </p:nvPr>
        </p:nvSpPr>
        <p:spPr/>
        <p:txBody>
          <a:bodyPr/>
          <a:lstStyle/>
          <a:p>
            <a:r>
              <a:rPr lang="en-US" sz="2800" b="0" dirty="0"/>
              <a:t>Dynamic Branch Prediction</a:t>
            </a:r>
            <a:endParaRPr lang="en-IN" sz="2800" b="0" dirty="0"/>
          </a:p>
        </p:txBody>
      </p:sp>
      <p:sp>
        <p:nvSpPr>
          <p:cNvPr id="3" name="Rectangle 3">
            <a:extLst>
              <a:ext uri="{FF2B5EF4-FFF2-40B4-BE49-F238E27FC236}">
                <a16:creationId xmlns:a16="http://schemas.microsoft.com/office/drawing/2014/main" id="{846A3D1E-CCEB-45D9-90F8-9648579B463C}"/>
              </a:ext>
            </a:extLst>
          </p:cNvPr>
          <p:cNvSpPr txBox="1">
            <a:spLocks noChangeArrowheads="1"/>
          </p:cNvSpPr>
          <p:nvPr/>
        </p:nvSpPr>
        <p:spPr>
          <a:xfrm>
            <a:off x="615950" y="1268760"/>
            <a:ext cx="8004175" cy="3825875"/>
          </a:xfrm>
          <a:prstGeom prst="rect">
            <a:avLst/>
          </a:prstGeom>
          <a:noFill/>
        </p:spPr>
        <p:txBody>
          <a:bodyPr lIns="90488" tIns="44450" rIns="90488" bIns="44450"/>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0" marR="0" lvl="0" indent="0" algn="l" defTabSz="912813" rtl="0" eaLnBrk="0" fontAlgn="base" latinLnBrk="0" hangingPunct="0">
              <a:lnSpc>
                <a:spcPct val="200000"/>
              </a:lnSpc>
              <a:spcBef>
                <a:spcPct val="0"/>
              </a:spcBef>
              <a:spcAft>
                <a:spcPct val="0"/>
              </a:spcAft>
              <a:buClr>
                <a:srgbClr val="002960"/>
              </a:buClr>
              <a:buSzTx/>
              <a:buFontTx/>
              <a:buNone/>
              <a:tabLst/>
              <a:defRPr/>
            </a:pPr>
            <a:r>
              <a:rPr kumimoji="0" lang="en-US" sz="1800" b="0" i="0" u="none" strike="noStrike" kern="0" cap="none" spc="0" normalizeH="0" baseline="0" noProof="0" dirty="0">
                <a:ln>
                  <a:noFill/>
                </a:ln>
                <a:solidFill>
                  <a:srgbClr val="000000"/>
                </a:solidFill>
                <a:effectLst/>
                <a:uLnTx/>
                <a:uFillTx/>
                <a:latin typeface="Arial"/>
                <a:ea typeface="ＭＳ Ｐゴシック"/>
                <a:cs typeface="+mn-cs"/>
              </a:rPr>
              <a:t>Performance = ƒ(accuracy, cost of misprediction)</a:t>
            </a:r>
          </a:p>
          <a:p>
            <a:pPr marL="0" marR="0" lvl="0" indent="0" algn="l" defTabSz="912813" rtl="0" eaLnBrk="0" fontAlgn="base" latinLnBrk="0" hangingPunct="0">
              <a:lnSpc>
                <a:spcPct val="200000"/>
              </a:lnSpc>
              <a:spcBef>
                <a:spcPct val="0"/>
              </a:spcBef>
              <a:spcAft>
                <a:spcPct val="0"/>
              </a:spcAft>
              <a:buClr>
                <a:srgbClr val="002960"/>
              </a:buClr>
              <a:buSzTx/>
              <a:buFontTx/>
              <a:buNone/>
              <a:tabLst/>
              <a:defRPr/>
            </a:pPr>
            <a:r>
              <a:rPr kumimoji="0" lang="en-US" sz="1800" b="0" i="0" u="none" strike="noStrike" kern="0" cap="none" spc="0" normalizeH="0" baseline="0" noProof="0" dirty="0">
                <a:ln>
                  <a:noFill/>
                </a:ln>
                <a:solidFill>
                  <a:srgbClr val="000000"/>
                </a:solidFill>
                <a:effectLst/>
                <a:uLnTx/>
                <a:uFillTx/>
                <a:latin typeface="Arial"/>
                <a:ea typeface="ＭＳ Ｐゴシック"/>
                <a:cs typeface="+mn-cs"/>
              </a:rPr>
              <a:t>Branch History Table(BHT): Lower bits of PC address index table of 1-bit values</a:t>
            </a:r>
          </a:p>
          <a:p>
            <a:pPr marL="196850" marR="0" lvl="1" indent="-195263" algn="l" defTabSz="912813" rtl="0" eaLnBrk="0" fontAlgn="base" latinLnBrk="0" hangingPunct="0">
              <a:lnSpc>
                <a:spcPct val="200000"/>
              </a:lnSpc>
              <a:spcBef>
                <a:spcPct val="0"/>
              </a:spcBef>
              <a:spcAft>
                <a:spcPct val="0"/>
              </a:spcAft>
              <a:buClr>
                <a:srgbClr val="002960"/>
              </a:buClr>
              <a:buSzPct val="125000"/>
              <a:buFont typeface="Arial" panose="020B0604020202020204" pitchFamily="34" charset="0"/>
              <a:buChar char="▪"/>
              <a:tabLst/>
              <a:defRPr/>
            </a:pPr>
            <a:r>
              <a:rPr kumimoji="0" lang="en-US" sz="1800" b="0" i="0" u="none" strike="noStrike" kern="0" cap="none" spc="0" normalizeH="0" baseline="0" noProof="0" dirty="0">
                <a:ln>
                  <a:noFill/>
                </a:ln>
                <a:solidFill>
                  <a:srgbClr val="000000"/>
                </a:solidFill>
                <a:effectLst/>
                <a:uLnTx/>
                <a:uFillTx/>
                <a:latin typeface="Arial"/>
                <a:ea typeface="ＭＳ Ｐゴシック" panose="020B0600070205080204" pitchFamily="34" charset="-128"/>
                <a:cs typeface="+mn-cs"/>
              </a:rPr>
              <a:t>Says whether or not branch taken last time</a:t>
            </a:r>
          </a:p>
          <a:p>
            <a:pPr marL="196850" marR="0" lvl="1" indent="-195263" algn="l" defTabSz="912813" rtl="0" eaLnBrk="0" fontAlgn="base" latinLnBrk="0" hangingPunct="0">
              <a:lnSpc>
                <a:spcPct val="200000"/>
              </a:lnSpc>
              <a:spcBef>
                <a:spcPct val="0"/>
              </a:spcBef>
              <a:spcAft>
                <a:spcPct val="0"/>
              </a:spcAft>
              <a:buClr>
                <a:srgbClr val="002960"/>
              </a:buClr>
              <a:buSzPct val="125000"/>
              <a:buFont typeface="Arial" panose="020B0604020202020204" pitchFamily="34" charset="0"/>
              <a:buChar char="▪"/>
              <a:tabLst/>
              <a:defRPr/>
            </a:pPr>
            <a:r>
              <a:rPr kumimoji="0" lang="en-US" sz="1800" b="0" i="0" u="none" strike="noStrike" kern="0" cap="none" spc="0" normalizeH="0" baseline="0" noProof="0" dirty="0">
                <a:ln>
                  <a:noFill/>
                </a:ln>
                <a:solidFill>
                  <a:srgbClr val="000000"/>
                </a:solidFill>
                <a:effectLst/>
                <a:uLnTx/>
                <a:uFillTx/>
                <a:latin typeface="Arial"/>
                <a:ea typeface="ＭＳ Ｐゴシック" panose="020B0600070205080204" pitchFamily="34" charset="-128"/>
                <a:cs typeface="+mn-cs"/>
              </a:rPr>
              <a:t>No address check</a:t>
            </a:r>
          </a:p>
          <a:p>
            <a:pPr marL="0" marR="0" lvl="0" indent="0" algn="l" defTabSz="912813" rtl="0" eaLnBrk="0" fontAlgn="base" latinLnBrk="0" hangingPunct="0">
              <a:lnSpc>
                <a:spcPct val="200000"/>
              </a:lnSpc>
              <a:spcBef>
                <a:spcPct val="0"/>
              </a:spcBef>
              <a:spcAft>
                <a:spcPct val="0"/>
              </a:spcAft>
              <a:buClr>
                <a:srgbClr val="002960"/>
              </a:buClr>
              <a:buSzTx/>
              <a:buFontTx/>
              <a:buNone/>
              <a:tabLst/>
              <a:defRPr/>
            </a:pPr>
            <a:r>
              <a:rPr kumimoji="0" lang="en-US" sz="1800" b="0" i="0" u="none" strike="noStrike" kern="0" cap="none" spc="0" normalizeH="0" baseline="0" noProof="0" dirty="0">
                <a:ln>
                  <a:noFill/>
                </a:ln>
                <a:solidFill>
                  <a:srgbClr val="000000"/>
                </a:solidFill>
                <a:effectLst/>
                <a:uLnTx/>
                <a:uFillTx/>
                <a:latin typeface="Arial"/>
                <a:ea typeface="ＭＳ Ｐゴシック"/>
                <a:cs typeface="+mn-cs"/>
              </a:rPr>
              <a:t>Problem: in a loop, 1-bit BHT will cause two mispredictions (avg is 9 iterations before exit):</a:t>
            </a:r>
          </a:p>
          <a:p>
            <a:pPr marL="196850" marR="0" lvl="1" indent="-195263" algn="l" defTabSz="912813" rtl="0" eaLnBrk="0" fontAlgn="base" latinLnBrk="0" hangingPunct="0">
              <a:lnSpc>
                <a:spcPct val="200000"/>
              </a:lnSpc>
              <a:spcBef>
                <a:spcPct val="0"/>
              </a:spcBef>
              <a:spcAft>
                <a:spcPct val="0"/>
              </a:spcAft>
              <a:buClr>
                <a:srgbClr val="002960"/>
              </a:buClr>
              <a:buSzPct val="125000"/>
              <a:buFont typeface="Arial" panose="020B0604020202020204" pitchFamily="34" charset="0"/>
              <a:buChar char="▪"/>
              <a:tabLst/>
              <a:defRPr/>
            </a:pPr>
            <a:r>
              <a:rPr kumimoji="0" lang="en-US" sz="1800" b="0" i="0" u="none" strike="noStrike" kern="0" cap="none" spc="0" normalizeH="0" baseline="0" noProof="0" dirty="0">
                <a:ln>
                  <a:noFill/>
                </a:ln>
                <a:solidFill>
                  <a:srgbClr val="000000"/>
                </a:solidFill>
                <a:effectLst/>
                <a:uLnTx/>
                <a:uFillTx/>
                <a:latin typeface="Arial"/>
                <a:ea typeface="ＭＳ Ｐゴシック" panose="020B0600070205080204" pitchFamily="34" charset="-128"/>
                <a:cs typeface="+mn-cs"/>
              </a:rPr>
              <a:t>End of loop case, when it exits instead of  looping as before</a:t>
            </a:r>
          </a:p>
          <a:p>
            <a:pPr marL="196850" marR="0" lvl="1" indent="-195263" algn="l" defTabSz="912813" rtl="0" eaLnBrk="0" fontAlgn="base" latinLnBrk="0" hangingPunct="0">
              <a:lnSpc>
                <a:spcPct val="200000"/>
              </a:lnSpc>
              <a:spcBef>
                <a:spcPct val="0"/>
              </a:spcBef>
              <a:spcAft>
                <a:spcPct val="0"/>
              </a:spcAft>
              <a:buClr>
                <a:srgbClr val="002960"/>
              </a:buClr>
              <a:buSzPct val="125000"/>
              <a:buFont typeface="Arial" panose="020B0604020202020204" pitchFamily="34" charset="0"/>
              <a:buChar char="▪"/>
              <a:tabLst/>
              <a:defRPr/>
            </a:pPr>
            <a:r>
              <a:rPr kumimoji="0" lang="en-US" sz="1800" b="0" i="0" u="none" strike="noStrike" kern="0" cap="none" spc="0" normalizeH="0" baseline="0" noProof="0" dirty="0">
                <a:ln>
                  <a:noFill/>
                </a:ln>
                <a:solidFill>
                  <a:srgbClr val="000000"/>
                </a:solidFill>
                <a:effectLst/>
                <a:uLnTx/>
                <a:uFillTx/>
                <a:latin typeface="Arial"/>
                <a:ea typeface="ＭＳ Ｐゴシック" panose="020B0600070205080204" pitchFamily="34" charset="-128"/>
                <a:cs typeface="+mn-cs"/>
              </a:rPr>
              <a:t>First time through loop on </a:t>
            </a:r>
            <a:r>
              <a:rPr kumimoji="0" lang="en-US" sz="1800" b="0" i="1" u="none" strike="noStrike" kern="0" cap="none" spc="0" normalizeH="0" baseline="0" noProof="0" dirty="0">
                <a:ln>
                  <a:noFill/>
                </a:ln>
                <a:solidFill>
                  <a:srgbClr val="0332B7"/>
                </a:solidFill>
                <a:effectLst/>
                <a:uLnTx/>
                <a:uFillTx/>
                <a:latin typeface="Arial"/>
                <a:ea typeface="ＭＳ Ｐゴシック" panose="020B0600070205080204" pitchFamily="34" charset="-128"/>
                <a:cs typeface="+mn-cs"/>
              </a:rPr>
              <a:t>next</a:t>
            </a:r>
            <a:r>
              <a:rPr kumimoji="0" lang="en-US" sz="1800" b="0" i="0" u="none" strike="noStrike" kern="0" cap="none" spc="0" normalizeH="0" baseline="0" noProof="0" dirty="0">
                <a:ln>
                  <a:noFill/>
                </a:ln>
                <a:solidFill>
                  <a:srgbClr val="000000"/>
                </a:solidFill>
                <a:effectLst/>
                <a:uLnTx/>
                <a:uFillTx/>
                <a:latin typeface="Arial"/>
                <a:ea typeface="ＭＳ Ｐゴシック" panose="020B0600070205080204" pitchFamily="34" charset="-128"/>
                <a:cs typeface="+mn-cs"/>
              </a:rPr>
              <a:t> time through code, when it predicts exit instead of looping</a:t>
            </a:r>
          </a:p>
        </p:txBody>
      </p:sp>
    </p:spTree>
    <p:extLst>
      <p:ext uri="{BB962C8B-B14F-4D97-AF65-F5344CB8AC3E}">
        <p14:creationId xmlns:p14="http://schemas.microsoft.com/office/powerpoint/2010/main" val="2744295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AB04D-3628-458A-9B47-C61193BE9768}"/>
              </a:ext>
            </a:extLst>
          </p:cNvPr>
          <p:cNvSpPr>
            <a:spLocks noGrp="1"/>
          </p:cNvSpPr>
          <p:nvPr>
            <p:ph type="title"/>
          </p:nvPr>
        </p:nvSpPr>
        <p:spPr/>
        <p:txBody>
          <a:bodyPr/>
          <a:lstStyle/>
          <a:p>
            <a:r>
              <a:rPr lang="en-US" dirty="0"/>
              <a:t>Dynamic Branch Prediction</a:t>
            </a:r>
            <a:endParaRPr lang="en-IN" dirty="0"/>
          </a:p>
        </p:txBody>
      </p:sp>
      <p:sp>
        <p:nvSpPr>
          <p:cNvPr id="4" name="Rectangle 2">
            <a:extLst>
              <a:ext uri="{FF2B5EF4-FFF2-40B4-BE49-F238E27FC236}">
                <a16:creationId xmlns:a16="http://schemas.microsoft.com/office/drawing/2014/main" id="{8705012E-605F-4D92-ADC5-5CAAFD0DF192}"/>
              </a:ext>
            </a:extLst>
          </p:cNvPr>
          <p:cNvSpPr txBox="1">
            <a:spLocks noChangeArrowheads="1"/>
          </p:cNvSpPr>
          <p:nvPr/>
        </p:nvSpPr>
        <p:spPr>
          <a:xfrm>
            <a:off x="608013" y="1255713"/>
            <a:ext cx="7918450" cy="3225800"/>
          </a:xfrm>
          <a:prstGeom prst="rect">
            <a:avLst/>
          </a:prstGeom>
          <a:noFill/>
        </p:spPr>
        <p:txBody>
          <a:bodyPr lIns="90488" tIns="44450" rIns="90488" bIns="44450"/>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0" marR="0" lvl="0" indent="0" algn="l" defTabSz="912813" rtl="0" eaLnBrk="0" fontAlgn="base" latinLnBrk="0" hangingPunct="0">
              <a:lnSpc>
                <a:spcPct val="100000"/>
              </a:lnSpc>
              <a:spcBef>
                <a:spcPct val="0"/>
              </a:spcBef>
              <a:spcAft>
                <a:spcPct val="0"/>
              </a:spcAft>
              <a:buClr>
                <a:srgbClr val="002960"/>
              </a:buClr>
              <a:buSzTx/>
              <a:buFontTx/>
              <a:buNone/>
              <a:tabLst/>
              <a:defRPr/>
            </a:pPr>
            <a:r>
              <a:rPr kumimoji="0" lang="en-US" sz="1800" b="0" i="0" u="none" strike="noStrike" kern="0" cap="none" spc="0" normalizeH="0" baseline="0" noProof="0" dirty="0">
                <a:ln>
                  <a:noFill/>
                </a:ln>
                <a:solidFill>
                  <a:srgbClr val="000000"/>
                </a:solidFill>
                <a:effectLst/>
                <a:uLnTx/>
                <a:uFillTx/>
                <a:latin typeface="Arial"/>
                <a:ea typeface="ＭＳ Ｐゴシック"/>
                <a:cs typeface="+mn-cs"/>
              </a:rPr>
              <a:t>Solution: 2-bit scheme where change prediction only if get misprediction </a:t>
            </a:r>
            <a:r>
              <a:rPr kumimoji="0" lang="en-US" sz="1800" b="0" i="1" u="none" strike="noStrike" kern="0" cap="none" spc="0" normalizeH="0" baseline="0" noProof="0" dirty="0">
                <a:ln>
                  <a:noFill/>
                </a:ln>
                <a:solidFill>
                  <a:srgbClr val="000000"/>
                </a:solidFill>
                <a:effectLst/>
                <a:uLnTx/>
                <a:uFillTx/>
                <a:latin typeface="Arial"/>
                <a:ea typeface="ＭＳ Ｐゴシック"/>
                <a:cs typeface="+mn-cs"/>
              </a:rPr>
              <a:t>twice</a:t>
            </a:r>
            <a:endParaRPr kumimoji="0" lang="en-US" sz="1800" b="0" i="0" u="none" strike="noStrike" kern="0" cap="none" spc="0" normalizeH="0" baseline="0" noProof="0" dirty="0">
              <a:ln>
                <a:noFill/>
              </a:ln>
              <a:solidFill>
                <a:srgbClr val="000000"/>
              </a:solidFill>
              <a:effectLst/>
              <a:uLnTx/>
              <a:uFillTx/>
              <a:latin typeface="Arial"/>
              <a:ea typeface="ＭＳ Ｐゴシック"/>
              <a:cs typeface="+mn-cs"/>
            </a:endParaRPr>
          </a:p>
          <a:p>
            <a:pPr marL="0" marR="0" lvl="0" indent="0" algn="l" defTabSz="912813" rtl="0" eaLnBrk="0" fontAlgn="base" latinLnBrk="0" hangingPunct="0">
              <a:lnSpc>
                <a:spcPct val="100000"/>
              </a:lnSpc>
              <a:spcBef>
                <a:spcPct val="0"/>
              </a:spcBef>
              <a:spcAft>
                <a:spcPct val="0"/>
              </a:spcAft>
              <a:buClr>
                <a:srgbClr val="002960"/>
              </a:buClr>
              <a:buSzTx/>
              <a:buFontTx/>
              <a:buNone/>
              <a:tabLst/>
              <a:defRPr/>
            </a:pPr>
            <a:endParaRPr kumimoji="0" lang="en-US" sz="1800" b="0" i="0" u="none" strike="noStrike" kern="0" cap="none" spc="0" normalizeH="0" baseline="0" noProof="0" dirty="0">
              <a:ln>
                <a:noFill/>
              </a:ln>
              <a:solidFill>
                <a:srgbClr val="000000"/>
              </a:solidFill>
              <a:effectLst/>
              <a:uLnTx/>
              <a:uFillTx/>
              <a:latin typeface="Arial"/>
              <a:ea typeface="ＭＳ Ｐゴシック"/>
              <a:cs typeface="+mn-cs"/>
            </a:endParaRPr>
          </a:p>
          <a:p>
            <a:pPr marL="0" marR="0" lvl="0" indent="0" algn="l" defTabSz="912813" rtl="0" eaLnBrk="0" fontAlgn="base" latinLnBrk="0" hangingPunct="0">
              <a:lnSpc>
                <a:spcPct val="100000"/>
              </a:lnSpc>
              <a:spcBef>
                <a:spcPct val="0"/>
              </a:spcBef>
              <a:spcAft>
                <a:spcPct val="0"/>
              </a:spcAft>
              <a:buClr>
                <a:srgbClr val="002960"/>
              </a:buClr>
              <a:buSzTx/>
              <a:buFontTx/>
              <a:buNone/>
              <a:tabLst/>
              <a:defRPr/>
            </a:pPr>
            <a:endParaRPr kumimoji="0" lang="en-US" sz="1800" b="0" i="0" u="none" strike="noStrike" kern="0" cap="none" spc="0" normalizeH="0" baseline="0" noProof="0" dirty="0">
              <a:ln>
                <a:noFill/>
              </a:ln>
              <a:solidFill>
                <a:srgbClr val="000000"/>
              </a:solidFill>
              <a:effectLst/>
              <a:uLnTx/>
              <a:uFillTx/>
              <a:latin typeface="Arial"/>
              <a:ea typeface="ＭＳ Ｐゴシック"/>
              <a:cs typeface="+mn-cs"/>
            </a:endParaRPr>
          </a:p>
          <a:p>
            <a:pPr marL="0" marR="0" lvl="0" indent="0" algn="l" defTabSz="912813" rtl="0" eaLnBrk="0" fontAlgn="base" latinLnBrk="0" hangingPunct="0">
              <a:lnSpc>
                <a:spcPct val="100000"/>
              </a:lnSpc>
              <a:spcBef>
                <a:spcPct val="0"/>
              </a:spcBef>
              <a:spcAft>
                <a:spcPct val="0"/>
              </a:spcAft>
              <a:buClr>
                <a:srgbClr val="002960"/>
              </a:buClr>
              <a:buSzTx/>
              <a:buFontTx/>
              <a:buNone/>
              <a:tabLst/>
              <a:defRPr/>
            </a:pPr>
            <a:endParaRPr kumimoji="0" lang="en-US" sz="1800" b="0" i="0" u="none" strike="noStrike" kern="0" cap="none" spc="0" normalizeH="0" baseline="0" noProof="0" dirty="0">
              <a:ln>
                <a:noFill/>
              </a:ln>
              <a:solidFill>
                <a:srgbClr val="000000"/>
              </a:solidFill>
              <a:effectLst/>
              <a:uLnTx/>
              <a:uFillTx/>
              <a:latin typeface="Arial"/>
              <a:ea typeface="ＭＳ Ｐゴシック"/>
              <a:cs typeface="+mn-cs"/>
            </a:endParaRPr>
          </a:p>
          <a:p>
            <a:pPr marL="0" marR="0" lvl="0" indent="0" algn="l" defTabSz="912813" rtl="0" eaLnBrk="0" fontAlgn="base" latinLnBrk="0" hangingPunct="0">
              <a:lnSpc>
                <a:spcPct val="100000"/>
              </a:lnSpc>
              <a:spcBef>
                <a:spcPct val="0"/>
              </a:spcBef>
              <a:spcAft>
                <a:spcPct val="0"/>
              </a:spcAft>
              <a:buClr>
                <a:srgbClr val="002960"/>
              </a:buClr>
              <a:buSzTx/>
              <a:buFontTx/>
              <a:buNone/>
              <a:tabLst/>
              <a:defRPr/>
            </a:pPr>
            <a:endParaRPr kumimoji="0" lang="en-US" sz="1800" b="0" i="0" u="none" strike="noStrike" kern="0" cap="none" spc="0" normalizeH="0" baseline="0" noProof="0" dirty="0">
              <a:ln>
                <a:noFill/>
              </a:ln>
              <a:solidFill>
                <a:srgbClr val="000000"/>
              </a:solidFill>
              <a:effectLst/>
              <a:uLnTx/>
              <a:uFillTx/>
              <a:latin typeface="Arial"/>
              <a:ea typeface="ＭＳ Ｐゴシック"/>
              <a:cs typeface="+mn-cs"/>
            </a:endParaRPr>
          </a:p>
          <a:p>
            <a:pPr marL="0" marR="0" lvl="0" indent="0" algn="l" defTabSz="912813" rtl="0" eaLnBrk="0" fontAlgn="base" latinLnBrk="0" hangingPunct="0">
              <a:lnSpc>
                <a:spcPct val="100000"/>
              </a:lnSpc>
              <a:spcBef>
                <a:spcPct val="0"/>
              </a:spcBef>
              <a:spcAft>
                <a:spcPct val="0"/>
              </a:spcAft>
              <a:buClr>
                <a:srgbClr val="002960"/>
              </a:buClr>
              <a:buSzTx/>
              <a:buFontTx/>
              <a:buNone/>
              <a:tabLst/>
              <a:defRPr/>
            </a:pPr>
            <a:endParaRPr kumimoji="0" lang="en-US" sz="1800" b="0" i="0" u="none" strike="noStrike" kern="0" cap="none" spc="0" normalizeH="0" baseline="0" noProof="0" dirty="0">
              <a:ln>
                <a:noFill/>
              </a:ln>
              <a:solidFill>
                <a:srgbClr val="000000"/>
              </a:solidFill>
              <a:effectLst/>
              <a:uLnTx/>
              <a:uFillTx/>
              <a:latin typeface="Arial"/>
              <a:ea typeface="ＭＳ Ｐゴシック"/>
              <a:cs typeface="+mn-cs"/>
            </a:endParaRPr>
          </a:p>
          <a:p>
            <a:pPr marL="0" marR="0" lvl="0" indent="0" algn="l" defTabSz="912813" rtl="0" eaLnBrk="0" fontAlgn="base" latinLnBrk="0" hangingPunct="0">
              <a:lnSpc>
                <a:spcPct val="100000"/>
              </a:lnSpc>
              <a:spcBef>
                <a:spcPct val="0"/>
              </a:spcBef>
              <a:spcAft>
                <a:spcPct val="0"/>
              </a:spcAft>
              <a:buClr>
                <a:srgbClr val="002960"/>
              </a:buClr>
              <a:buSzTx/>
              <a:buFontTx/>
              <a:buNone/>
              <a:tabLst/>
              <a:defRPr/>
            </a:pPr>
            <a:endParaRPr kumimoji="0" lang="en-US" sz="1800" b="0" i="0" u="none" strike="noStrike" kern="0" cap="none" spc="0" normalizeH="0" baseline="0" noProof="0" dirty="0">
              <a:ln>
                <a:noFill/>
              </a:ln>
              <a:solidFill>
                <a:srgbClr val="000000"/>
              </a:solidFill>
              <a:effectLst/>
              <a:uLnTx/>
              <a:uFillTx/>
              <a:latin typeface="Arial"/>
              <a:ea typeface="ＭＳ Ｐゴシック"/>
              <a:cs typeface="+mn-cs"/>
            </a:endParaRPr>
          </a:p>
          <a:p>
            <a:pPr marL="0" marR="0" lvl="0" indent="0" algn="l" defTabSz="912813" rtl="0" eaLnBrk="0" fontAlgn="base" latinLnBrk="0" hangingPunct="0">
              <a:lnSpc>
                <a:spcPct val="100000"/>
              </a:lnSpc>
              <a:spcBef>
                <a:spcPct val="0"/>
              </a:spcBef>
              <a:spcAft>
                <a:spcPct val="0"/>
              </a:spcAft>
              <a:buClr>
                <a:srgbClr val="002960"/>
              </a:buClr>
              <a:buSzTx/>
              <a:buFontTx/>
              <a:buNone/>
              <a:tabLst/>
              <a:defRPr/>
            </a:pPr>
            <a:endParaRPr kumimoji="0" lang="en-US" sz="1800" b="0" i="0" u="none" strike="noStrike" kern="0" cap="none" spc="0" normalizeH="0" baseline="0" noProof="0" dirty="0">
              <a:ln>
                <a:noFill/>
              </a:ln>
              <a:solidFill>
                <a:srgbClr val="000000"/>
              </a:solidFill>
              <a:effectLst/>
              <a:uLnTx/>
              <a:uFillTx/>
              <a:latin typeface="Arial"/>
              <a:ea typeface="ＭＳ Ｐゴシック"/>
              <a:cs typeface="+mn-cs"/>
            </a:endParaRPr>
          </a:p>
          <a:p>
            <a:pPr marL="0" marR="0" lvl="0" indent="0" algn="l" defTabSz="912813" rtl="0" eaLnBrk="0" fontAlgn="base" latinLnBrk="0" hangingPunct="0">
              <a:lnSpc>
                <a:spcPct val="100000"/>
              </a:lnSpc>
              <a:spcBef>
                <a:spcPct val="0"/>
              </a:spcBef>
              <a:spcAft>
                <a:spcPct val="0"/>
              </a:spcAft>
              <a:buClr>
                <a:srgbClr val="002960"/>
              </a:buClr>
              <a:buSzTx/>
              <a:buFontTx/>
              <a:buNone/>
              <a:tabLst/>
              <a:defRPr/>
            </a:pPr>
            <a:endParaRPr kumimoji="0" lang="en-US" sz="1800" b="0" i="0" u="none" strike="noStrike" kern="0" cap="none" spc="0" normalizeH="0" baseline="0" noProof="0" dirty="0">
              <a:ln>
                <a:noFill/>
              </a:ln>
              <a:solidFill>
                <a:srgbClr val="000000"/>
              </a:solidFill>
              <a:effectLst/>
              <a:uLnTx/>
              <a:uFillTx/>
              <a:latin typeface="Arial"/>
              <a:ea typeface="ＭＳ Ｐゴシック"/>
              <a:cs typeface="+mn-cs"/>
            </a:endParaRPr>
          </a:p>
          <a:p>
            <a:pPr marL="0" marR="0" lvl="0" indent="0" algn="l" defTabSz="912813" rtl="0" eaLnBrk="0" fontAlgn="base" latinLnBrk="0" hangingPunct="0">
              <a:lnSpc>
                <a:spcPct val="100000"/>
              </a:lnSpc>
              <a:spcBef>
                <a:spcPct val="0"/>
              </a:spcBef>
              <a:spcAft>
                <a:spcPct val="0"/>
              </a:spcAft>
              <a:buClr>
                <a:srgbClr val="002960"/>
              </a:buClr>
              <a:buSzTx/>
              <a:buFontTx/>
              <a:buNone/>
              <a:tabLst/>
              <a:defRPr/>
            </a:pPr>
            <a:endParaRPr kumimoji="0" lang="en-US" sz="1800" b="0" i="0" u="none" strike="noStrike" kern="0" cap="none" spc="0" normalizeH="0" baseline="0" noProof="0" dirty="0">
              <a:ln>
                <a:noFill/>
              </a:ln>
              <a:solidFill>
                <a:srgbClr val="000000"/>
              </a:solidFill>
              <a:effectLst/>
              <a:uLnTx/>
              <a:uFillTx/>
              <a:latin typeface="Arial"/>
              <a:ea typeface="ＭＳ Ｐゴシック"/>
              <a:cs typeface="+mn-cs"/>
            </a:endParaRPr>
          </a:p>
          <a:p>
            <a:pPr marL="0" marR="0" lvl="0" indent="0" algn="l" defTabSz="912813" rtl="0" eaLnBrk="0" fontAlgn="base" latinLnBrk="0" hangingPunct="0">
              <a:lnSpc>
                <a:spcPct val="100000"/>
              </a:lnSpc>
              <a:spcBef>
                <a:spcPct val="0"/>
              </a:spcBef>
              <a:spcAft>
                <a:spcPct val="0"/>
              </a:spcAft>
              <a:buClr>
                <a:srgbClr val="002960"/>
              </a:buClr>
              <a:buSzTx/>
              <a:buFontTx/>
              <a:buNone/>
              <a:tabLst/>
              <a:defRPr/>
            </a:pPr>
            <a:endParaRPr kumimoji="0" lang="en-US" sz="1800" b="0" i="0" u="none" strike="noStrike" kern="0" cap="none" spc="0" normalizeH="0" baseline="0" noProof="0" dirty="0">
              <a:ln>
                <a:noFill/>
              </a:ln>
              <a:solidFill>
                <a:srgbClr val="000000"/>
              </a:solidFill>
              <a:effectLst/>
              <a:uLnTx/>
              <a:uFillTx/>
              <a:latin typeface="Arial"/>
              <a:ea typeface="ＭＳ Ｐゴシック"/>
              <a:cs typeface="+mn-cs"/>
            </a:endParaRPr>
          </a:p>
          <a:p>
            <a:pPr marL="0" marR="0" lvl="0" indent="0" algn="l" defTabSz="912813" rtl="0" eaLnBrk="0" fontAlgn="base" latinLnBrk="0" hangingPunct="0">
              <a:lnSpc>
                <a:spcPct val="100000"/>
              </a:lnSpc>
              <a:spcBef>
                <a:spcPct val="0"/>
              </a:spcBef>
              <a:spcAft>
                <a:spcPct val="0"/>
              </a:spcAft>
              <a:buClr>
                <a:srgbClr val="002960"/>
              </a:buClr>
              <a:buSzTx/>
              <a:buFontTx/>
              <a:buNone/>
              <a:tabLst/>
              <a:defRPr/>
            </a:pPr>
            <a:endParaRPr kumimoji="0" lang="en-US" sz="1800" b="0" i="0" u="none" strike="noStrike" kern="0" cap="none" spc="0" normalizeH="0" baseline="0" noProof="0" dirty="0">
              <a:ln>
                <a:noFill/>
              </a:ln>
              <a:solidFill>
                <a:srgbClr val="000000"/>
              </a:solidFill>
              <a:effectLst/>
              <a:uLnTx/>
              <a:uFillTx/>
              <a:latin typeface="Arial"/>
              <a:ea typeface="ＭＳ Ｐゴシック"/>
              <a:cs typeface="+mn-cs"/>
            </a:endParaRPr>
          </a:p>
        </p:txBody>
      </p:sp>
      <p:sp>
        <p:nvSpPr>
          <p:cNvPr id="5" name="Rectangle 4">
            <a:extLst>
              <a:ext uri="{FF2B5EF4-FFF2-40B4-BE49-F238E27FC236}">
                <a16:creationId xmlns:a16="http://schemas.microsoft.com/office/drawing/2014/main" id="{6B4F2E07-3588-40FC-9C15-6655F11B7976}"/>
              </a:ext>
            </a:extLst>
          </p:cNvPr>
          <p:cNvSpPr>
            <a:spLocks noChangeArrowheads="1"/>
          </p:cNvSpPr>
          <p:nvPr/>
        </p:nvSpPr>
        <p:spPr bwMode="auto">
          <a:xfrm>
            <a:off x="2520950" y="2952750"/>
            <a:ext cx="1588" cy="1588"/>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marL="0" marR="0" lvl="0" indent="0" algn="l" defTabSz="914400" rtl="0" eaLnBrk="0" fontAlgn="auto" latinLnBrk="0" hangingPunct="0">
              <a:lnSpc>
                <a:spcPct val="100000"/>
              </a:lnSpc>
              <a:spcBef>
                <a:spcPct val="50000"/>
              </a:spcBef>
              <a:spcAft>
                <a:spcPts val="0"/>
              </a:spcAft>
              <a:buClrTx/>
              <a:buSzTx/>
              <a:buFontTx/>
              <a:buNone/>
              <a:tabLst/>
              <a:defRPr/>
            </a:pPr>
            <a:endParaRPr kumimoji="0" lang="en-US" sz="1600" b="1" i="0" u="none" strike="noStrike" kern="1200" cap="none" spc="0" normalizeH="0" baseline="0" noProof="0">
              <a:ln>
                <a:noFill/>
              </a:ln>
              <a:solidFill>
                <a:srgbClr val="FC0128"/>
              </a:solidFill>
              <a:effectLst/>
              <a:uLnTx/>
              <a:uFillTx/>
              <a:latin typeface="Arial" charset="0"/>
              <a:ea typeface="ＭＳ Ｐゴシック"/>
              <a:cs typeface="+mn-cs"/>
            </a:endParaRPr>
          </a:p>
        </p:txBody>
      </p:sp>
      <p:sp>
        <p:nvSpPr>
          <p:cNvPr id="6" name="Rectangle 5">
            <a:extLst>
              <a:ext uri="{FF2B5EF4-FFF2-40B4-BE49-F238E27FC236}">
                <a16:creationId xmlns:a16="http://schemas.microsoft.com/office/drawing/2014/main" id="{F1BA536B-2E66-4261-B5B1-9D3139C33BF0}"/>
              </a:ext>
            </a:extLst>
          </p:cNvPr>
          <p:cNvSpPr>
            <a:spLocks noChangeArrowheads="1"/>
          </p:cNvSpPr>
          <p:nvPr/>
        </p:nvSpPr>
        <p:spPr bwMode="auto">
          <a:xfrm>
            <a:off x="2520950" y="2952750"/>
            <a:ext cx="1588" cy="1588"/>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marL="0" marR="0" lvl="0" indent="0" algn="l" defTabSz="914400" rtl="0" eaLnBrk="0" fontAlgn="auto" latinLnBrk="0" hangingPunct="0">
              <a:lnSpc>
                <a:spcPct val="100000"/>
              </a:lnSpc>
              <a:spcBef>
                <a:spcPct val="50000"/>
              </a:spcBef>
              <a:spcAft>
                <a:spcPts val="0"/>
              </a:spcAft>
              <a:buClrTx/>
              <a:buSzTx/>
              <a:buFontTx/>
              <a:buNone/>
              <a:tabLst/>
              <a:defRPr/>
            </a:pPr>
            <a:endParaRPr kumimoji="0" lang="en-US" sz="1600" b="1" i="0" u="none" strike="noStrike" kern="1200" cap="none" spc="0" normalizeH="0" baseline="0" noProof="0">
              <a:ln>
                <a:noFill/>
              </a:ln>
              <a:solidFill>
                <a:srgbClr val="FC0128"/>
              </a:solidFill>
              <a:effectLst/>
              <a:uLnTx/>
              <a:uFillTx/>
              <a:latin typeface="Arial" charset="0"/>
              <a:ea typeface="ＭＳ Ｐゴシック"/>
              <a:cs typeface="+mn-cs"/>
            </a:endParaRPr>
          </a:p>
        </p:txBody>
      </p:sp>
      <p:sp>
        <p:nvSpPr>
          <p:cNvPr id="7" name="Rectangle 6">
            <a:extLst>
              <a:ext uri="{FF2B5EF4-FFF2-40B4-BE49-F238E27FC236}">
                <a16:creationId xmlns:a16="http://schemas.microsoft.com/office/drawing/2014/main" id="{B6207031-A7EF-4267-ABA6-61E73F210510}"/>
              </a:ext>
            </a:extLst>
          </p:cNvPr>
          <p:cNvSpPr>
            <a:spLocks noChangeArrowheads="1"/>
          </p:cNvSpPr>
          <p:nvPr/>
        </p:nvSpPr>
        <p:spPr bwMode="auto">
          <a:xfrm>
            <a:off x="2520950" y="2952750"/>
            <a:ext cx="1588" cy="1588"/>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marL="0" marR="0" lvl="0" indent="0" algn="l" defTabSz="914400" rtl="0" eaLnBrk="0" fontAlgn="auto" latinLnBrk="0" hangingPunct="0">
              <a:lnSpc>
                <a:spcPct val="100000"/>
              </a:lnSpc>
              <a:spcBef>
                <a:spcPct val="50000"/>
              </a:spcBef>
              <a:spcAft>
                <a:spcPts val="0"/>
              </a:spcAft>
              <a:buClrTx/>
              <a:buSzTx/>
              <a:buFontTx/>
              <a:buNone/>
              <a:tabLst/>
              <a:defRPr/>
            </a:pPr>
            <a:endParaRPr kumimoji="0" lang="en-US" sz="1600" b="1" i="0" u="none" strike="noStrike" kern="1200" cap="none" spc="0" normalizeH="0" baseline="0" noProof="0">
              <a:ln>
                <a:noFill/>
              </a:ln>
              <a:solidFill>
                <a:srgbClr val="FC0128"/>
              </a:solidFill>
              <a:effectLst/>
              <a:uLnTx/>
              <a:uFillTx/>
              <a:latin typeface="Arial" charset="0"/>
              <a:ea typeface="ＭＳ Ｐゴシック"/>
              <a:cs typeface="+mn-cs"/>
            </a:endParaRPr>
          </a:p>
        </p:txBody>
      </p:sp>
      <p:sp>
        <p:nvSpPr>
          <p:cNvPr id="8" name="Rectangle 7">
            <a:extLst>
              <a:ext uri="{FF2B5EF4-FFF2-40B4-BE49-F238E27FC236}">
                <a16:creationId xmlns:a16="http://schemas.microsoft.com/office/drawing/2014/main" id="{D56A2B51-D5DB-4BBC-9314-69062D66D3F3}"/>
              </a:ext>
            </a:extLst>
          </p:cNvPr>
          <p:cNvSpPr>
            <a:spLocks noChangeArrowheads="1"/>
          </p:cNvSpPr>
          <p:nvPr/>
        </p:nvSpPr>
        <p:spPr bwMode="auto">
          <a:xfrm>
            <a:off x="2520950" y="2952750"/>
            <a:ext cx="1588" cy="1588"/>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marL="0" marR="0" lvl="0" indent="0" algn="l" defTabSz="914400" rtl="0" eaLnBrk="0" fontAlgn="auto" latinLnBrk="0" hangingPunct="0">
              <a:lnSpc>
                <a:spcPct val="100000"/>
              </a:lnSpc>
              <a:spcBef>
                <a:spcPct val="50000"/>
              </a:spcBef>
              <a:spcAft>
                <a:spcPts val="0"/>
              </a:spcAft>
              <a:buClrTx/>
              <a:buSzTx/>
              <a:buFontTx/>
              <a:buNone/>
              <a:tabLst/>
              <a:defRPr/>
            </a:pPr>
            <a:endParaRPr kumimoji="0" lang="en-US" sz="1600" b="1" i="0" u="none" strike="noStrike" kern="1200" cap="none" spc="0" normalizeH="0" baseline="0" noProof="0">
              <a:ln>
                <a:noFill/>
              </a:ln>
              <a:solidFill>
                <a:srgbClr val="FC0128"/>
              </a:solidFill>
              <a:effectLst/>
              <a:uLnTx/>
              <a:uFillTx/>
              <a:latin typeface="Arial" charset="0"/>
              <a:ea typeface="ＭＳ Ｐゴシック"/>
              <a:cs typeface="+mn-cs"/>
            </a:endParaRPr>
          </a:p>
        </p:txBody>
      </p:sp>
      <p:pic>
        <p:nvPicPr>
          <p:cNvPr id="36" name="Picture 35">
            <a:extLst>
              <a:ext uri="{FF2B5EF4-FFF2-40B4-BE49-F238E27FC236}">
                <a16:creationId xmlns:a16="http://schemas.microsoft.com/office/drawing/2014/main" id="{B62D3F80-B944-4A3E-BD71-0C17B2CA0C70}"/>
              </a:ext>
            </a:extLst>
          </p:cNvPr>
          <p:cNvPicPr>
            <a:picLocks noChangeAspect="1"/>
          </p:cNvPicPr>
          <p:nvPr/>
        </p:nvPicPr>
        <p:blipFill>
          <a:blip r:embed="rId2"/>
          <a:stretch>
            <a:fillRect/>
          </a:stretch>
        </p:blipFill>
        <p:spPr>
          <a:xfrm>
            <a:off x="1871663" y="1828800"/>
            <a:ext cx="5391150" cy="3200400"/>
          </a:xfrm>
          <a:prstGeom prst="rect">
            <a:avLst/>
          </a:prstGeom>
        </p:spPr>
      </p:pic>
    </p:spTree>
    <p:extLst>
      <p:ext uri="{BB962C8B-B14F-4D97-AF65-F5344CB8AC3E}">
        <p14:creationId xmlns:p14="http://schemas.microsoft.com/office/powerpoint/2010/main" val="3431185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33317-710B-4E07-8383-4572C31F4774}"/>
              </a:ext>
            </a:extLst>
          </p:cNvPr>
          <p:cNvSpPr>
            <a:spLocks noGrp="1"/>
          </p:cNvSpPr>
          <p:nvPr>
            <p:ph type="title"/>
          </p:nvPr>
        </p:nvSpPr>
        <p:spPr/>
        <p:txBody>
          <a:bodyPr/>
          <a:lstStyle/>
          <a:p>
            <a:r>
              <a:rPr lang="en-IN" b="0" dirty="0"/>
              <a:t>Branch Prediction State Diagram </a:t>
            </a:r>
          </a:p>
        </p:txBody>
      </p:sp>
    </p:spTree>
    <p:extLst>
      <p:ext uri="{BB962C8B-B14F-4D97-AF65-F5344CB8AC3E}">
        <p14:creationId xmlns:p14="http://schemas.microsoft.com/office/powerpoint/2010/main" val="35411724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3F5BF-96AF-43A3-8371-9BBD1FCC1DB8}"/>
              </a:ext>
            </a:extLst>
          </p:cNvPr>
          <p:cNvSpPr>
            <a:spLocks noGrp="1"/>
          </p:cNvSpPr>
          <p:nvPr>
            <p:ph type="title"/>
          </p:nvPr>
        </p:nvSpPr>
        <p:spPr/>
        <p:txBody>
          <a:bodyPr/>
          <a:lstStyle/>
          <a:p>
            <a:r>
              <a:rPr lang="en-IN" sz="2800" b="0" dirty="0"/>
              <a:t>Dealing With Branches</a:t>
            </a:r>
          </a:p>
        </p:txBody>
      </p:sp>
      <p:pic>
        <p:nvPicPr>
          <p:cNvPr id="3" name="Picture 4">
            <a:extLst>
              <a:ext uri="{FF2B5EF4-FFF2-40B4-BE49-F238E27FC236}">
                <a16:creationId xmlns:a16="http://schemas.microsoft.com/office/drawing/2014/main" id="{E3B92AB1-AC62-41A4-9D69-83F993FA245A}"/>
              </a:ext>
            </a:extLst>
          </p:cNvPr>
          <p:cNvPicPr>
            <a:picLocks noChangeAspect="1" noChangeArrowheads="1"/>
          </p:cNvPicPr>
          <p:nvPr/>
        </p:nvPicPr>
        <p:blipFill>
          <a:blip r:embed="rId2"/>
          <a:srcRect l="19069" t="6581" r="10632" b="18521"/>
          <a:stretch>
            <a:fillRect/>
          </a:stretch>
        </p:blipFill>
        <p:spPr bwMode="auto">
          <a:xfrm>
            <a:off x="4469792" y="116632"/>
            <a:ext cx="4357315" cy="6013930"/>
          </a:xfrm>
          <a:prstGeom prst="rect">
            <a:avLst/>
          </a:prstGeom>
          <a:noFill/>
          <a:ln w="9525">
            <a:noFill/>
            <a:miter lim="800000"/>
            <a:headEnd/>
            <a:tailEnd/>
          </a:ln>
          <a:effectLst/>
        </p:spPr>
      </p:pic>
      <p:sp>
        <p:nvSpPr>
          <p:cNvPr id="4" name="Rectangle 3">
            <a:extLst>
              <a:ext uri="{FF2B5EF4-FFF2-40B4-BE49-F238E27FC236}">
                <a16:creationId xmlns:a16="http://schemas.microsoft.com/office/drawing/2014/main" id="{9B1FFB61-A29A-4E83-A8C0-CC72140BB2E9}"/>
              </a:ext>
            </a:extLst>
          </p:cNvPr>
          <p:cNvSpPr/>
          <p:nvPr/>
        </p:nvSpPr>
        <p:spPr>
          <a:xfrm>
            <a:off x="0" y="907138"/>
            <a:ext cx="5004048" cy="5546198"/>
          </a:xfrm>
          <a:prstGeom prst="rect">
            <a:avLst/>
          </a:prstGeom>
        </p:spPr>
        <p:txBody>
          <a:bodyPr wrap="square">
            <a:spAutoFit/>
          </a:bodyPr>
          <a:lstStyle/>
          <a:p>
            <a:pPr>
              <a:lnSpc>
                <a:spcPct val="150000"/>
              </a:lnSpc>
            </a:pPr>
            <a:r>
              <a:rPr lang="en-US" sz="1400" dirty="0">
                <a:solidFill>
                  <a:srgbClr val="7030A0"/>
                </a:solidFill>
              </a:rPr>
              <a:t>The branch history table is a small cache memory associated with the instruction fetch stage of the pipeline.</a:t>
            </a:r>
          </a:p>
          <a:p>
            <a:pPr>
              <a:lnSpc>
                <a:spcPct val="150000"/>
              </a:lnSpc>
            </a:pPr>
            <a:r>
              <a:rPr lang="en-US" sz="1400" dirty="0">
                <a:solidFill>
                  <a:srgbClr val="7030A0"/>
                </a:solidFill>
              </a:rPr>
              <a:t> Each entry in the table consists of three elements:</a:t>
            </a:r>
          </a:p>
          <a:p>
            <a:pPr marL="285750" indent="-285750">
              <a:lnSpc>
                <a:spcPct val="150000"/>
              </a:lnSpc>
              <a:buFont typeface="Wingdings" panose="05000000000000000000" pitchFamily="2" charset="2"/>
              <a:buChar char="ü"/>
            </a:pPr>
            <a:r>
              <a:rPr lang="en-US" sz="1400" dirty="0">
                <a:solidFill>
                  <a:srgbClr val="7030A0"/>
                </a:solidFill>
              </a:rPr>
              <a:t> the address of a branch instruction,</a:t>
            </a:r>
          </a:p>
          <a:p>
            <a:pPr marL="285750" indent="-285750">
              <a:lnSpc>
                <a:spcPct val="150000"/>
              </a:lnSpc>
              <a:buFont typeface="Wingdings" panose="05000000000000000000" pitchFamily="2" charset="2"/>
              <a:buChar char="ü"/>
            </a:pPr>
            <a:r>
              <a:rPr lang="en-US" sz="1400" dirty="0">
                <a:solidFill>
                  <a:srgbClr val="7030A0"/>
                </a:solidFill>
              </a:rPr>
              <a:t> some number of history bits that record the state of use of that instruction, </a:t>
            </a:r>
          </a:p>
          <a:p>
            <a:pPr marL="285750" indent="-285750">
              <a:lnSpc>
                <a:spcPct val="150000"/>
              </a:lnSpc>
              <a:buFont typeface="Wingdings" panose="05000000000000000000" pitchFamily="2" charset="2"/>
              <a:buChar char="ü"/>
            </a:pPr>
            <a:r>
              <a:rPr lang="en-US" sz="1400" dirty="0">
                <a:solidFill>
                  <a:srgbClr val="7030A0"/>
                </a:solidFill>
              </a:rPr>
              <a:t>and information about the target instruction</a:t>
            </a:r>
          </a:p>
          <a:p>
            <a:pPr marL="285750" indent="-285750">
              <a:lnSpc>
                <a:spcPct val="150000"/>
              </a:lnSpc>
              <a:buFont typeface="Wingdings" panose="05000000000000000000" pitchFamily="2" charset="2"/>
              <a:buChar char="ü"/>
            </a:pPr>
            <a:r>
              <a:rPr lang="en-US" sz="1400" dirty="0">
                <a:solidFill>
                  <a:srgbClr val="7030A0"/>
                </a:solidFill>
              </a:rPr>
              <a:t>If a branch is taken, some logic in the processor detects this and instructs that the next instruction be fetched from the target address (in addition to flushing the pipeline)</a:t>
            </a:r>
          </a:p>
          <a:p>
            <a:pPr marL="285750" indent="-285750">
              <a:lnSpc>
                <a:spcPct val="150000"/>
              </a:lnSpc>
              <a:buFont typeface="Wingdings" panose="05000000000000000000" pitchFamily="2" charset="2"/>
              <a:buChar char="ü"/>
            </a:pPr>
            <a:r>
              <a:rPr lang="en-US" sz="1400" dirty="0">
                <a:solidFill>
                  <a:srgbClr val="7030A0"/>
                </a:solidFill>
              </a:rPr>
              <a:t>The branch history table is treated as a cache.</a:t>
            </a:r>
          </a:p>
          <a:p>
            <a:pPr marL="285750" indent="-285750">
              <a:lnSpc>
                <a:spcPct val="150000"/>
              </a:lnSpc>
              <a:buFont typeface="Wingdings" panose="05000000000000000000" pitchFamily="2" charset="2"/>
              <a:buChar char="ü"/>
            </a:pPr>
            <a:r>
              <a:rPr lang="en-US" sz="1400" dirty="0">
                <a:solidFill>
                  <a:srgbClr val="7030A0"/>
                </a:solidFill>
              </a:rPr>
              <a:t> Each prefetch triggers a lookup in the branch history table. If no match is found, the next sequential address is used for the fetch. If a match is found, a prediction is made based on the state of the instruction: </a:t>
            </a:r>
          </a:p>
          <a:p>
            <a:pPr marL="285750" indent="-285750">
              <a:lnSpc>
                <a:spcPct val="150000"/>
              </a:lnSpc>
              <a:buFont typeface="Wingdings" panose="05000000000000000000" pitchFamily="2" charset="2"/>
              <a:buChar char="ü"/>
            </a:pPr>
            <a:r>
              <a:rPr lang="en-US" sz="1400" dirty="0">
                <a:solidFill>
                  <a:srgbClr val="7030A0"/>
                </a:solidFill>
              </a:rPr>
              <a:t>Either the next sequential address or the branch target address is fed to the select logic.</a:t>
            </a:r>
            <a:endParaRPr lang="en-IN" sz="1400" dirty="0">
              <a:solidFill>
                <a:srgbClr val="7030A0"/>
              </a:solidFill>
            </a:endParaRPr>
          </a:p>
        </p:txBody>
      </p:sp>
    </p:spTree>
    <p:extLst>
      <p:ext uri="{BB962C8B-B14F-4D97-AF65-F5344CB8AC3E}">
        <p14:creationId xmlns:p14="http://schemas.microsoft.com/office/powerpoint/2010/main" val="2795323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 calcmode="lin" valueType="num">
                                      <p:cBhvr additive="base">
                                        <p:cTn id="2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anim calcmode="lin" valueType="num">
                                      <p:cBhvr additive="base">
                                        <p:cTn id="3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 calcmode="lin" valueType="num">
                                      <p:cBhvr additive="base">
                                        <p:cTn id="3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anim calcmode="lin" valueType="num">
                                      <p:cBhvr additive="base">
                                        <p:cTn id="43"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
                                            <p:txEl>
                                              <p:pRg st="8" end="8"/>
                                            </p:txEl>
                                          </p:spTgt>
                                        </p:tgtEl>
                                        <p:attrNameLst>
                                          <p:attrName>style.visibility</p:attrName>
                                        </p:attrNameLst>
                                      </p:cBhvr>
                                      <p:to>
                                        <p:strVal val="visible"/>
                                      </p:to>
                                    </p:set>
                                    <p:anim calcmode="lin" valueType="num">
                                      <p:cBhvr additive="base">
                                        <p:cTn id="49"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D6749-FE49-4042-979F-2888E81889C2}"/>
              </a:ext>
            </a:extLst>
          </p:cNvPr>
          <p:cNvSpPr>
            <a:spLocks noGrp="1"/>
          </p:cNvSpPr>
          <p:nvPr>
            <p:ph type="title"/>
          </p:nvPr>
        </p:nvSpPr>
        <p:spPr>
          <a:xfrm>
            <a:off x="107504" y="35565"/>
            <a:ext cx="6526212" cy="596900"/>
          </a:xfrm>
        </p:spPr>
        <p:txBody>
          <a:bodyPr/>
          <a:lstStyle/>
          <a:p>
            <a:r>
              <a:rPr lang="en-GB" sz="2400" b="0" dirty="0"/>
              <a:t>Intel 80486 Pipelining</a:t>
            </a:r>
            <a:endParaRPr lang="en-IN" sz="2400" b="0" dirty="0"/>
          </a:p>
        </p:txBody>
      </p:sp>
      <p:sp>
        <p:nvSpPr>
          <p:cNvPr id="3" name="Rectangle 3">
            <a:extLst>
              <a:ext uri="{FF2B5EF4-FFF2-40B4-BE49-F238E27FC236}">
                <a16:creationId xmlns:a16="http://schemas.microsoft.com/office/drawing/2014/main" id="{A4F77EBA-7503-4AAA-959F-969CDE5CFC90}"/>
              </a:ext>
            </a:extLst>
          </p:cNvPr>
          <p:cNvSpPr txBox="1">
            <a:spLocks noChangeArrowheads="1"/>
          </p:cNvSpPr>
          <p:nvPr/>
        </p:nvSpPr>
        <p:spPr>
          <a:xfrm>
            <a:off x="457200" y="886544"/>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0" marR="0" lvl="0" indent="0" algn="l" defTabSz="912813" rtl="0" eaLnBrk="0" fontAlgn="base" latinLnBrk="0" hangingPunct="0">
              <a:lnSpc>
                <a:spcPct val="100000"/>
              </a:lnSpc>
              <a:spcBef>
                <a:spcPct val="0"/>
              </a:spcBef>
              <a:spcAft>
                <a:spcPct val="0"/>
              </a:spcAft>
              <a:buClr>
                <a:srgbClr val="002960"/>
              </a:buClr>
              <a:buSzTx/>
              <a:buFontTx/>
              <a:buNone/>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a:cs typeface="+mn-cs"/>
              </a:rPr>
              <a:t>Fetch</a:t>
            </a:r>
          </a:p>
          <a:p>
            <a:pPr marL="196850" marR="0" lvl="1" indent="-195263" algn="l" defTabSz="912813" rtl="0" eaLnBrk="0" fontAlgn="base" latinLnBrk="0" hangingPunct="0">
              <a:lnSpc>
                <a:spcPct val="100000"/>
              </a:lnSpc>
              <a:spcBef>
                <a:spcPct val="0"/>
              </a:spcBef>
              <a:spcAft>
                <a:spcPct val="0"/>
              </a:spcAft>
              <a:buClr>
                <a:srgbClr val="002960"/>
              </a:buClr>
              <a:buSzPct val="125000"/>
              <a:buFont typeface="Arial" panose="020B0604020202020204" pitchFamily="34" charset="0"/>
              <a:buChar char="▪"/>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panose="020B0600070205080204" pitchFamily="34" charset="-128"/>
                <a:cs typeface="+mn-cs"/>
              </a:rPr>
              <a:t>From cache or external memory</a:t>
            </a:r>
          </a:p>
          <a:p>
            <a:pPr marL="196850" marR="0" lvl="1" indent="-195263" algn="l" defTabSz="912813" rtl="0" eaLnBrk="0" fontAlgn="base" latinLnBrk="0" hangingPunct="0">
              <a:lnSpc>
                <a:spcPct val="100000"/>
              </a:lnSpc>
              <a:spcBef>
                <a:spcPct val="0"/>
              </a:spcBef>
              <a:spcAft>
                <a:spcPct val="0"/>
              </a:spcAft>
              <a:buClr>
                <a:srgbClr val="002960"/>
              </a:buClr>
              <a:buSzPct val="125000"/>
              <a:buFont typeface="Arial" panose="020B0604020202020204" pitchFamily="34" charset="0"/>
              <a:buChar char="▪"/>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panose="020B0600070205080204" pitchFamily="34" charset="-128"/>
                <a:cs typeface="+mn-cs"/>
              </a:rPr>
              <a:t>Put in one of two 16-byte prefetch buffers</a:t>
            </a:r>
          </a:p>
          <a:p>
            <a:pPr marL="196850" marR="0" lvl="1" indent="-195263" algn="l" defTabSz="912813" rtl="0" eaLnBrk="0" fontAlgn="base" latinLnBrk="0" hangingPunct="0">
              <a:lnSpc>
                <a:spcPct val="100000"/>
              </a:lnSpc>
              <a:spcBef>
                <a:spcPct val="0"/>
              </a:spcBef>
              <a:spcAft>
                <a:spcPct val="0"/>
              </a:spcAft>
              <a:buClr>
                <a:srgbClr val="002960"/>
              </a:buClr>
              <a:buSzPct val="125000"/>
              <a:buFont typeface="Arial" panose="020B0604020202020204" pitchFamily="34" charset="0"/>
              <a:buChar char="▪"/>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panose="020B0600070205080204" pitchFamily="34" charset="-128"/>
                <a:cs typeface="+mn-cs"/>
              </a:rPr>
              <a:t>Fill buffer with new data as soon as old data consumed</a:t>
            </a:r>
          </a:p>
          <a:p>
            <a:pPr marL="196850" marR="0" lvl="1" indent="-195263" algn="l" defTabSz="912813" rtl="0" eaLnBrk="0" fontAlgn="base" latinLnBrk="0" hangingPunct="0">
              <a:lnSpc>
                <a:spcPct val="100000"/>
              </a:lnSpc>
              <a:spcBef>
                <a:spcPct val="0"/>
              </a:spcBef>
              <a:spcAft>
                <a:spcPct val="0"/>
              </a:spcAft>
              <a:buClr>
                <a:srgbClr val="002960"/>
              </a:buClr>
              <a:buSzPct val="125000"/>
              <a:buFont typeface="Arial" panose="020B0604020202020204" pitchFamily="34" charset="0"/>
              <a:buChar char="▪"/>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panose="020B0600070205080204" pitchFamily="34" charset="-128"/>
                <a:cs typeface="+mn-cs"/>
              </a:rPr>
              <a:t>Average 5 instructions fetched per load</a:t>
            </a:r>
          </a:p>
          <a:p>
            <a:pPr marL="196850" marR="0" lvl="1" indent="-195263" algn="l" defTabSz="912813" rtl="0" eaLnBrk="0" fontAlgn="base" latinLnBrk="0" hangingPunct="0">
              <a:lnSpc>
                <a:spcPct val="100000"/>
              </a:lnSpc>
              <a:spcBef>
                <a:spcPct val="0"/>
              </a:spcBef>
              <a:spcAft>
                <a:spcPct val="0"/>
              </a:spcAft>
              <a:buClr>
                <a:srgbClr val="002960"/>
              </a:buClr>
              <a:buSzPct val="125000"/>
              <a:buFont typeface="Arial" panose="020B0604020202020204" pitchFamily="34" charset="0"/>
              <a:buChar char="▪"/>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panose="020B0600070205080204" pitchFamily="34" charset="-128"/>
                <a:cs typeface="+mn-cs"/>
              </a:rPr>
              <a:t>Independent of other stages to keep buffers full</a:t>
            </a:r>
          </a:p>
          <a:p>
            <a:pPr marL="0" marR="0" lvl="0" indent="0" algn="l" defTabSz="912813" rtl="0" eaLnBrk="0" fontAlgn="base" latinLnBrk="0" hangingPunct="0">
              <a:lnSpc>
                <a:spcPct val="100000"/>
              </a:lnSpc>
              <a:spcBef>
                <a:spcPct val="0"/>
              </a:spcBef>
              <a:spcAft>
                <a:spcPct val="0"/>
              </a:spcAft>
              <a:buClr>
                <a:srgbClr val="002960"/>
              </a:buClr>
              <a:buSzTx/>
              <a:buFontTx/>
              <a:buNone/>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a:cs typeface="+mn-cs"/>
              </a:rPr>
              <a:t>Decode stage 1</a:t>
            </a:r>
          </a:p>
          <a:p>
            <a:pPr marL="196850" marR="0" lvl="1" indent="-195263" algn="l" defTabSz="912813" rtl="0" eaLnBrk="0" fontAlgn="base" latinLnBrk="0" hangingPunct="0">
              <a:lnSpc>
                <a:spcPct val="100000"/>
              </a:lnSpc>
              <a:spcBef>
                <a:spcPct val="0"/>
              </a:spcBef>
              <a:spcAft>
                <a:spcPct val="0"/>
              </a:spcAft>
              <a:buClr>
                <a:srgbClr val="002960"/>
              </a:buClr>
              <a:buSzPct val="125000"/>
              <a:buFont typeface="Arial" panose="020B0604020202020204" pitchFamily="34" charset="0"/>
              <a:buChar char="▪"/>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panose="020B0600070205080204" pitchFamily="34" charset="-128"/>
                <a:cs typeface="+mn-cs"/>
              </a:rPr>
              <a:t>Opcode &amp; address-mode info</a:t>
            </a:r>
          </a:p>
          <a:p>
            <a:pPr marL="196850" marR="0" lvl="1" indent="-195263" algn="l" defTabSz="912813" rtl="0" eaLnBrk="0" fontAlgn="base" latinLnBrk="0" hangingPunct="0">
              <a:lnSpc>
                <a:spcPct val="100000"/>
              </a:lnSpc>
              <a:spcBef>
                <a:spcPct val="0"/>
              </a:spcBef>
              <a:spcAft>
                <a:spcPct val="0"/>
              </a:spcAft>
              <a:buClr>
                <a:srgbClr val="002960"/>
              </a:buClr>
              <a:buSzPct val="125000"/>
              <a:buFont typeface="Arial" panose="020B0604020202020204" pitchFamily="34" charset="0"/>
              <a:buChar char="▪"/>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panose="020B0600070205080204" pitchFamily="34" charset="-128"/>
                <a:cs typeface="+mn-cs"/>
              </a:rPr>
              <a:t>At most first 3 bytes of instruction</a:t>
            </a:r>
          </a:p>
          <a:p>
            <a:pPr marL="196850" marR="0" lvl="1" indent="-195263" algn="l" defTabSz="912813" rtl="0" eaLnBrk="0" fontAlgn="base" latinLnBrk="0" hangingPunct="0">
              <a:lnSpc>
                <a:spcPct val="100000"/>
              </a:lnSpc>
              <a:spcBef>
                <a:spcPct val="0"/>
              </a:spcBef>
              <a:spcAft>
                <a:spcPct val="0"/>
              </a:spcAft>
              <a:buClr>
                <a:srgbClr val="002960"/>
              </a:buClr>
              <a:buSzPct val="125000"/>
              <a:buFont typeface="Arial" panose="020B0604020202020204" pitchFamily="34" charset="0"/>
              <a:buChar char="▪"/>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panose="020B0600070205080204" pitchFamily="34" charset="-128"/>
                <a:cs typeface="+mn-cs"/>
              </a:rPr>
              <a:t>Can direct D2 stage to get rest of instruction</a:t>
            </a:r>
          </a:p>
          <a:p>
            <a:pPr marL="0" marR="0" lvl="0" indent="0" algn="l" defTabSz="912813" rtl="0" eaLnBrk="0" fontAlgn="base" latinLnBrk="0" hangingPunct="0">
              <a:lnSpc>
                <a:spcPct val="100000"/>
              </a:lnSpc>
              <a:spcBef>
                <a:spcPct val="0"/>
              </a:spcBef>
              <a:spcAft>
                <a:spcPct val="0"/>
              </a:spcAft>
              <a:buClr>
                <a:srgbClr val="002960"/>
              </a:buClr>
              <a:buSzTx/>
              <a:buFontTx/>
              <a:buNone/>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a:cs typeface="+mn-cs"/>
              </a:rPr>
              <a:t>Decode stage 2</a:t>
            </a:r>
          </a:p>
          <a:p>
            <a:pPr marL="196850" marR="0" lvl="1" indent="-195263" algn="l" defTabSz="912813" rtl="0" eaLnBrk="0" fontAlgn="base" latinLnBrk="0" hangingPunct="0">
              <a:lnSpc>
                <a:spcPct val="100000"/>
              </a:lnSpc>
              <a:spcBef>
                <a:spcPct val="0"/>
              </a:spcBef>
              <a:spcAft>
                <a:spcPct val="0"/>
              </a:spcAft>
              <a:buClr>
                <a:srgbClr val="002960"/>
              </a:buClr>
              <a:buSzPct val="125000"/>
              <a:buFont typeface="Arial" panose="020B0604020202020204" pitchFamily="34" charset="0"/>
              <a:buChar char="▪"/>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panose="020B0600070205080204" pitchFamily="34" charset="-128"/>
                <a:cs typeface="+mn-cs"/>
              </a:rPr>
              <a:t>Expand opcode into control signals</a:t>
            </a:r>
          </a:p>
          <a:p>
            <a:pPr marL="196850" marR="0" lvl="1" indent="-195263" algn="l" defTabSz="912813" rtl="0" eaLnBrk="0" fontAlgn="base" latinLnBrk="0" hangingPunct="0">
              <a:lnSpc>
                <a:spcPct val="100000"/>
              </a:lnSpc>
              <a:spcBef>
                <a:spcPct val="0"/>
              </a:spcBef>
              <a:spcAft>
                <a:spcPct val="0"/>
              </a:spcAft>
              <a:buClr>
                <a:srgbClr val="002960"/>
              </a:buClr>
              <a:buSzPct val="125000"/>
              <a:buFont typeface="Arial" panose="020B0604020202020204" pitchFamily="34" charset="0"/>
              <a:buChar char="▪"/>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panose="020B0600070205080204" pitchFamily="34" charset="-128"/>
                <a:cs typeface="+mn-cs"/>
              </a:rPr>
              <a:t>Computation of complex address modes</a:t>
            </a:r>
          </a:p>
          <a:p>
            <a:pPr marL="0" marR="0" lvl="0" indent="0" algn="l" defTabSz="912813" rtl="0" eaLnBrk="0" fontAlgn="base" latinLnBrk="0" hangingPunct="0">
              <a:lnSpc>
                <a:spcPct val="100000"/>
              </a:lnSpc>
              <a:spcBef>
                <a:spcPct val="0"/>
              </a:spcBef>
              <a:spcAft>
                <a:spcPct val="0"/>
              </a:spcAft>
              <a:buClr>
                <a:srgbClr val="002960"/>
              </a:buClr>
              <a:buSzTx/>
              <a:buFontTx/>
              <a:buNone/>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a:cs typeface="+mn-cs"/>
              </a:rPr>
              <a:t>Execute</a:t>
            </a:r>
          </a:p>
          <a:p>
            <a:pPr marL="196850" marR="0" lvl="1" indent="-195263" algn="l" defTabSz="912813" rtl="0" eaLnBrk="0" fontAlgn="base" latinLnBrk="0" hangingPunct="0">
              <a:lnSpc>
                <a:spcPct val="100000"/>
              </a:lnSpc>
              <a:spcBef>
                <a:spcPct val="0"/>
              </a:spcBef>
              <a:spcAft>
                <a:spcPct val="0"/>
              </a:spcAft>
              <a:buClr>
                <a:srgbClr val="002960"/>
              </a:buClr>
              <a:buSzPct val="125000"/>
              <a:buFont typeface="Arial" panose="020B0604020202020204" pitchFamily="34" charset="0"/>
              <a:buChar char="▪"/>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panose="020B0600070205080204" pitchFamily="34" charset="-128"/>
                <a:cs typeface="+mn-cs"/>
              </a:rPr>
              <a:t>ALU operations, cache access, register update</a:t>
            </a:r>
          </a:p>
          <a:p>
            <a:pPr marL="0" marR="0" lvl="0" indent="0" algn="l" defTabSz="912813" rtl="0" eaLnBrk="0" fontAlgn="base" latinLnBrk="0" hangingPunct="0">
              <a:lnSpc>
                <a:spcPct val="100000"/>
              </a:lnSpc>
              <a:spcBef>
                <a:spcPct val="0"/>
              </a:spcBef>
              <a:spcAft>
                <a:spcPct val="0"/>
              </a:spcAft>
              <a:buClr>
                <a:srgbClr val="002960"/>
              </a:buClr>
              <a:buSzTx/>
              <a:buFontTx/>
              <a:buNone/>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a:cs typeface="+mn-cs"/>
              </a:rPr>
              <a:t>Writeback</a:t>
            </a:r>
          </a:p>
          <a:p>
            <a:pPr marL="196850" marR="0" lvl="1" indent="-195263" algn="l" defTabSz="912813" rtl="0" eaLnBrk="0" fontAlgn="base" latinLnBrk="0" hangingPunct="0">
              <a:lnSpc>
                <a:spcPct val="100000"/>
              </a:lnSpc>
              <a:spcBef>
                <a:spcPct val="0"/>
              </a:spcBef>
              <a:spcAft>
                <a:spcPct val="0"/>
              </a:spcAft>
              <a:buClr>
                <a:srgbClr val="002960"/>
              </a:buClr>
              <a:buSzPct val="125000"/>
              <a:buFont typeface="Arial" panose="020B0604020202020204" pitchFamily="34" charset="0"/>
              <a:buChar char="▪"/>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panose="020B0600070205080204" pitchFamily="34" charset="-128"/>
                <a:cs typeface="+mn-cs"/>
              </a:rPr>
              <a:t>Update registers &amp; flags</a:t>
            </a:r>
          </a:p>
          <a:p>
            <a:pPr marL="196850" marR="0" lvl="1" indent="-195263" algn="l" defTabSz="912813" rtl="0" eaLnBrk="0" fontAlgn="base" latinLnBrk="0" hangingPunct="0">
              <a:lnSpc>
                <a:spcPct val="100000"/>
              </a:lnSpc>
              <a:spcBef>
                <a:spcPct val="0"/>
              </a:spcBef>
              <a:spcAft>
                <a:spcPct val="0"/>
              </a:spcAft>
              <a:buClr>
                <a:srgbClr val="002960"/>
              </a:buClr>
              <a:buSzPct val="125000"/>
              <a:buFont typeface="Arial" panose="020B0604020202020204" pitchFamily="34" charset="0"/>
              <a:buChar char="▪"/>
              <a:tabLst/>
              <a:defRPr/>
            </a:pPr>
            <a:r>
              <a:rPr kumimoji="0" lang="en-GB" sz="1800" b="0" i="0" u="none" strike="noStrike" kern="0" cap="none" spc="0" normalizeH="0" baseline="0" noProof="0" dirty="0">
                <a:ln>
                  <a:noFill/>
                </a:ln>
                <a:solidFill>
                  <a:srgbClr val="000000"/>
                </a:solidFill>
                <a:effectLst/>
                <a:uLnTx/>
                <a:uFillTx/>
                <a:latin typeface="Arial"/>
                <a:ea typeface="ＭＳ Ｐゴシック" panose="020B0600070205080204" pitchFamily="34" charset="-128"/>
                <a:cs typeface="+mn-cs"/>
              </a:rPr>
              <a:t>Results sent to cache &amp; bus interface write buffers</a:t>
            </a:r>
          </a:p>
        </p:txBody>
      </p:sp>
    </p:spTree>
    <p:extLst>
      <p:ext uri="{BB962C8B-B14F-4D97-AF65-F5344CB8AC3E}">
        <p14:creationId xmlns:p14="http://schemas.microsoft.com/office/powerpoint/2010/main" val="16915161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BB5AC-1210-4768-BF4D-EC04E88C9631}"/>
              </a:ext>
            </a:extLst>
          </p:cNvPr>
          <p:cNvSpPr>
            <a:spLocks noGrp="1"/>
          </p:cNvSpPr>
          <p:nvPr>
            <p:ph type="title"/>
          </p:nvPr>
        </p:nvSpPr>
        <p:spPr/>
        <p:txBody>
          <a:bodyPr/>
          <a:lstStyle/>
          <a:p>
            <a:r>
              <a:rPr lang="en-GB" sz="2400" b="0" dirty="0"/>
              <a:t>80486 Instruction Pipeline Examples</a:t>
            </a:r>
            <a:endParaRPr lang="en-IN" sz="2400" b="0" dirty="0"/>
          </a:p>
        </p:txBody>
      </p:sp>
      <p:pic>
        <p:nvPicPr>
          <p:cNvPr id="3" name="Picture 4">
            <a:extLst>
              <a:ext uri="{FF2B5EF4-FFF2-40B4-BE49-F238E27FC236}">
                <a16:creationId xmlns:a16="http://schemas.microsoft.com/office/drawing/2014/main" id="{16D92CCA-DAB3-4D19-B5C8-9FC91E30FDCE}"/>
              </a:ext>
            </a:extLst>
          </p:cNvPr>
          <p:cNvPicPr>
            <a:picLocks noChangeAspect="1" noChangeArrowheads="1"/>
          </p:cNvPicPr>
          <p:nvPr/>
        </p:nvPicPr>
        <p:blipFill>
          <a:blip r:embed="rId2"/>
          <a:srcRect l="7820" t="9837" r="5009" b="20692"/>
          <a:stretch>
            <a:fillRect/>
          </a:stretch>
        </p:blipFill>
        <p:spPr bwMode="auto">
          <a:xfrm>
            <a:off x="1752600" y="908720"/>
            <a:ext cx="5537200" cy="5715000"/>
          </a:xfrm>
          <a:prstGeom prst="rect">
            <a:avLst/>
          </a:prstGeom>
          <a:noFill/>
          <a:ln w="9525">
            <a:noFill/>
            <a:miter lim="800000"/>
            <a:headEnd/>
            <a:tailEnd/>
          </a:ln>
          <a:effectLst/>
        </p:spPr>
      </p:pic>
    </p:spTree>
    <p:extLst>
      <p:ext uri="{BB962C8B-B14F-4D97-AF65-F5344CB8AC3E}">
        <p14:creationId xmlns:p14="http://schemas.microsoft.com/office/powerpoint/2010/main" val="26091529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985D5-CF17-4D14-AC5A-D89326D4A149}"/>
              </a:ext>
            </a:extLst>
          </p:cNvPr>
          <p:cNvSpPr>
            <a:spLocks noGrp="1"/>
          </p:cNvSpPr>
          <p:nvPr>
            <p:ph type="title"/>
          </p:nvPr>
        </p:nvSpPr>
        <p:spPr/>
        <p:txBody>
          <a:bodyPr/>
          <a:lstStyle/>
          <a:p>
            <a:r>
              <a:rPr lang="en-IN" sz="2400" b="0" dirty="0"/>
              <a:t>Pipelining Example</a:t>
            </a:r>
          </a:p>
        </p:txBody>
      </p:sp>
      <p:sp>
        <p:nvSpPr>
          <p:cNvPr id="3" name="Rectangle 2">
            <a:extLst>
              <a:ext uri="{FF2B5EF4-FFF2-40B4-BE49-F238E27FC236}">
                <a16:creationId xmlns:a16="http://schemas.microsoft.com/office/drawing/2014/main" id="{51900976-2B51-40B3-9175-79263631A0E0}"/>
              </a:ext>
            </a:extLst>
          </p:cNvPr>
          <p:cNvSpPr/>
          <p:nvPr/>
        </p:nvSpPr>
        <p:spPr>
          <a:xfrm>
            <a:off x="157268" y="836712"/>
            <a:ext cx="8447179" cy="3780522"/>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Pipelining can be applied within the ALU to speed up floating-point operations. Consider the case of floating-point addition and subtraction. In simplified terms, the pipeline could have four stages: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(1) Compare the exponents;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(2) Choose the exponent and align the significands;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(3) Add or subtract significands;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(4) Normalize the results.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The pipeline can be considered to have two parallel threads, one handling exponents and one handling significands, and could start out like this:</a:t>
            </a:r>
            <a:endParaRPr kumimoji="0" lang="en-IN" sz="1800" b="0" i="0" u="none" strike="noStrike" kern="1200" cap="none" spc="0" normalizeH="0" baseline="0" noProof="0" dirty="0">
              <a:ln>
                <a:noFill/>
              </a:ln>
              <a:solidFill>
                <a:srgbClr val="000000"/>
              </a:solidFill>
              <a:effectLst/>
              <a:uLnTx/>
              <a:uFillTx/>
              <a:latin typeface="Arial"/>
              <a:ea typeface="ＭＳ Ｐゴシック"/>
              <a:cs typeface="+mn-cs"/>
            </a:endParaRPr>
          </a:p>
        </p:txBody>
      </p:sp>
      <p:pic>
        <p:nvPicPr>
          <p:cNvPr id="4" name="Picture 3">
            <a:extLst>
              <a:ext uri="{FF2B5EF4-FFF2-40B4-BE49-F238E27FC236}">
                <a16:creationId xmlns:a16="http://schemas.microsoft.com/office/drawing/2014/main" id="{D40BB320-940B-4E05-BA67-2E1A56014B9F}"/>
              </a:ext>
            </a:extLst>
          </p:cNvPr>
          <p:cNvPicPr>
            <a:picLocks noChangeAspect="1"/>
          </p:cNvPicPr>
          <p:nvPr/>
        </p:nvPicPr>
        <p:blipFill>
          <a:blip r:embed="rId2"/>
          <a:stretch>
            <a:fillRect/>
          </a:stretch>
        </p:blipFill>
        <p:spPr>
          <a:xfrm>
            <a:off x="611560" y="4797152"/>
            <a:ext cx="2638425" cy="1628775"/>
          </a:xfrm>
          <a:prstGeom prst="rect">
            <a:avLst/>
          </a:prstGeom>
        </p:spPr>
      </p:pic>
      <p:sp>
        <p:nvSpPr>
          <p:cNvPr id="5" name="Rectangle 4">
            <a:extLst>
              <a:ext uri="{FF2B5EF4-FFF2-40B4-BE49-F238E27FC236}">
                <a16:creationId xmlns:a16="http://schemas.microsoft.com/office/drawing/2014/main" id="{47660F08-3F60-499C-B4C5-0C4A9BE56F1F}"/>
              </a:ext>
            </a:extLst>
          </p:cNvPr>
          <p:cNvSpPr/>
          <p:nvPr/>
        </p:nvSpPr>
        <p:spPr>
          <a:xfrm>
            <a:off x="3608017" y="4872875"/>
            <a:ext cx="4572000" cy="1477328"/>
          </a:xfrm>
          <a:prstGeom prst="rect">
            <a:avLst/>
          </a:prstGeom>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In this figure, the boxes labeled R refer to a set of registers used to hold temporary results. Complete the block diagram that shows at a top level the structure of the pipeline</a:t>
            </a:r>
            <a:endParaRPr kumimoji="0" lang="en-IN" sz="1800" b="0" i="0" u="none" strike="noStrike" kern="1200" cap="none" spc="0" normalizeH="0" baseline="0" noProof="0" dirty="0">
              <a:ln>
                <a:noFill/>
              </a:ln>
              <a:solidFill>
                <a:srgbClr val="000000"/>
              </a:solidFill>
              <a:effectLst/>
              <a:uLnTx/>
              <a:uFillTx/>
              <a:latin typeface="Arial"/>
              <a:ea typeface="ＭＳ Ｐゴシック"/>
              <a:cs typeface="+mn-cs"/>
            </a:endParaRPr>
          </a:p>
        </p:txBody>
      </p:sp>
    </p:spTree>
    <p:extLst>
      <p:ext uri="{BB962C8B-B14F-4D97-AF65-F5344CB8AC3E}">
        <p14:creationId xmlns:p14="http://schemas.microsoft.com/office/powerpoint/2010/main" val="41306898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985D5-CF17-4D14-AC5A-D89326D4A149}"/>
              </a:ext>
            </a:extLst>
          </p:cNvPr>
          <p:cNvSpPr>
            <a:spLocks noGrp="1"/>
          </p:cNvSpPr>
          <p:nvPr>
            <p:ph type="title"/>
          </p:nvPr>
        </p:nvSpPr>
        <p:spPr/>
        <p:txBody>
          <a:bodyPr/>
          <a:lstStyle/>
          <a:p>
            <a:r>
              <a:rPr lang="en-IN" sz="2400" b="0" dirty="0"/>
              <a:t>Pipelining Example</a:t>
            </a:r>
          </a:p>
        </p:txBody>
      </p:sp>
      <p:pic>
        <p:nvPicPr>
          <p:cNvPr id="6" name="Picture 5">
            <a:extLst>
              <a:ext uri="{FF2B5EF4-FFF2-40B4-BE49-F238E27FC236}">
                <a16:creationId xmlns:a16="http://schemas.microsoft.com/office/drawing/2014/main" id="{E82E764D-4767-41C6-B573-D195CE3F0EC7}"/>
              </a:ext>
            </a:extLst>
          </p:cNvPr>
          <p:cNvPicPr>
            <a:picLocks noChangeAspect="1"/>
          </p:cNvPicPr>
          <p:nvPr/>
        </p:nvPicPr>
        <p:blipFill>
          <a:blip r:embed="rId2"/>
          <a:stretch>
            <a:fillRect/>
          </a:stretch>
        </p:blipFill>
        <p:spPr>
          <a:xfrm rot="5400000">
            <a:off x="3981534" y="1679205"/>
            <a:ext cx="5832650" cy="3499590"/>
          </a:xfrm>
          <a:prstGeom prst="rect">
            <a:avLst/>
          </a:prstGeom>
        </p:spPr>
      </p:pic>
      <p:sp>
        <p:nvSpPr>
          <p:cNvPr id="3" name="Rectangle 2">
            <a:extLst>
              <a:ext uri="{FF2B5EF4-FFF2-40B4-BE49-F238E27FC236}">
                <a16:creationId xmlns:a16="http://schemas.microsoft.com/office/drawing/2014/main" id="{804B6AA4-0517-4966-BD66-FAEF5B7D9D07}"/>
              </a:ext>
            </a:extLst>
          </p:cNvPr>
          <p:cNvSpPr/>
          <p:nvPr/>
        </p:nvSpPr>
        <p:spPr>
          <a:xfrm>
            <a:off x="597986" y="2060848"/>
            <a:ext cx="4572000" cy="1703030"/>
          </a:xfrm>
          <a:prstGeom prst="rect">
            <a:avLst/>
          </a:prstGeom>
        </p:spPr>
        <p:txBody>
          <a:bodyPr>
            <a:spAutoFit/>
          </a:bodyPr>
          <a:lstStyle/>
          <a:p>
            <a:pPr lvl="0">
              <a:lnSpc>
                <a:spcPct val="150000"/>
              </a:lnSpc>
              <a:defRPr/>
            </a:pPr>
            <a:r>
              <a:rPr lang="en-US" dirty="0">
                <a:solidFill>
                  <a:srgbClr val="000000"/>
                </a:solidFill>
              </a:rPr>
              <a:t>The pipeline can be considered to have two parallel threads, one handling exponents and one handling significands, and could start out like this:</a:t>
            </a:r>
            <a:endParaRPr lang="en-IN" dirty="0">
              <a:solidFill>
                <a:srgbClr val="000000"/>
              </a:solidFill>
            </a:endParaRPr>
          </a:p>
        </p:txBody>
      </p:sp>
    </p:spTree>
    <p:extLst>
      <p:ext uri="{BB962C8B-B14F-4D97-AF65-F5344CB8AC3E}">
        <p14:creationId xmlns:p14="http://schemas.microsoft.com/office/powerpoint/2010/main" val="3270117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0FC84-2805-4737-B312-AE709801E82B}"/>
              </a:ext>
            </a:extLst>
          </p:cNvPr>
          <p:cNvSpPr>
            <a:spLocks noGrp="1"/>
          </p:cNvSpPr>
          <p:nvPr>
            <p:ph type="title"/>
          </p:nvPr>
        </p:nvSpPr>
        <p:spPr/>
        <p:txBody>
          <a:bodyPr/>
          <a:lstStyle/>
          <a:p>
            <a:r>
              <a:rPr lang="en-IN" sz="2800" b="0" dirty="0"/>
              <a:t>In class exercise</a:t>
            </a:r>
          </a:p>
        </p:txBody>
      </p:sp>
      <p:sp>
        <p:nvSpPr>
          <p:cNvPr id="3" name="Content Placeholder 2">
            <a:extLst>
              <a:ext uri="{FF2B5EF4-FFF2-40B4-BE49-F238E27FC236}">
                <a16:creationId xmlns:a16="http://schemas.microsoft.com/office/drawing/2014/main" id="{701BE6B8-9C1F-45B1-AFDF-C19E11C82FA0}"/>
              </a:ext>
            </a:extLst>
          </p:cNvPr>
          <p:cNvSpPr txBox="1">
            <a:spLocks/>
          </p:cNvSpPr>
          <p:nvPr/>
        </p:nvSpPr>
        <p:spPr>
          <a:xfrm>
            <a:off x="251520" y="836712"/>
            <a:ext cx="8640960" cy="49276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0" marR="0" lvl="0" indent="0" algn="l" defTabSz="912813" rtl="0" eaLnBrk="0" fontAlgn="base" latinLnBrk="0" hangingPunct="0">
              <a:lnSpc>
                <a:spcPct val="150000"/>
              </a:lnSpc>
              <a:spcBef>
                <a:spcPct val="0"/>
              </a:spcBef>
              <a:spcAft>
                <a:spcPct val="0"/>
              </a:spcAft>
              <a:buClr>
                <a:srgbClr val="002960"/>
              </a:buClr>
              <a:buSzTx/>
              <a:buFontTx/>
              <a:buNone/>
              <a:tabLst/>
              <a:defRPr/>
            </a:pPr>
            <a:r>
              <a:rPr kumimoji="0" lang="en-US" b="0" i="0" u="none" strike="noStrike" kern="0" cap="none" spc="0" normalizeH="0" baseline="0" noProof="0" dirty="0">
                <a:ln>
                  <a:noFill/>
                </a:ln>
                <a:solidFill>
                  <a:srgbClr val="FF0000"/>
                </a:solidFill>
                <a:effectLst/>
                <a:uLnTx/>
                <a:uFillTx/>
                <a:latin typeface="Arial"/>
                <a:ea typeface="ＭＳ Ｐゴシック"/>
                <a:cs typeface="+mn-cs"/>
              </a:rPr>
              <a:t>Given a deeply pipelined processor and a branch-target buffer for conditional branches only, assuming a misprediction penalty of 4 cycles and a buffer miss penalty of 3 cycles,  90% hit rate and 90% accuracy, and 15% branch frequency. How much faster is the processor with the BTB vs. a processor that has a fixed 2-cycle branch penalty?</a:t>
            </a:r>
          </a:p>
          <a:p>
            <a:pPr marL="0" marR="0" lvl="0" indent="0" algn="l" defTabSz="912813" rtl="0" eaLnBrk="0" fontAlgn="base" latinLnBrk="0" hangingPunct="0">
              <a:lnSpc>
                <a:spcPct val="100000"/>
              </a:lnSpc>
              <a:spcBef>
                <a:spcPct val="0"/>
              </a:spcBef>
              <a:spcAft>
                <a:spcPct val="0"/>
              </a:spcAft>
              <a:buClr>
                <a:srgbClr val="002960"/>
              </a:buClr>
              <a:buSzTx/>
              <a:buFontTx/>
              <a:buNone/>
              <a:tabLst/>
              <a:defRPr/>
            </a:pPr>
            <a:endParaRPr kumimoji="0" lang="en-US" b="0" i="0" u="none" strike="noStrike" kern="0" cap="none" spc="0" normalizeH="0" baseline="0" noProof="0" dirty="0">
              <a:ln>
                <a:noFill/>
              </a:ln>
              <a:solidFill>
                <a:srgbClr val="000000"/>
              </a:solidFill>
              <a:effectLst/>
              <a:uLnTx/>
              <a:uFillTx/>
              <a:latin typeface="Arial"/>
              <a:ea typeface="ＭＳ Ｐゴシック"/>
              <a:cs typeface="+mn-cs"/>
            </a:endParaRPr>
          </a:p>
          <a:p>
            <a:pPr marL="0" marR="0" lvl="0" indent="0" algn="l" defTabSz="912813" rtl="0" eaLnBrk="0" fontAlgn="base" latinLnBrk="0" hangingPunct="0">
              <a:lnSpc>
                <a:spcPct val="100000"/>
              </a:lnSpc>
              <a:spcBef>
                <a:spcPct val="0"/>
              </a:spcBef>
              <a:spcAft>
                <a:spcPct val="0"/>
              </a:spcAft>
              <a:buClr>
                <a:srgbClr val="002960"/>
              </a:buClr>
              <a:buSzTx/>
              <a:buFontTx/>
              <a:buNone/>
              <a:tabLst/>
              <a:defRPr/>
            </a:pPr>
            <a:endParaRPr kumimoji="0" lang="en-US" b="0" i="0" u="none" strike="noStrike" kern="0" cap="none" spc="0" normalizeH="0" baseline="0" noProof="0" dirty="0">
              <a:ln>
                <a:noFill/>
              </a:ln>
              <a:solidFill>
                <a:srgbClr val="000000"/>
              </a:solidFill>
              <a:effectLst/>
              <a:uLnTx/>
              <a:uFillTx/>
              <a:latin typeface="Arial"/>
              <a:ea typeface="ＭＳ Ｐゴシック"/>
              <a:cs typeface="+mn-cs"/>
            </a:endParaRPr>
          </a:p>
          <a:p>
            <a:pPr marL="0" marR="0" lvl="0" indent="0" algn="l" defTabSz="912813" rtl="0" eaLnBrk="0" fontAlgn="base" latinLnBrk="0" hangingPunct="0">
              <a:lnSpc>
                <a:spcPct val="150000"/>
              </a:lnSpc>
              <a:spcBef>
                <a:spcPct val="0"/>
              </a:spcBef>
              <a:spcAft>
                <a:spcPct val="0"/>
              </a:spcAft>
              <a:buClr>
                <a:srgbClr val="002960"/>
              </a:buClr>
              <a:buSzTx/>
              <a:buFontTx/>
              <a:buNone/>
              <a:tabLst/>
              <a:defRPr/>
            </a:pPr>
            <a:r>
              <a:rPr kumimoji="0" lang="en-US" sz="1800" b="0" i="0" u="none" strike="noStrike" kern="0" cap="none" spc="0" normalizeH="0" baseline="0" noProof="0" dirty="0">
                <a:ln>
                  <a:noFill/>
                </a:ln>
                <a:solidFill>
                  <a:srgbClr val="002060"/>
                </a:solidFill>
                <a:effectLst/>
                <a:uLnTx/>
                <a:uFillTx/>
                <a:latin typeface="Arial"/>
                <a:ea typeface="ＭＳ Ｐゴシック"/>
                <a:cs typeface="+mn-cs"/>
              </a:rPr>
              <a:t>Speedup = </a:t>
            </a:r>
            <a:r>
              <a:rPr kumimoji="0" lang="en-US" sz="1800" b="0" i="0" u="none" strike="noStrike" kern="0" cap="none" spc="0" normalizeH="0" baseline="0" noProof="0" dirty="0" err="1">
                <a:ln>
                  <a:noFill/>
                </a:ln>
                <a:solidFill>
                  <a:srgbClr val="002060"/>
                </a:solidFill>
                <a:effectLst/>
                <a:uLnTx/>
                <a:uFillTx/>
                <a:latin typeface="Arial"/>
                <a:ea typeface="ＭＳ Ｐゴシック"/>
                <a:cs typeface="+mn-cs"/>
              </a:rPr>
              <a:t>CPI</a:t>
            </a:r>
            <a:r>
              <a:rPr kumimoji="0" lang="en-US" sz="1800" b="0" i="0" u="none" strike="noStrike" kern="0" cap="none" spc="0" normalizeH="0" baseline="-25000" noProof="0" dirty="0" err="1">
                <a:ln>
                  <a:noFill/>
                </a:ln>
                <a:solidFill>
                  <a:srgbClr val="002060"/>
                </a:solidFill>
                <a:effectLst/>
                <a:uLnTx/>
                <a:uFillTx/>
                <a:latin typeface="Arial"/>
                <a:ea typeface="ＭＳ Ｐゴシック"/>
                <a:cs typeface="+mn-cs"/>
              </a:rPr>
              <a:t>noBTB</a:t>
            </a:r>
            <a:r>
              <a:rPr kumimoji="0" lang="en-US" sz="1800" b="0" i="0" u="none" strike="noStrike" kern="0" cap="none" spc="0" normalizeH="0" baseline="0" noProof="0" dirty="0">
                <a:ln>
                  <a:noFill/>
                </a:ln>
                <a:solidFill>
                  <a:srgbClr val="002060"/>
                </a:solidFill>
                <a:effectLst/>
                <a:uLnTx/>
                <a:uFillTx/>
                <a:latin typeface="Arial"/>
                <a:ea typeface="ＭＳ Ｐゴシック"/>
                <a:cs typeface="+mn-cs"/>
              </a:rPr>
              <a:t> /CPI</a:t>
            </a:r>
            <a:r>
              <a:rPr kumimoji="0" lang="en-US" sz="1800" b="0" i="0" u="none" strike="noStrike" kern="0" cap="none" spc="0" normalizeH="0" baseline="-25000" noProof="0" dirty="0">
                <a:ln>
                  <a:noFill/>
                </a:ln>
                <a:solidFill>
                  <a:srgbClr val="002060"/>
                </a:solidFill>
                <a:effectLst/>
                <a:uLnTx/>
                <a:uFillTx/>
                <a:latin typeface="Arial"/>
                <a:ea typeface="ＭＳ Ｐゴシック"/>
                <a:cs typeface="+mn-cs"/>
              </a:rPr>
              <a:t>BTB</a:t>
            </a:r>
            <a:r>
              <a:rPr kumimoji="0" lang="en-US" sz="1800" b="0" i="0" u="none" strike="noStrike" kern="0" cap="none" spc="0" normalizeH="0" baseline="0" noProof="0" dirty="0">
                <a:ln>
                  <a:noFill/>
                </a:ln>
                <a:solidFill>
                  <a:srgbClr val="002060"/>
                </a:solidFill>
                <a:effectLst/>
                <a:uLnTx/>
                <a:uFillTx/>
                <a:latin typeface="Arial"/>
                <a:ea typeface="ＭＳ Ｐゴシック"/>
                <a:cs typeface="+mn-cs"/>
              </a:rPr>
              <a:t> </a:t>
            </a:r>
          </a:p>
          <a:p>
            <a:pPr marL="0" marR="0" lvl="0" indent="0" algn="l" defTabSz="912813" rtl="0" eaLnBrk="0" fontAlgn="base" latinLnBrk="0" hangingPunct="0">
              <a:lnSpc>
                <a:spcPct val="150000"/>
              </a:lnSpc>
              <a:spcBef>
                <a:spcPct val="0"/>
              </a:spcBef>
              <a:spcAft>
                <a:spcPct val="0"/>
              </a:spcAft>
              <a:buClr>
                <a:srgbClr val="002960"/>
              </a:buClr>
              <a:buSzTx/>
              <a:buFontTx/>
              <a:buNone/>
              <a:tabLst/>
              <a:defRPr/>
            </a:pPr>
            <a:r>
              <a:rPr kumimoji="0" lang="en-US" sz="1800" b="0" i="0" u="none" strike="noStrike" kern="0" cap="none" spc="0" normalizeH="0" baseline="0" noProof="0" dirty="0">
                <a:ln>
                  <a:noFill/>
                </a:ln>
                <a:solidFill>
                  <a:srgbClr val="002060"/>
                </a:solidFill>
                <a:effectLst/>
                <a:uLnTx/>
                <a:uFillTx/>
                <a:latin typeface="Arial"/>
                <a:ea typeface="ＭＳ Ｐゴシック"/>
                <a:cs typeface="+mn-cs"/>
              </a:rPr>
              <a:t>                 = (</a:t>
            </a:r>
            <a:r>
              <a:rPr kumimoji="0" lang="en-US" sz="1800" b="0" i="0" u="none" strike="noStrike" kern="0" cap="none" spc="0" normalizeH="0" baseline="0" noProof="0" dirty="0" err="1">
                <a:ln>
                  <a:noFill/>
                </a:ln>
                <a:solidFill>
                  <a:srgbClr val="002060"/>
                </a:solidFill>
                <a:effectLst/>
                <a:uLnTx/>
                <a:uFillTx/>
                <a:latin typeface="Arial"/>
                <a:ea typeface="ＭＳ Ｐゴシック"/>
                <a:cs typeface="+mn-cs"/>
              </a:rPr>
              <a:t>CPI</a:t>
            </a:r>
            <a:r>
              <a:rPr kumimoji="0" lang="en-US" sz="1800" b="0" i="0" u="none" strike="noStrike" kern="0" cap="none" spc="0" normalizeH="0" baseline="-25000" noProof="0" dirty="0" err="1">
                <a:ln>
                  <a:noFill/>
                </a:ln>
                <a:solidFill>
                  <a:srgbClr val="002060"/>
                </a:solidFill>
                <a:effectLst/>
                <a:uLnTx/>
                <a:uFillTx/>
                <a:latin typeface="Arial"/>
                <a:ea typeface="ＭＳ Ｐゴシック"/>
                <a:cs typeface="+mn-cs"/>
              </a:rPr>
              <a:t>base</a:t>
            </a:r>
            <a:r>
              <a:rPr kumimoji="0" lang="en-US" sz="1800" b="0" i="0" u="none" strike="noStrike" kern="0" cap="none" spc="0" normalizeH="0" baseline="0" noProof="0" dirty="0">
                <a:ln>
                  <a:noFill/>
                </a:ln>
                <a:solidFill>
                  <a:srgbClr val="002060"/>
                </a:solidFill>
                <a:effectLst/>
                <a:uLnTx/>
                <a:uFillTx/>
                <a:latin typeface="Arial"/>
                <a:ea typeface="ＭＳ Ｐゴシック"/>
                <a:cs typeface="+mn-cs"/>
              </a:rPr>
              <a:t> + </a:t>
            </a:r>
            <a:r>
              <a:rPr kumimoji="0" lang="en-US" sz="1800" b="0" i="0" u="none" strike="noStrike" kern="0" cap="none" spc="0" normalizeH="0" baseline="0" noProof="0" dirty="0" err="1">
                <a:ln>
                  <a:noFill/>
                </a:ln>
                <a:solidFill>
                  <a:srgbClr val="002060"/>
                </a:solidFill>
                <a:effectLst/>
                <a:uLnTx/>
                <a:uFillTx/>
                <a:latin typeface="Arial"/>
                <a:ea typeface="ＭＳ Ｐゴシック"/>
                <a:cs typeface="+mn-cs"/>
              </a:rPr>
              <a:t>Stalls</a:t>
            </a:r>
            <a:r>
              <a:rPr kumimoji="0" lang="en-US" sz="1800" b="0" i="0" u="none" strike="noStrike" kern="0" cap="none" spc="0" normalizeH="0" baseline="-25000" noProof="0" dirty="0" err="1">
                <a:ln>
                  <a:noFill/>
                </a:ln>
                <a:solidFill>
                  <a:srgbClr val="002060"/>
                </a:solidFill>
                <a:effectLst/>
                <a:uLnTx/>
                <a:uFillTx/>
                <a:latin typeface="Arial"/>
                <a:ea typeface="ＭＳ Ｐゴシック"/>
                <a:cs typeface="+mn-cs"/>
              </a:rPr>
              <a:t>noBTB</a:t>
            </a:r>
            <a:r>
              <a:rPr kumimoji="0" lang="en-US" sz="1800" b="0" i="0" u="none" strike="noStrike" kern="0" cap="none" spc="0" normalizeH="0" baseline="-25000" noProof="0" dirty="0">
                <a:ln>
                  <a:noFill/>
                </a:ln>
                <a:solidFill>
                  <a:srgbClr val="002060"/>
                </a:solidFill>
                <a:effectLst/>
                <a:uLnTx/>
                <a:uFillTx/>
                <a:latin typeface="Arial"/>
                <a:ea typeface="ＭＳ Ｐゴシック"/>
                <a:cs typeface="+mn-cs"/>
              </a:rPr>
              <a:t> </a:t>
            </a:r>
            <a:r>
              <a:rPr kumimoji="0" lang="en-US" sz="1800" b="0" i="0" u="none" strike="noStrike" kern="0" cap="none" spc="0" normalizeH="0" baseline="0" noProof="0" dirty="0">
                <a:ln>
                  <a:noFill/>
                </a:ln>
                <a:solidFill>
                  <a:srgbClr val="002060"/>
                </a:solidFill>
                <a:effectLst/>
                <a:uLnTx/>
                <a:uFillTx/>
                <a:latin typeface="Arial"/>
                <a:ea typeface="ＭＳ Ｐゴシック"/>
                <a:cs typeface="+mn-cs"/>
              </a:rPr>
              <a:t> )/(</a:t>
            </a:r>
            <a:r>
              <a:rPr kumimoji="0" lang="en-US" sz="1800" b="0" i="0" u="none" strike="noStrike" kern="0" cap="none" spc="0" normalizeH="0" baseline="0" noProof="0" dirty="0" err="1">
                <a:ln>
                  <a:noFill/>
                </a:ln>
                <a:solidFill>
                  <a:srgbClr val="002060"/>
                </a:solidFill>
                <a:effectLst/>
                <a:uLnTx/>
                <a:uFillTx/>
                <a:latin typeface="Arial"/>
                <a:ea typeface="ＭＳ Ｐゴシック"/>
                <a:cs typeface="+mn-cs"/>
              </a:rPr>
              <a:t>CPI</a:t>
            </a:r>
            <a:r>
              <a:rPr kumimoji="0" lang="en-US" sz="1800" b="0" i="0" u="none" strike="noStrike" kern="0" cap="none" spc="0" normalizeH="0" baseline="-25000" noProof="0" dirty="0" err="1">
                <a:ln>
                  <a:noFill/>
                </a:ln>
                <a:solidFill>
                  <a:srgbClr val="002060"/>
                </a:solidFill>
                <a:effectLst/>
                <a:uLnTx/>
                <a:uFillTx/>
                <a:latin typeface="Arial"/>
                <a:ea typeface="ＭＳ Ｐゴシック"/>
                <a:cs typeface="+mn-cs"/>
              </a:rPr>
              <a:t>base</a:t>
            </a:r>
            <a:r>
              <a:rPr kumimoji="0" lang="en-US" sz="1800" b="0" i="0" u="none" strike="noStrike" kern="0" cap="none" spc="0" normalizeH="0" baseline="0" noProof="0" dirty="0">
                <a:ln>
                  <a:noFill/>
                </a:ln>
                <a:solidFill>
                  <a:srgbClr val="002060"/>
                </a:solidFill>
                <a:effectLst/>
                <a:uLnTx/>
                <a:uFillTx/>
                <a:latin typeface="Arial"/>
                <a:ea typeface="ＭＳ Ｐゴシック"/>
                <a:cs typeface="+mn-cs"/>
              </a:rPr>
              <a:t> + </a:t>
            </a:r>
            <a:r>
              <a:rPr kumimoji="0" lang="en-US" sz="1800" b="0" i="0" u="none" strike="noStrike" kern="0" cap="none" spc="0" normalizeH="0" baseline="0" noProof="0" dirty="0" err="1">
                <a:ln>
                  <a:noFill/>
                </a:ln>
                <a:solidFill>
                  <a:srgbClr val="002060"/>
                </a:solidFill>
                <a:effectLst/>
                <a:uLnTx/>
                <a:uFillTx/>
                <a:latin typeface="Arial"/>
                <a:ea typeface="ＭＳ Ｐゴシック"/>
                <a:cs typeface="+mn-cs"/>
              </a:rPr>
              <a:t>Stalls</a:t>
            </a:r>
            <a:r>
              <a:rPr kumimoji="0" lang="en-US" sz="1800" b="0" i="0" u="none" strike="noStrike" kern="0" cap="none" spc="0" normalizeH="0" baseline="-25000" noProof="0" dirty="0" err="1">
                <a:ln>
                  <a:noFill/>
                </a:ln>
                <a:solidFill>
                  <a:srgbClr val="002060"/>
                </a:solidFill>
                <a:effectLst/>
                <a:uLnTx/>
                <a:uFillTx/>
                <a:latin typeface="Arial"/>
                <a:ea typeface="ＭＳ Ｐゴシック"/>
                <a:cs typeface="+mn-cs"/>
              </a:rPr>
              <a:t>BTB</a:t>
            </a:r>
            <a:r>
              <a:rPr kumimoji="0" lang="en-US" sz="1800" b="0" i="0" u="none" strike="noStrike" kern="0" cap="none" spc="0" normalizeH="0" baseline="-25000" noProof="0" dirty="0">
                <a:ln>
                  <a:noFill/>
                </a:ln>
                <a:solidFill>
                  <a:srgbClr val="002060"/>
                </a:solidFill>
                <a:effectLst/>
                <a:uLnTx/>
                <a:uFillTx/>
                <a:latin typeface="Arial"/>
                <a:ea typeface="ＭＳ Ｐゴシック"/>
                <a:cs typeface="+mn-cs"/>
              </a:rPr>
              <a:t> </a:t>
            </a:r>
            <a:r>
              <a:rPr kumimoji="0" lang="en-US" sz="1800" b="0" i="0" u="none" strike="noStrike" kern="0" cap="none" spc="0" normalizeH="0" baseline="0" noProof="0" dirty="0">
                <a:ln>
                  <a:noFill/>
                </a:ln>
                <a:solidFill>
                  <a:srgbClr val="002060"/>
                </a:solidFill>
                <a:effectLst/>
                <a:uLnTx/>
                <a:uFillTx/>
                <a:latin typeface="Arial"/>
                <a:ea typeface="ＭＳ Ｐゴシック"/>
                <a:cs typeface="+mn-cs"/>
              </a:rPr>
              <a:t> )</a:t>
            </a:r>
          </a:p>
          <a:p>
            <a:pPr marL="0" marR="0" lvl="0" indent="0" algn="l" defTabSz="912813" rtl="0" eaLnBrk="0" fontAlgn="base" latinLnBrk="0" hangingPunct="0">
              <a:lnSpc>
                <a:spcPct val="150000"/>
              </a:lnSpc>
              <a:spcBef>
                <a:spcPct val="0"/>
              </a:spcBef>
              <a:spcAft>
                <a:spcPct val="0"/>
              </a:spcAft>
              <a:buClr>
                <a:srgbClr val="002960"/>
              </a:buClr>
              <a:buSzTx/>
              <a:buFontTx/>
              <a:buNone/>
              <a:tabLst/>
              <a:defRPr/>
            </a:pPr>
            <a:r>
              <a:rPr kumimoji="0" lang="en-US" sz="1800" b="0" i="0" u="none" strike="noStrike" kern="0" cap="none" spc="0" normalizeH="0" baseline="0" noProof="0" dirty="0">
                <a:ln>
                  <a:noFill/>
                </a:ln>
                <a:solidFill>
                  <a:srgbClr val="002060"/>
                </a:solidFill>
                <a:effectLst/>
                <a:uLnTx/>
                <a:uFillTx/>
                <a:latin typeface="Arial"/>
                <a:ea typeface="ＭＳ Ｐゴシック"/>
                <a:cs typeface="+mn-cs"/>
              </a:rPr>
              <a:t>Stalls = ∑ Frequency x Penalty</a:t>
            </a:r>
          </a:p>
          <a:p>
            <a:pPr marL="0" marR="0" lvl="0" indent="0" algn="l" defTabSz="912813" rtl="0" eaLnBrk="0" fontAlgn="base" latinLnBrk="0" hangingPunct="0">
              <a:lnSpc>
                <a:spcPct val="150000"/>
              </a:lnSpc>
              <a:spcBef>
                <a:spcPct val="0"/>
              </a:spcBef>
              <a:spcAft>
                <a:spcPct val="0"/>
              </a:spcAft>
              <a:buClr>
                <a:srgbClr val="002960"/>
              </a:buClr>
              <a:buSzTx/>
              <a:buFontTx/>
              <a:buNone/>
              <a:tabLst/>
              <a:defRPr/>
            </a:pPr>
            <a:r>
              <a:rPr kumimoji="0" lang="en-US" sz="1800" b="0" i="0" u="none" strike="noStrike" kern="0" cap="none" spc="0" normalizeH="0" baseline="0" noProof="0" dirty="0" err="1">
                <a:ln>
                  <a:noFill/>
                </a:ln>
                <a:solidFill>
                  <a:srgbClr val="002060"/>
                </a:solidFill>
                <a:effectLst/>
                <a:uLnTx/>
                <a:uFillTx/>
                <a:latin typeface="Arial"/>
                <a:ea typeface="ＭＳ Ｐゴシック"/>
                <a:cs typeface="+mn-cs"/>
              </a:rPr>
              <a:t>Stalls</a:t>
            </a:r>
            <a:r>
              <a:rPr kumimoji="0" lang="en-US" sz="1800" b="0" i="0" u="none" strike="noStrike" kern="0" cap="none" spc="0" normalizeH="0" baseline="-25000" noProof="0" dirty="0" err="1">
                <a:ln>
                  <a:noFill/>
                </a:ln>
                <a:solidFill>
                  <a:srgbClr val="002060"/>
                </a:solidFill>
                <a:effectLst/>
                <a:uLnTx/>
                <a:uFillTx/>
                <a:latin typeface="Arial"/>
                <a:ea typeface="ＭＳ Ｐゴシック"/>
                <a:cs typeface="+mn-cs"/>
              </a:rPr>
              <a:t>noBTB</a:t>
            </a:r>
            <a:r>
              <a:rPr kumimoji="0" lang="en-US" sz="1800" b="0" i="0" u="none" strike="noStrike" kern="0" cap="none" spc="0" normalizeH="0" baseline="-25000" noProof="0" dirty="0">
                <a:ln>
                  <a:noFill/>
                </a:ln>
                <a:solidFill>
                  <a:srgbClr val="002060"/>
                </a:solidFill>
                <a:effectLst/>
                <a:uLnTx/>
                <a:uFillTx/>
                <a:latin typeface="Arial"/>
                <a:ea typeface="ＭＳ Ｐゴシック"/>
                <a:cs typeface="+mn-cs"/>
              </a:rPr>
              <a:t> </a:t>
            </a:r>
            <a:r>
              <a:rPr kumimoji="0" lang="en-US" sz="1800" b="0" i="0" u="none" strike="noStrike" kern="0" cap="none" spc="0" normalizeH="0" baseline="0" noProof="0" dirty="0">
                <a:ln>
                  <a:noFill/>
                </a:ln>
                <a:solidFill>
                  <a:srgbClr val="002060"/>
                </a:solidFill>
                <a:effectLst/>
                <a:uLnTx/>
                <a:uFillTx/>
                <a:latin typeface="Arial"/>
                <a:ea typeface="ＭＳ Ｐゴシック"/>
                <a:cs typeface="+mn-cs"/>
              </a:rPr>
              <a:t>= 15% x 2 = 0.30</a:t>
            </a:r>
          </a:p>
          <a:p>
            <a:pPr marL="0" marR="0" lvl="0" indent="0" algn="l" defTabSz="912813" rtl="0" eaLnBrk="0" fontAlgn="base" latinLnBrk="0" hangingPunct="0">
              <a:lnSpc>
                <a:spcPct val="150000"/>
              </a:lnSpc>
              <a:spcBef>
                <a:spcPct val="0"/>
              </a:spcBef>
              <a:spcAft>
                <a:spcPct val="0"/>
              </a:spcAft>
              <a:buClr>
                <a:srgbClr val="002960"/>
              </a:buClr>
              <a:buSzTx/>
              <a:buFontTx/>
              <a:buNone/>
              <a:tabLst/>
              <a:defRPr/>
            </a:pPr>
            <a:r>
              <a:rPr kumimoji="0" lang="en-US" sz="1800" b="0" i="0" u="none" strike="noStrike" kern="0" cap="none" spc="0" normalizeH="0" baseline="0" noProof="0" dirty="0" err="1">
                <a:ln>
                  <a:noFill/>
                </a:ln>
                <a:solidFill>
                  <a:srgbClr val="002060"/>
                </a:solidFill>
                <a:effectLst/>
                <a:uLnTx/>
                <a:uFillTx/>
                <a:latin typeface="Arial"/>
                <a:ea typeface="ＭＳ Ｐゴシック"/>
                <a:cs typeface="+mn-cs"/>
              </a:rPr>
              <a:t>Stalls</a:t>
            </a:r>
            <a:r>
              <a:rPr kumimoji="0" lang="en-US" sz="1800" b="0" i="0" u="none" strike="noStrike" kern="0" cap="none" spc="0" normalizeH="0" baseline="-25000" noProof="0" dirty="0" err="1">
                <a:ln>
                  <a:noFill/>
                </a:ln>
                <a:solidFill>
                  <a:srgbClr val="002060"/>
                </a:solidFill>
                <a:effectLst/>
                <a:uLnTx/>
                <a:uFillTx/>
                <a:latin typeface="Arial"/>
                <a:ea typeface="ＭＳ Ｐゴシック"/>
                <a:cs typeface="+mn-cs"/>
              </a:rPr>
              <a:t>BTB</a:t>
            </a:r>
            <a:r>
              <a:rPr kumimoji="0" lang="en-US" sz="1800" b="0" i="0" u="none" strike="noStrike" kern="0" cap="none" spc="0" normalizeH="0" baseline="-25000" noProof="0" dirty="0">
                <a:ln>
                  <a:noFill/>
                </a:ln>
                <a:solidFill>
                  <a:srgbClr val="002060"/>
                </a:solidFill>
                <a:effectLst/>
                <a:uLnTx/>
                <a:uFillTx/>
                <a:latin typeface="Arial"/>
                <a:ea typeface="ＭＳ Ｐゴシック"/>
                <a:cs typeface="+mn-cs"/>
              </a:rPr>
              <a:t> </a:t>
            </a:r>
            <a:r>
              <a:rPr kumimoji="0" lang="en-US" sz="1800" b="0" i="0" u="none" strike="noStrike" kern="0" cap="none" spc="0" normalizeH="0" baseline="0" noProof="0" dirty="0">
                <a:ln>
                  <a:noFill/>
                </a:ln>
                <a:solidFill>
                  <a:srgbClr val="002060"/>
                </a:solidFill>
                <a:effectLst/>
                <a:uLnTx/>
                <a:uFillTx/>
                <a:latin typeface="Arial"/>
                <a:ea typeface="ＭＳ Ｐゴシック"/>
                <a:cs typeface="+mn-cs"/>
              </a:rPr>
              <a:t> = </a:t>
            </a:r>
            <a:r>
              <a:rPr kumimoji="0" lang="en-US" sz="1800" b="0" i="0" u="none" strike="noStrike" kern="0" cap="none" spc="0" normalizeH="0" baseline="0" noProof="0" dirty="0" err="1">
                <a:ln>
                  <a:noFill/>
                </a:ln>
                <a:solidFill>
                  <a:srgbClr val="002060"/>
                </a:solidFill>
                <a:effectLst/>
                <a:uLnTx/>
                <a:uFillTx/>
                <a:latin typeface="Arial"/>
                <a:ea typeface="ＭＳ Ｐゴシック"/>
                <a:cs typeface="+mn-cs"/>
              </a:rPr>
              <a:t>Stalls</a:t>
            </a:r>
            <a:r>
              <a:rPr kumimoji="0" lang="en-US" sz="1800" b="0" i="0" u="none" strike="noStrike" kern="0" cap="none" spc="0" normalizeH="0" baseline="-25000" noProof="0" dirty="0" err="1">
                <a:ln>
                  <a:noFill/>
                </a:ln>
                <a:solidFill>
                  <a:srgbClr val="002060"/>
                </a:solidFill>
                <a:effectLst/>
                <a:uLnTx/>
                <a:uFillTx/>
                <a:latin typeface="Arial"/>
                <a:ea typeface="ＭＳ Ｐゴシック"/>
                <a:cs typeface="+mn-cs"/>
              </a:rPr>
              <a:t>miss</a:t>
            </a:r>
            <a:r>
              <a:rPr kumimoji="0" lang="en-US" sz="1800" b="0" i="0" u="none" strike="noStrike" kern="0" cap="none" spc="0" normalizeH="0" baseline="-25000" noProof="0" dirty="0">
                <a:ln>
                  <a:noFill/>
                </a:ln>
                <a:solidFill>
                  <a:srgbClr val="002060"/>
                </a:solidFill>
                <a:effectLst/>
                <a:uLnTx/>
                <a:uFillTx/>
                <a:latin typeface="Arial"/>
                <a:ea typeface="ＭＳ Ｐゴシック"/>
                <a:cs typeface="+mn-cs"/>
              </a:rPr>
              <a:t>-BTB</a:t>
            </a:r>
            <a:r>
              <a:rPr kumimoji="0" lang="en-US" sz="1800" b="0" i="0" u="none" strike="noStrike" kern="0" cap="none" spc="0" normalizeH="0" baseline="0" noProof="0" dirty="0">
                <a:ln>
                  <a:noFill/>
                </a:ln>
                <a:solidFill>
                  <a:srgbClr val="002060"/>
                </a:solidFill>
                <a:effectLst/>
                <a:uLnTx/>
                <a:uFillTx/>
                <a:latin typeface="Arial"/>
                <a:ea typeface="ＭＳ Ｐゴシック"/>
                <a:cs typeface="+mn-cs"/>
              </a:rPr>
              <a:t> + </a:t>
            </a:r>
            <a:r>
              <a:rPr kumimoji="0" lang="en-US" sz="1800" b="0" i="0" u="none" strike="noStrike" kern="0" cap="none" spc="0" normalizeH="0" baseline="0" noProof="0" dirty="0" err="1">
                <a:ln>
                  <a:noFill/>
                </a:ln>
                <a:solidFill>
                  <a:srgbClr val="002060"/>
                </a:solidFill>
                <a:effectLst/>
                <a:uLnTx/>
                <a:uFillTx/>
                <a:latin typeface="Arial"/>
                <a:ea typeface="ＭＳ Ｐゴシック"/>
                <a:cs typeface="+mn-cs"/>
              </a:rPr>
              <a:t>Stalls</a:t>
            </a:r>
            <a:r>
              <a:rPr kumimoji="0" lang="en-US" sz="1800" b="0" i="0" u="none" strike="noStrike" kern="0" cap="none" spc="0" normalizeH="0" baseline="-25000" noProof="0" dirty="0" err="1">
                <a:ln>
                  <a:noFill/>
                </a:ln>
                <a:solidFill>
                  <a:srgbClr val="002060"/>
                </a:solidFill>
                <a:effectLst/>
                <a:uLnTx/>
                <a:uFillTx/>
                <a:latin typeface="Arial"/>
                <a:ea typeface="ＭＳ Ｐゴシック"/>
                <a:cs typeface="+mn-cs"/>
              </a:rPr>
              <a:t>hit</a:t>
            </a:r>
            <a:r>
              <a:rPr kumimoji="0" lang="en-US" sz="1800" b="0" i="0" u="none" strike="noStrike" kern="0" cap="none" spc="0" normalizeH="0" baseline="-25000" noProof="0" dirty="0">
                <a:ln>
                  <a:noFill/>
                </a:ln>
                <a:solidFill>
                  <a:srgbClr val="002060"/>
                </a:solidFill>
                <a:effectLst/>
                <a:uLnTx/>
                <a:uFillTx/>
                <a:latin typeface="Arial"/>
                <a:ea typeface="ＭＳ Ｐゴシック"/>
                <a:cs typeface="+mn-cs"/>
              </a:rPr>
              <a:t>-BTB-correct</a:t>
            </a:r>
            <a:r>
              <a:rPr kumimoji="0" lang="en-US" sz="1800" b="0" i="0" u="none" strike="noStrike" kern="0" cap="none" spc="0" normalizeH="0" baseline="0" noProof="0" dirty="0">
                <a:ln>
                  <a:noFill/>
                </a:ln>
                <a:solidFill>
                  <a:srgbClr val="002060"/>
                </a:solidFill>
                <a:effectLst/>
                <a:uLnTx/>
                <a:uFillTx/>
                <a:latin typeface="Arial"/>
                <a:ea typeface="ＭＳ Ｐゴシック"/>
                <a:cs typeface="+mn-cs"/>
              </a:rPr>
              <a:t> + </a:t>
            </a:r>
            <a:r>
              <a:rPr kumimoji="0" lang="en-US" sz="1800" b="0" i="0" u="none" strike="noStrike" kern="0" cap="none" spc="0" normalizeH="0" baseline="0" noProof="0" dirty="0" err="1">
                <a:ln>
                  <a:noFill/>
                </a:ln>
                <a:solidFill>
                  <a:srgbClr val="002060"/>
                </a:solidFill>
                <a:effectLst/>
                <a:uLnTx/>
                <a:uFillTx/>
                <a:latin typeface="Arial"/>
                <a:ea typeface="ＭＳ Ｐゴシック"/>
                <a:cs typeface="+mn-cs"/>
              </a:rPr>
              <a:t>Stalls</a:t>
            </a:r>
            <a:r>
              <a:rPr kumimoji="0" lang="en-US" sz="1800" b="0" i="0" u="none" strike="noStrike" kern="0" cap="none" spc="0" normalizeH="0" baseline="-25000" noProof="0" dirty="0" err="1">
                <a:ln>
                  <a:noFill/>
                </a:ln>
                <a:solidFill>
                  <a:srgbClr val="002060"/>
                </a:solidFill>
                <a:effectLst/>
                <a:uLnTx/>
                <a:uFillTx/>
                <a:latin typeface="Arial"/>
                <a:ea typeface="ＭＳ Ｐゴシック"/>
                <a:cs typeface="+mn-cs"/>
              </a:rPr>
              <a:t>hit</a:t>
            </a:r>
            <a:r>
              <a:rPr kumimoji="0" lang="en-US" sz="1800" b="0" i="0" u="none" strike="noStrike" kern="0" cap="none" spc="0" normalizeH="0" baseline="-25000" noProof="0" dirty="0">
                <a:ln>
                  <a:noFill/>
                </a:ln>
                <a:solidFill>
                  <a:srgbClr val="002060"/>
                </a:solidFill>
                <a:effectLst/>
                <a:uLnTx/>
                <a:uFillTx/>
                <a:latin typeface="Arial"/>
                <a:ea typeface="ＭＳ Ｐゴシック"/>
                <a:cs typeface="+mn-cs"/>
              </a:rPr>
              <a:t>-BTB-wrong</a:t>
            </a:r>
          </a:p>
          <a:p>
            <a:pPr marL="0" marR="0" lvl="0" indent="0" algn="l" defTabSz="912813" rtl="0" eaLnBrk="0" fontAlgn="base" latinLnBrk="0" hangingPunct="0">
              <a:lnSpc>
                <a:spcPct val="150000"/>
              </a:lnSpc>
              <a:spcBef>
                <a:spcPct val="0"/>
              </a:spcBef>
              <a:spcAft>
                <a:spcPct val="0"/>
              </a:spcAft>
              <a:buClr>
                <a:srgbClr val="002960"/>
              </a:buClr>
              <a:buSzTx/>
              <a:buFontTx/>
              <a:buNone/>
              <a:tabLst/>
              <a:defRPr/>
            </a:pPr>
            <a:r>
              <a:rPr kumimoji="0" lang="en-US" sz="1800" b="0" i="0" u="none" strike="noStrike" kern="0" cap="none" spc="0" normalizeH="0" baseline="-25000" noProof="0" dirty="0">
                <a:ln>
                  <a:noFill/>
                </a:ln>
                <a:solidFill>
                  <a:srgbClr val="002060"/>
                </a:solidFill>
                <a:effectLst/>
                <a:uLnTx/>
                <a:uFillTx/>
                <a:latin typeface="Arial"/>
                <a:ea typeface="ＭＳ Ｐゴシック"/>
                <a:cs typeface="+mn-cs"/>
              </a:rPr>
              <a:t>                </a:t>
            </a:r>
            <a:r>
              <a:rPr kumimoji="0" lang="en-US" sz="1800" b="0" i="0" u="none" strike="noStrike" kern="0" cap="none" spc="0" normalizeH="0" baseline="0" noProof="0" dirty="0">
                <a:ln>
                  <a:noFill/>
                </a:ln>
                <a:solidFill>
                  <a:srgbClr val="002060"/>
                </a:solidFill>
                <a:effectLst/>
                <a:uLnTx/>
                <a:uFillTx/>
                <a:latin typeface="Arial"/>
                <a:ea typeface="ＭＳ Ｐゴシック"/>
                <a:cs typeface="+mn-cs"/>
              </a:rPr>
              <a:t>= 15%x10%x3 + 15%x90%x90%x0 +15%x90%x10%x4</a:t>
            </a:r>
          </a:p>
          <a:p>
            <a:pPr marL="0" marR="0" lvl="0" indent="0" algn="l" defTabSz="912813" rtl="0" eaLnBrk="0" fontAlgn="base" latinLnBrk="0" hangingPunct="0">
              <a:lnSpc>
                <a:spcPct val="150000"/>
              </a:lnSpc>
              <a:spcBef>
                <a:spcPct val="0"/>
              </a:spcBef>
              <a:spcAft>
                <a:spcPct val="0"/>
              </a:spcAft>
              <a:buClr>
                <a:srgbClr val="002960"/>
              </a:buClr>
              <a:buSzTx/>
              <a:buFontTx/>
              <a:buNone/>
              <a:tabLst/>
              <a:defRPr/>
            </a:pPr>
            <a:r>
              <a:rPr kumimoji="0" lang="en-US" sz="1800" b="0" i="0" u="none" strike="noStrike" kern="0" cap="none" spc="0" normalizeH="0" baseline="0" noProof="0" dirty="0">
                <a:ln>
                  <a:noFill/>
                </a:ln>
                <a:solidFill>
                  <a:srgbClr val="002060"/>
                </a:solidFill>
                <a:effectLst/>
                <a:uLnTx/>
                <a:uFillTx/>
                <a:latin typeface="Arial"/>
                <a:ea typeface="ＭＳ Ｐゴシック"/>
                <a:cs typeface="+mn-cs"/>
              </a:rPr>
              <a:t>                 = 0.097</a:t>
            </a:r>
          </a:p>
          <a:p>
            <a:pPr marL="0" marR="0" lvl="0" indent="0" algn="l" defTabSz="912813" rtl="0" eaLnBrk="0" fontAlgn="base" latinLnBrk="0" hangingPunct="0">
              <a:lnSpc>
                <a:spcPct val="150000"/>
              </a:lnSpc>
              <a:spcBef>
                <a:spcPct val="0"/>
              </a:spcBef>
              <a:spcAft>
                <a:spcPct val="0"/>
              </a:spcAft>
              <a:buClr>
                <a:srgbClr val="002960"/>
              </a:buClr>
              <a:buSzTx/>
              <a:buFontTx/>
              <a:buNone/>
              <a:tabLst/>
              <a:defRPr/>
            </a:pPr>
            <a:r>
              <a:rPr kumimoji="0" lang="en-US" sz="1800" b="0" i="0" u="none" strike="noStrike" kern="0" cap="none" spc="0" normalizeH="0" baseline="0" noProof="0" dirty="0">
                <a:ln>
                  <a:noFill/>
                </a:ln>
                <a:solidFill>
                  <a:srgbClr val="002060"/>
                </a:solidFill>
                <a:effectLst/>
                <a:uLnTx/>
                <a:uFillTx/>
                <a:latin typeface="Arial"/>
                <a:ea typeface="ＭＳ Ｐゴシック"/>
                <a:cs typeface="+mn-cs"/>
              </a:rPr>
              <a:t>Speedup = (1 + 0.3) / (1 + 0.097) = 1.2</a:t>
            </a:r>
          </a:p>
        </p:txBody>
      </p:sp>
    </p:spTree>
    <p:extLst>
      <p:ext uri="{BB962C8B-B14F-4D97-AF65-F5344CB8AC3E}">
        <p14:creationId xmlns:p14="http://schemas.microsoft.com/office/powerpoint/2010/main" val="3999998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box(in)">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box(in)">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box(in)">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box(in)">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box(in)">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box(in)">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box(in)">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box(in)">
                                      <p:cBhvr>
                                        <p:cTn id="4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CF7F1-81B6-44F8-98B2-8F78C00999A3}"/>
              </a:ext>
            </a:extLst>
          </p:cNvPr>
          <p:cNvSpPr>
            <a:spLocks noGrp="1"/>
          </p:cNvSpPr>
          <p:nvPr>
            <p:ph type="title"/>
          </p:nvPr>
        </p:nvSpPr>
        <p:spPr/>
        <p:txBody>
          <a:bodyPr/>
          <a:lstStyle/>
          <a:p>
            <a:r>
              <a:rPr lang="en-IN" sz="2400" b="0" dirty="0"/>
              <a:t>Example 1</a:t>
            </a:r>
          </a:p>
        </p:txBody>
      </p:sp>
      <p:sp>
        <p:nvSpPr>
          <p:cNvPr id="4" name="TextBox 3">
            <a:extLst>
              <a:ext uri="{FF2B5EF4-FFF2-40B4-BE49-F238E27FC236}">
                <a16:creationId xmlns:a16="http://schemas.microsoft.com/office/drawing/2014/main" id="{CF304C9C-001D-42CE-A5A6-310299FDC24D}"/>
              </a:ext>
            </a:extLst>
          </p:cNvPr>
          <p:cNvSpPr txBox="1"/>
          <p:nvPr/>
        </p:nvSpPr>
        <p:spPr>
          <a:xfrm>
            <a:off x="0" y="788075"/>
            <a:ext cx="8915400" cy="2118529"/>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b="0" i="0" u="none" strike="noStrike" kern="1200" cap="none" spc="0" normalizeH="0" baseline="0" noProof="0" dirty="0">
                <a:ln>
                  <a:noFill/>
                </a:ln>
                <a:solidFill>
                  <a:srgbClr val="FF0000"/>
                </a:solidFill>
                <a:effectLst/>
                <a:uLnTx/>
                <a:uFillTx/>
                <a:latin typeface="Arial"/>
                <a:ea typeface="ＭＳ Ｐゴシック"/>
                <a:cs typeface="+mn-cs"/>
              </a:rPr>
              <a:t>1. Consider a machine which supports the following two instruction schedules for R class  and I class instructions. Assume an instruction mix of 60% R class and 40% I class instructions. Assume that IF steps take 25 nanoseconds, MEM steps of instruction execution require 45 nanoseconds and the other steps require 20 nanoseconds.</a:t>
            </a:r>
          </a:p>
        </p:txBody>
      </p:sp>
      <p:pic>
        <p:nvPicPr>
          <p:cNvPr id="5" name="Picture 2">
            <a:extLst>
              <a:ext uri="{FF2B5EF4-FFF2-40B4-BE49-F238E27FC236}">
                <a16:creationId xmlns:a16="http://schemas.microsoft.com/office/drawing/2014/main" id="{62B4F355-2191-4F7C-B517-05A24BA41649}"/>
              </a:ext>
            </a:extLst>
          </p:cNvPr>
          <p:cNvPicPr>
            <a:picLocks noChangeAspect="1" noChangeArrowheads="1"/>
          </p:cNvPicPr>
          <p:nvPr/>
        </p:nvPicPr>
        <p:blipFill>
          <a:blip r:embed="rId2"/>
          <a:srcRect/>
          <a:stretch>
            <a:fillRect/>
          </a:stretch>
        </p:blipFill>
        <p:spPr bwMode="auto">
          <a:xfrm>
            <a:off x="1043608" y="2924072"/>
            <a:ext cx="6000750" cy="1152525"/>
          </a:xfrm>
          <a:prstGeom prst="rect">
            <a:avLst/>
          </a:prstGeom>
          <a:noFill/>
          <a:ln w="9525">
            <a:noFill/>
            <a:miter lim="800000"/>
            <a:headEnd/>
            <a:tailEnd/>
          </a:ln>
          <a:effectLst/>
        </p:spPr>
      </p:pic>
      <p:sp>
        <p:nvSpPr>
          <p:cNvPr id="6" name="TextBox 5">
            <a:extLst>
              <a:ext uri="{FF2B5EF4-FFF2-40B4-BE49-F238E27FC236}">
                <a16:creationId xmlns:a16="http://schemas.microsoft.com/office/drawing/2014/main" id="{92ED2F47-8025-4091-9CB4-2A696A21D625}"/>
              </a:ext>
            </a:extLst>
          </p:cNvPr>
          <p:cNvSpPr txBox="1"/>
          <p:nvPr/>
        </p:nvSpPr>
        <p:spPr>
          <a:xfrm>
            <a:off x="381000" y="4096907"/>
            <a:ext cx="8367464" cy="1420325"/>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Arial"/>
                <a:ea typeface="ＭＳ Ｐゴシック"/>
                <a:cs typeface="+mn-cs"/>
              </a:rPr>
              <a:t>For a multi-cycle implementation,</a:t>
            </a:r>
          </a:p>
          <a:p>
            <a:pPr marL="571500" marR="0" lvl="0" indent="-571500" algn="l" defTabSz="914400" rtl="0" eaLnBrk="1" fontAlgn="auto" latinLnBrk="0" hangingPunct="1">
              <a:lnSpc>
                <a:spcPct val="150000"/>
              </a:lnSpc>
              <a:spcBef>
                <a:spcPts val="0"/>
              </a:spcBef>
              <a:spcAft>
                <a:spcPts val="0"/>
              </a:spcAft>
              <a:buClrTx/>
              <a:buSzTx/>
              <a:buFontTx/>
              <a:buAutoNum type="romanLcPeriod"/>
              <a:tabLst/>
              <a:defRPr/>
            </a:pPr>
            <a:r>
              <a:rPr kumimoji="0" lang="en-US" sz="2000" b="0" i="0" u="none" strike="noStrike" kern="1200" cap="none" spc="0" normalizeH="0" baseline="0" noProof="0" dirty="0">
                <a:ln>
                  <a:noFill/>
                </a:ln>
                <a:solidFill>
                  <a:srgbClr val="FF0000"/>
                </a:solidFill>
                <a:effectLst/>
                <a:uLnTx/>
                <a:uFillTx/>
                <a:latin typeface="Arial"/>
                <a:ea typeface="ＭＳ Ｐゴシック"/>
                <a:cs typeface="+mn-cs"/>
              </a:rPr>
              <a:t>What is the minimum clock cycle time?</a:t>
            </a:r>
          </a:p>
          <a:p>
            <a:pPr marL="571500" marR="0" lvl="0" indent="-571500" algn="l" defTabSz="914400" rtl="0" eaLnBrk="1" fontAlgn="auto" latinLnBrk="0" hangingPunct="1">
              <a:lnSpc>
                <a:spcPct val="150000"/>
              </a:lnSpc>
              <a:spcBef>
                <a:spcPts val="0"/>
              </a:spcBef>
              <a:spcAft>
                <a:spcPts val="0"/>
              </a:spcAft>
              <a:buClrTx/>
              <a:buSzTx/>
              <a:buFontTx/>
              <a:buAutoNum type="romanLcPeriod"/>
              <a:tabLst/>
              <a:defRPr/>
            </a:pPr>
            <a:r>
              <a:rPr kumimoji="0" lang="en-US" sz="2000" b="0" i="0" u="none" strike="noStrike" kern="1200" cap="none" spc="0" normalizeH="0" baseline="0" noProof="0" dirty="0">
                <a:ln>
                  <a:noFill/>
                </a:ln>
                <a:solidFill>
                  <a:srgbClr val="FF0000"/>
                </a:solidFill>
                <a:effectLst/>
                <a:uLnTx/>
                <a:uFillTx/>
                <a:latin typeface="Arial"/>
                <a:ea typeface="ＭＳ Ｐゴシック"/>
                <a:cs typeface="+mn-cs"/>
              </a:rPr>
              <a:t>How long does it take to execute 100 instructions in nanoseconds?</a:t>
            </a:r>
          </a:p>
        </p:txBody>
      </p:sp>
    </p:spTree>
    <p:extLst>
      <p:ext uri="{BB962C8B-B14F-4D97-AF65-F5344CB8AC3E}">
        <p14:creationId xmlns:p14="http://schemas.microsoft.com/office/powerpoint/2010/main" val="1446919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0FF37-4337-4B71-B898-6A6BAC9C0E80}"/>
              </a:ext>
            </a:extLst>
          </p:cNvPr>
          <p:cNvSpPr>
            <a:spLocks noGrp="1"/>
          </p:cNvSpPr>
          <p:nvPr>
            <p:ph type="title"/>
          </p:nvPr>
        </p:nvSpPr>
        <p:spPr/>
        <p:txBody>
          <a:bodyPr/>
          <a:lstStyle/>
          <a:p>
            <a:r>
              <a:rPr lang="en-IN" sz="2000" b="0" dirty="0"/>
              <a:t>Example 1 Sol</a:t>
            </a:r>
            <a:endParaRPr lang="en-IN" dirty="0"/>
          </a:p>
        </p:txBody>
      </p:sp>
      <p:sp>
        <p:nvSpPr>
          <p:cNvPr id="3" name="TextBox 2">
            <a:extLst>
              <a:ext uri="{FF2B5EF4-FFF2-40B4-BE49-F238E27FC236}">
                <a16:creationId xmlns:a16="http://schemas.microsoft.com/office/drawing/2014/main" id="{C1D5C8FE-FBAF-457C-A300-6D1DDDE03D0C}"/>
              </a:ext>
            </a:extLst>
          </p:cNvPr>
          <p:cNvSpPr txBox="1"/>
          <p:nvPr/>
        </p:nvSpPr>
        <p:spPr>
          <a:xfrm>
            <a:off x="0" y="1042858"/>
            <a:ext cx="9144000" cy="3728649"/>
          </a:xfrm>
          <a:prstGeom prst="rect">
            <a:avLst/>
          </a:prstGeom>
          <a:noFill/>
        </p:spPr>
        <p:txBody>
          <a:bodyPr wrap="square" rtlCol="0">
            <a:spAutoFit/>
          </a:bodyPr>
          <a:lstStyle/>
          <a:p>
            <a:pPr marL="457200" marR="0" lvl="0" indent="-457200" algn="l" defTabSz="914400" rtl="0" eaLnBrk="1" fontAlgn="auto" latinLnBrk="0" hangingPunct="1">
              <a:lnSpc>
                <a:spcPct val="150000"/>
              </a:lnSpc>
              <a:spcBef>
                <a:spcPts val="0"/>
              </a:spcBef>
              <a:spcAft>
                <a:spcPts val="0"/>
              </a:spcAft>
              <a:buClrTx/>
              <a:buSzTx/>
              <a:buFontTx/>
              <a:buAutoNum type="arabicPeriod"/>
              <a:tabLst/>
              <a:defRPr/>
            </a:pPr>
            <a:r>
              <a:rPr kumimoji="0" lang="en-US" sz="2000" b="0" i="0" u="none" strike="noStrike" kern="1200" cap="none" spc="0" normalizeH="0" baseline="0" noProof="0" dirty="0">
                <a:ln>
                  <a:noFill/>
                </a:ln>
                <a:solidFill>
                  <a:srgbClr val="7030A0"/>
                </a:solidFill>
                <a:effectLst/>
                <a:uLnTx/>
                <a:uFillTx/>
                <a:latin typeface="Arial"/>
                <a:ea typeface="ＭＳ Ｐゴシック"/>
                <a:cs typeface="+mn-cs"/>
              </a:rPr>
              <a:t>For a multi-cycle implementation, clock cycle time is the time for the longest stage =&gt; 45 ns</a:t>
            </a:r>
          </a:p>
          <a:p>
            <a:pPr marL="457200" marR="0" lvl="0" indent="-457200" algn="l" defTabSz="914400" rtl="0" eaLnBrk="1" fontAlgn="auto" latinLnBrk="0" hangingPunct="1">
              <a:lnSpc>
                <a:spcPct val="15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7030A0"/>
              </a:solidFill>
              <a:effectLst/>
              <a:uLnTx/>
              <a:uFillTx/>
              <a:latin typeface="Arial"/>
              <a:ea typeface="ＭＳ Ｐゴシック"/>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uLnTx/>
                <a:uFillTx/>
                <a:latin typeface="Arial"/>
                <a:ea typeface="ＭＳ Ｐゴシック"/>
                <a:cs typeface="+mn-cs"/>
              </a:rPr>
              <a:t>2.	For a multi-cycle implementation,</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uLnTx/>
                <a:uFillTx/>
                <a:latin typeface="Arial"/>
                <a:ea typeface="ＭＳ Ｐゴシック"/>
                <a:cs typeface="+mn-cs"/>
              </a:rPr>
              <a:t>	</a:t>
            </a:r>
            <a:r>
              <a:rPr kumimoji="0" lang="en-US" sz="2000" b="0" i="0" u="none" strike="noStrike" kern="1200" cap="none" spc="0" normalizeH="0" baseline="0" noProof="0" dirty="0" err="1">
                <a:ln>
                  <a:noFill/>
                </a:ln>
                <a:solidFill>
                  <a:srgbClr val="7030A0"/>
                </a:solidFill>
                <a:effectLst/>
                <a:uLnTx/>
                <a:uFillTx/>
                <a:latin typeface="Arial"/>
                <a:ea typeface="ＭＳ Ｐゴシック"/>
                <a:cs typeface="+mn-cs"/>
              </a:rPr>
              <a:t>exec_time</a:t>
            </a:r>
            <a:r>
              <a:rPr kumimoji="0" lang="en-US" sz="2000" b="0" i="0" u="none" strike="noStrike" kern="1200" cap="none" spc="0" normalizeH="0" baseline="0" noProof="0" dirty="0">
                <a:ln>
                  <a:noFill/>
                </a:ln>
                <a:solidFill>
                  <a:srgbClr val="7030A0"/>
                </a:solidFill>
                <a:effectLst/>
                <a:uLnTx/>
                <a:uFillTx/>
                <a:latin typeface="Arial"/>
                <a:ea typeface="ＭＳ Ｐゴシック"/>
                <a:cs typeface="+mn-cs"/>
              </a:rPr>
              <a:t> = 100 x (</a:t>
            </a:r>
            <a:r>
              <a:rPr kumimoji="0" lang="en-US" sz="2000" b="0" i="0" u="none" strike="noStrike" kern="1200" cap="none" spc="0" normalizeH="0" baseline="0" noProof="0" dirty="0" err="1">
                <a:ln>
                  <a:noFill/>
                </a:ln>
                <a:solidFill>
                  <a:srgbClr val="7030A0"/>
                </a:solidFill>
                <a:effectLst/>
                <a:uLnTx/>
                <a:uFillTx/>
                <a:latin typeface="Arial"/>
                <a:ea typeface="ＭＳ Ｐゴシック"/>
                <a:cs typeface="+mn-cs"/>
              </a:rPr>
              <a:t>exec_time</a:t>
            </a:r>
            <a:r>
              <a:rPr kumimoji="0" lang="en-US" sz="2000" b="0" i="0" u="none" strike="noStrike" kern="1200" cap="none" spc="0" normalizeH="0" baseline="0" noProof="0" dirty="0">
                <a:ln>
                  <a:noFill/>
                </a:ln>
                <a:solidFill>
                  <a:srgbClr val="7030A0"/>
                </a:solidFill>
                <a:effectLst/>
                <a:uLnTx/>
                <a:uFillTx/>
                <a:latin typeface="Arial"/>
                <a:ea typeface="ＭＳ Ｐゴシック"/>
                <a:cs typeface="+mn-cs"/>
              </a:rPr>
              <a:t> R + </a:t>
            </a:r>
            <a:r>
              <a:rPr kumimoji="0" lang="en-US" sz="2000" b="0" i="0" u="none" strike="noStrike" kern="1200" cap="none" spc="0" normalizeH="0" baseline="0" noProof="0" dirty="0" err="1">
                <a:ln>
                  <a:noFill/>
                </a:ln>
                <a:solidFill>
                  <a:srgbClr val="7030A0"/>
                </a:solidFill>
                <a:effectLst/>
                <a:uLnTx/>
                <a:uFillTx/>
                <a:latin typeface="Arial"/>
                <a:ea typeface="ＭＳ Ｐゴシック"/>
                <a:cs typeface="+mn-cs"/>
              </a:rPr>
              <a:t>exec_time</a:t>
            </a:r>
            <a:r>
              <a:rPr kumimoji="0" lang="en-US" sz="2000" b="0" i="0" u="none" strike="noStrike" kern="1200" cap="none" spc="0" normalizeH="0" baseline="0" noProof="0" dirty="0">
                <a:ln>
                  <a:noFill/>
                </a:ln>
                <a:solidFill>
                  <a:srgbClr val="7030A0"/>
                </a:solidFill>
                <a:effectLst/>
                <a:uLnTx/>
                <a:uFillTx/>
                <a:latin typeface="Arial"/>
                <a:ea typeface="ＭＳ Ｐゴシック"/>
                <a:cs typeface="+mn-cs"/>
              </a:rPr>
              <a:t> I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uLnTx/>
                <a:uFillTx/>
                <a:latin typeface="Arial"/>
                <a:ea typeface="ＭＳ Ｐゴシック"/>
                <a:cs typeface="+mn-cs"/>
              </a:rPr>
              <a:t>          = 100 x (cycle time x CPI x IC) R + (cycle time x CPI x IC) I</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uLnTx/>
                <a:uFillTx/>
                <a:latin typeface="Arial"/>
                <a:ea typeface="ＭＳ Ｐゴシック"/>
                <a:cs typeface="+mn-cs"/>
              </a:rPr>
              <a:t>           = 100 x (4 x 45 x 0.6 + 5 x 45 x 0.4)</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uLnTx/>
                <a:uFillTx/>
                <a:latin typeface="Arial"/>
                <a:ea typeface="ＭＳ Ｐゴシック"/>
                <a:cs typeface="+mn-cs"/>
              </a:rPr>
              <a:t>           = 19800ns</a:t>
            </a:r>
          </a:p>
        </p:txBody>
      </p:sp>
    </p:spTree>
    <p:extLst>
      <p:ext uri="{BB962C8B-B14F-4D97-AF65-F5344CB8AC3E}">
        <p14:creationId xmlns:p14="http://schemas.microsoft.com/office/powerpoint/2010/main" val="13374524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CDE47-C957-4F28-AAE4-6CE780F6AA7D}"/>
              </a:ext>
            </a:extLst>
          </p:cNvPr>
          <p:cNvSpPr>
            <a:spLocks noGrp="1"/>
          </p:cNvSpPr>
          <p:nvPr>
            <p:ph type="title"/>
          </p:nvPr>
        </p:nvSpPr>
        <p:spPr/>
        <p:txBody>
          <a:bodyPr/>
          <a:lstStyle/>
          <a:p>
            <a:r>
              <a:rPr lang="en-IN" dirty="0"/>
              <a:t>Example 2</a:t>
            </a:r>
          </a:p>
        </p:txBody>
      </p:sp>
      <p:sp>
        <p:nvSpPr>
          <p:cNvPr id="4" name="Rectangle 3">
            <a:extLst>
              <a:ext uri="{FF2B5EF4-FFF2-40B4-BE49-F238E27FC236}">
                <a16:creationId xmlns:a16="http://schemas.microsoft.com/office/drawing/2014/main" id="{D5963B16-9E15-43DB-BDB8-9732567A6AF5}"/>
              </a:ext>
            </a:extLst>
          </p:cNvPr>
          <p:cNvSpPr/>
          <p:nvPr/>
        </p:nvSpPr>
        <p:spPr>
          <a:xfrm>
            <a:off x="0" y="900003"/>
            <a:ext cx="9144000" cy="2262671"/>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srgbClr val="FF0000"/>
                </a:solidFill>
                <a:effectLst/>
                <a:uLnTx/>
                <a:uFillTx/>
                <a:latin typeface="Arial"/>
                <a:ea typeface="ＭＳ Ｐゴシック"/>
                <a:cs typeface="+mn-cs"/>
              </a:rPr>
              <a:t>Eg</a:t>
            </a:r>
            <a:r>
              <a:rPr kumimoji="0" lang="en-US" sz="1600" b="0" i="0" u="none" strike="noStrike" kern="1200" cap="none" spc="0" normalizeH="0" baseline="0" noProof="0" dirty="0">
                <a:ln>
                  <a:noFill/>
                </a:ln>
                <a:solidFill>
                  <a:srgbClr val="FF0000"/>
                </a:solidFill>
                <a:effectLst/>
                <a:uLnTx/>
                <a:uFillTx/>
                <a:latin typeface="Arial"/>
                <a:ea typeface="ＭＳ Ｐゴシック"/>
                <a:cs typeface="+mn-cs"/>
              </a:rPr>
              <a:t>. Consider an un-pipelined processor. Assume that it has 1-ns clock cycle and that it uses 4 cycles for ALU operations and 5 cycles for branches and 4 cycles for memory operations.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0000"/>
                </a:solidFill>
                <a:effectLst/>
                <a:uLnTx/>
                <a:uFillTx/>
                <a:latin typeface="Arial"/>
                <a:ea typeface="ＭＳ Ｐゴシック"/>
                <a:cs typeface="+mn-cs"/>
              </a:rPr>
              <a:t> Assume that the relative frequencies of these operations are 50%, 35% and 15% respectively. Suppose that due to clock skew and set up, pipelining the processor adds 0.15 ns of overhead to the clock. Ignoring any latency impact, how much speed up in the instruction execution rate will we gain from a pipeline?</a:t>
            </a:r>
          </a:p>
        </p:txBody>
      </p:sp>
      <p:sp>
        <p:nvSpPr>
          <p:cNvPr id="5" name="TextBox 4">
            <a:extLst>
              <a:ext uri="{FF2B5EF4-FFF2-40B4-BE49-F238E27FC236}">
                <a16:creationId xmlns:a16="http://schemas.microsoft.com/office/drawing/2014/main" id="{B3A91232-D183-41E0-9185-CFF375FA8801}"/>
              </a:ext>
            </a:extLst>
          </p:cNvPr>
          <p:cNvSpPr txBox="1"/>
          <p:nvPr/>
        </p:nvSpPr>
        <p:spPr>
          <a:xfrm>
            <a:off x="0" y="3389285"/>
            <a:ext cx="8915400" cy="263200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030A0"/>
                </a:solidFill>
                <a:effectLst/>
                <a:uLnTx/>
                <a:uFillTx/>
                <a:latin typeface="Arial"/>
                <a:ea typeface="ＭＳ Ｐゴシック"/>
                <a:cs typeface="+mn-cs"/>
              </a:rPr>
              <a:t>The average instruction execution time on an un-pipelined processor is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030A0"/>
                </a:solidFill>
                <a:effectLst/>
                <a:uLnTx/>
                <a:uFillTx/>
                <a:latin typeface="Arial"/>
                <a:ea typeface="ＭＳ Ｐゴシック"/>
                <a:cs typeface="+mn-cs"/>
              </a:rPr>
              <a:t>= clock cycle × Avg. CPI</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030A0"/>
                </a:solidFill>
                <a:effectLst/>
                <a:uLnTx/>
                <a:uFillTx/>
                <a:latin typeface="Arial"/>
                <a:ea typeface="ＭＳ Ｐゴシック"/>
                <a:cs typeface="+mn-cs"/>
              </a:rPr>
              <a:t>= 1 ns × ((0.5 × 4) + (0.35 × 5) + (0.15 × 4))</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030A0"/>
                </a:solidFill>
                <a:effectLst/>
                <a:uLnTx/>
                <a:uFillTx/>
                <a:latin typeface="Arial"/>
                <a:ea typeface="ＭＳ Ｐゴシック"/>
                <a:cs typeface="+mn-cs"/>
              </a:rPr>
              <a:t>= 4.35 ns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030A0"/>
                </a:solidFill>
                <a:effectLst/>
                <a:uLnTx/>
                <a:uFillTx/>
                <a:latin typeface="Arial"/>
                <a:ea typeface="ＭＳ Ｐゴシック"/>
                <a:cs typeface="+mn-cs"/>
              </a:rPr>
              <a:t>The avg. instruction execution time on pipelined processor is = 1 ns + 0.2 ns = 1.2 ns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030A0"/>
                </a:solidFill>
                <a:effectLst/>
                <a:uLnTx/>
                <a:uFillTx/>
                <a:latin typeface="Arial"/>
                <a:ea typeface="ＭＳ Ｐゴシック"/>
                <a:cs typeface="+mn-cs"/>
              </a:rPr>
              <a:t>So speed up = 4.35/1.2 = 3.3625</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7030A0"/>
              </a:solidFill>
              <a:effectLst/>
              <a:uLnTx/>
              <a:uFillTx/>
              <a:latin typeface="Arial"/>
              <a:ea typeface="ＭＳ Ｐゴシック"/>
              <a:cs typeface="+mn-cs"/>
            </a:endParaRPr>
          </a:p>
        </p:txBody>
      </p:sp>
    </p:spTree>
    <p:extLst>
      <p:ext uri="{BB962C8B-B14F-4D97-AF65-F5344CB8AC3E}">
        <p14:creationId xmlns:p14="http://schemas.microsoft.com/office/powerpoint/2010/main" val="24627704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74B71-03FA-4203-AD88-0B9D790336BA}"/>
              </a:ext>
            </a:extLst>
          </p:cNvPr>
          <p:cNvSpPr>
            <a:spLocks noGrp="1"/>
          </p:cNvSpPr>
          <p:nvPr>
            <p:ph type="title"/>
          </p:nvPr>
        </p:nvSpPr>
        <p:spPr/>
        <p:txBody>
          <a:bodyPr/>
          <a:lstStyle/>
          <a:p>
            <a:r>
              <a:rPr lang="en-US" sz="2400" b="0" dirty="0"/>
              <a:t>Speed Up Equation for Pipelining</a:t>
            </a:r>
            <a:endParaRPr lang="en-IN" sz="2400" b="0" dirty="0"/>
          </a:p>
        </p:txBody>
      </p:sp>
      <p:graphicFrame>
        <p:nvGraphicFramePr>
          <p:cNvPr id="4" name="Object 3">
            <a:extLst>
              <a:ext uri="{FF2B5EF4-FFF2-40B4-BE49-F238E27FC236}">
                <a16:creationId xmlns:a16="http://schemas.microsoft.com/office/drawing/2014/main" id="{7345F55C-18B1-4AAB-A55E-06AD72195FF9}"/>
              </a:ext>
            </a:extLst>
          </p:cNvPr>
          <p:cNvGraphicFramePr>
            <a:graphicFrameLocks noChangeAspect="1"/>
          </p:cNvGraphicFramePr>
          <p:nvPr/>
        </p:nvGraphicFramePr>
        <p:xfrm>
          <a:off x="609600" y="2683024"/>
          <a:ext cx="8269288" cy="838200"/>
        </p:xfrm>
        <a:graphic>
          <a:graphicData uri="http://schemas.openxmlformats.org/presentationml/2006/ole">
            <mc:AlternateContent xmlns:mc="http://schemas.openxmlformats.org/markup-compatibility/2006">
              <mc:Choice xmlns:v="urn:schemas-microsoft-com:vml" Requires="v">
                <p:oleObj name="Equation" r:id="rId2" imgW="8267400" imgH="838080" progId="Equation.3">
                  <p:embed/>
                </p:oleObj>
              </mc:Choice>
              <mc:Fallback>
                <p:oleObj name="Equation" r:id="rId2" imgW="8267400" imgH="838080" progId="Equation.3">
                  <p:embed/>
                  <p:pic>
                    <p:nvPicPr>
                      <p:cNvPr id="4" name="Object 3">
                        <a:extLst>
                          <a:ext uri="{FF2B5EF4-FFF2-40B4-BE49-F238E27FC236}">
                            <a16:creationId xmlns:a16="http://schemas.microsoft.com/office/drawing/2014/main" id="{7345F55C-18B1-4AAB-A55E-06AD72195F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683024"/>
                        <a:ext cx="8269288"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4">
            <a:extLst>
              <a:ext uri="{FF2B5EF4-FFF2-40B4-BE49-F238E27FC236}">
                <a16:creationId xmlns:a16="http://schemas.microsoft.com/office/drawing/2014/main" id="{78DBAED2-5A15-4C6B-AEF4-ADA8BBACEAE1}"/>
              </a:ext>
            </a:extLst>
          </p:cNvPr>
          <p:cNvGraphicFramePr>
            <a:graphicFrameLocks noChangeAspect="1"/>
          </p:cNvGraphicFramePr>
          <p:nvPr/>
        </p:nvGraphicFramePr>
        <p:xfrm>
          <a:off x="609600" y="4740424"/>
          <a:ext cx="7100888" cy="838200"/>
        </p:xfrm>
        <a:graphic>
          <a:graphicData uri="http://schemas.openxmlformats.org/presentationml/2006/ole">
            <mc:AlternateContent xmlns:mc="http://schemas.openxmlformats.org/markup-compatibility/2006">
              <mc:Choice xmlns:v="urn:schemas-microsoft-com:vml" Requires="v">
                <p:oleObj name="Equation" r:id="rId4" imgW="7099200" imgH="838080" progId="Equation.3">
                  <p:embed/>
                </p:oleObj>
              </mc:Choice>
              <mc:Fallback>
                <p:oleObj name="Equation" r:id="rId4" imgW="7099200" imgH="838080" progId="Equation.3">
                  <p:embed/>
                  <p:pic>
                    <p:nvPicPr>
                      <p:cNvPr id="5" name="Object 4">
                        <a:extLst>
                          <a:ext uri="{FF2B5EF4-FFF2-40B4-BE49-F238E27FC236}">
                            <a16:creationId xmlns:a16="http://schemas.microsoft.com/office/drawing/2014/main" id="{78DBAED2-5A15-4C6B-AEF4-ADA8BBACEA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4740424"/>
                        <a:ext cx="7100888"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5">
            <a:extLst>
              <a:ext uri="{FF2B5EF4-FFF2-40B4-BE49-F238E27FC236}">
                <a16:creationId xmlns:a16="http://schemas.microsoft.com/office/drawing/2014/main" id="{C95F6322-E358-4010-BE0E-90B43FB2A49F}"/>
              </a:ext>
            </a:extLst>
          </p:cNvPr>
          <p:cNvGraphicFramePr>
            <a:graphicFrameLocks noChangeAspect="1"/>
          </p:cNvGraphicFramePr>
          <p:nvPr/>
        </p:nvGraphicFramePr>
        <p:xfrm>
          <a:off x="685800" y="1844824"/>
          <a:ext cx="7291388" cy="404813"/>
        </p:xfrm>
        <a:graphic>
          <a:graphicData uri="http://schemas.openxmlformats.org/presentationml/2006/ole">
            <mc:AlternateContent xmlns:mc="http://schemas.openxmlformats.org/markup-compatibility/2006">
              <mc:Choice xmlns:v="urn:schemas-microsoft-com:vml" Requires="v">
                <p:oleObj name="Equation" r:id="rId6" imgW="7289640" imgH="406080" progId="Equation.3">
                  <p:embed/>
                </p:oleObj>
              </mc:Choice>
              <mc:Fallback>
                <p:oleObj name="Equation" r:id="rId6" imgW="7289640" imgH="406080" progId="Equation.3">
                  <p:embed/>
                  <p:pic>
                    <p:nvPicPr>
                      <p:cNvPr id="6" name="Object 5">
                        <a:extLst>
                          <a:ext uri="{FF2B5EF4-FFF2-40B4-BE49-F238E27FC236}">
                            <a16:creationId xmlns:a16="http://schemas.microsoft.com/office/drawing/2014/main" id="{C95F6322-E358-4010-BE0E-90B43FB2A49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5800" y="1844824"/>
                        <a:ext cx="7291388" cy="404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 Box 6">
            <a:extLst>
              <a:ext uri="{FF2B5EF4-FFF2-40B4-BE49-F238E27FC236}">
                <a16:creationId xmlns:a16="http://schemas.microsoft.com/office/drawing/2014/main" id="{8A188575-080D-4F54-8395-FA61C3DF9B82}"/>
              </a:ext>
            </a:extLst>
          </p:cNvPr>
          <p:cNvSpPr txBox="1">
            <a:spLocks noChangeArrowheads="1"/>
          </p:cNvSpPr>
          <p:nvPr/>
        </p:nvSpPr>
        <p:spPr bwMode="auto">
          <a:xfrm>
            <a:off x="179512" y="3928120"/>
            <a:ext cx="63131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defRPr sz="1600" b="1">
                <a:solidFill>
                  <a:schemeClr val="hlink"/>
                </a:solidFill>
                <a:latin typeface="Arial" charset="0"/>
                <a:ea typeface="ＭＳ Ｐゴシック" charset="-128"/>
              </a:defRPr>
            </a:lvl1pPr>
            <a:lvl2pPr marL="37931725" indent="-37474525">
              <a:defRPr sz="1600" b="1">
                <a:solidFill>
                  <a:schemeClr val="hlink"/>
                </a:solidFill>
                <a:latin typeface="Arial" charset="0"/>
                <a:ea typeface="ＭＳ Ｐゴシック" charset="-128"/>
              </a:defRPr>
            </a:lvl2pPr>
            <a:lvl3pPr>
              <a:defRPr sz="1600" b="1">
                <a:solidFill>
                  <a:schemeClr val="hlink"/>
                </a:solidFill>
                <a:latin typeface="Arial" charset="0"/>
                <a:ea typeface="ＭＳ Ｐゴシック" charset="-128"/>
              </a:defRPr>
            </a:lvl3pPr>
            <a:lvl4pPr>
              <a:defRPr sz="1600" b="1">
                <a:solidFill>
                  <a:schemeClr val="hlink"/>
                </a:solidFill>
                <a:latin typeface="Arial" charset="0"/>
                <a:ea typeface="ＭＳ Ｐゴシック" charset="-128"/>
              </a:defRPr>
            </a:lvl4pPr>
            <a:lvl5pPr>
              <a:defRPr sz="1600" b="1">
                <a:solidFill>
                  <a:schemeClr val="hlink"/>
                </a:solidFill>
                <a:latin typeface="Arial" charset="0"/>
                <a:ea typeface="ＭＳ Ｐゴシック" charset="-128"/>
              </a:defRPr>
            </a:lvl5pPr>
            <a:lvl6pPr marL="457200" eaLnBrk="0" fontAlgn="base" hangingPunct="0">
              <a:spcBef>
                <a:spcPct val="50000"/>
              </a:spcBef>
              <a:spcAft>
                <a:spcPct val="0"/>
              </a:spcAft>
              <a:defRPr sz="1600" b="1">
                <a:solidFill>
                  <a:schemeClr val="hlink"/>
                </a:solidFill>
                <a:latin typeface="Arial" charset="0"/>
                <a:ea typeface="ＭＳ Ｐゴシック" charset="-128"/>
              </a:defRPr>
            </a:lvl6pPr>
            <a:lvl7pPr marL="914400" eaLnBrk="0" fontAlgn="base" hangingPunct="0">
              <a:spcBef>
                <a:spcPct val="50000"/>
              </a:spcBef>
              <a:spcAft>
                <a:spcPct val="0"/>
              </a:spcAft>
              <a:defRPr sz="1600" b="1">
                <a:solidFill>
                  <a:schemeClr val="hlink"/>
                </a:solidFill>
                <a:latin typeface="Arial" charset="0"/>
                <a:ea typeface="ＭＳ Ｐゴシック" charset="-128"/>
              </a:defRPr>
            </a:lvl7pPr>
            <a:lvl8pPr marL="1371600" eaLnBrk="0" fontAlgn="base" hangingPunct="0">
              <a:spcBef>
                <a:spcPct val="50000"/>
              </a:spcBef>
              <a:spcAft>
                <a:spcPct val="0"/>
              </a:spcAft>
              <a:defRPr sz="1600" b="1">
                <a:solidFill>
                  <a:schemeClr val="hlink"/>
                </a:solidFill>
                <a:latin typeface="Arial" charset="0"/>
                <a:ea typeface="ＭＳ Ｐゴシック" charset="-128"/>
              </a:defRPr>
            </a:lvl8pPr>
            <a:lvl9pPr marL="1828800" eaLnBrk="0" fontAlgn="base" hangingPunct="0">
              <a:spcBef>
                <a:spcPct val="50000"/>
              </a:spcBef>
              <a:spcAft>
                <a:spcPct val="0"/>
              </a:spcAft>
              <a:defRPr sz="1600" b="1">
                <a:solidFill>
                  <a:schemeClr val="hlink"/>
                </a:solidFill>
                <a:latin typeface="Arial" charset="0"/>
                <a:ea typeface="ＭＳ Ｐゴシック" charset="-128"/>
              </a:defRPr>
            </a:lvl9pPr>
          </a:lstStyle>
          <a:p>
            <a:pPr marL="0" marR="0" lvl="0" indent="0" algn="ctr" defTabSz="914400" rtl="0" eaLnBrk="0" fontAlgn="auto" latinLnBrk="0" hangingPunct="0">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FC0128"/>
                </a:solidFill>
                <a:effectLst/>
                <a:uLnTx/>
                <a:uFillTx/>
                <a:latin typeface="Comic Sans MS" charset="0"/>
                <a:ea typeface="ＭＳ Ｐゴシック" charset="-128"/>
                <a:cs typeface="+mn-cs"/>
              </a:rPr>
              <a:t>For simple RISC pipeline, Ideal CPI = 1:</a:t>
            </a:r>
          </a:p>
        </p:txBody>
      </p:sp>
    </p:spTree>
    <p:extLst>
      <p:ext uri="{BB962C8B-B14F-4D97-AF65-F5344CB8AC3E}">
        <p14:creationId xmlns:p14="http://schemas.microsoft.com/office/powerpoint/2010/main" val="27814579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6CDAE-4735-4693-878D-BE9671F83BDA}"/>
              </a:ext>
            </a:extLst>
          </p:cNvPr>
          <p:cNvSpPr>
            <a:spLocks noGrp="1"/>
          </p:cNvSpPr>
          <p:nvPr>
            <p:ph type="title"/>
          </p:nvPr>
        </p:nvSpPr>
        <p:spPr/>
        <p:txBody>
          <a:bodyPr/>
          <a:lstStyle/>
          <a:p>
            <a:r>
              <a:rPr lang="en-US" sz="2400" b="0" dirty="0"/>
              <a:t>Example: Dual-port vs. Single-port</a:t>
            </a:r>
            <a:endParaRPr lang="en-IN" sz="2400" b="0" dirty="0"/>
          </a:p>
        </p:txBody>
      </p:sp>
      <p:sp>
        <p:nvSpPr>
          <p:cNvPr id="3" name="Rectangle 3">
            <a:extLst>
              <a:ext uri="{FF2B5EF4-FFF2-40B4-BE49-F238E27FC236}">
                <a16:creationId xmlns:a16="http://schemas.microsoft.com/office/drawing/2014/main" id="{190D2031-707F-4209-840B-EC3D4876447C}"/>
              </a:ext>
            </a:extLst>
          </p:cNvPr>
          <p:cNvSpPr txBox="1">
            <a:spLocks noChangeArrowheads="1"/>
          </p:cNvSpPr>
          <p:nvPr/>
        </p:nvSpPr>
        <p:spPr>
          <a:xfrm>
            <a:off x="122238" y="952500"/>
            <a:ext cx="8782050" cy="4953000"/>
          </a:xfrm>
          <a:prstGeom prst="rect">
            <a:avLst/>
          </a:prstGeom>
          <a:noFill/>
        </p:spPr>
        <p:txBody>
          <a:bodyPr lIns="90488" tIns="44450" rIns="90488" bIns="44450"/>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0" marR="0" lvl="0" indent="0" algn="l" defTabSz="912813" rtl="0" eaLnBrk="0" fontAlgn="base" latinLnBrk="0" hangingPunct="0">
              <a:lnSpc>
                <a:spcPct val="100000"/>
              </a:lnSpc>
              <a:spcBef>
                <a:spcPct val="0"/>
              </a:spcBef>
              <a:spcAft>
                <a:spcPct val="0"/>
              </a:spcAft>
              <a:buClr>
                <a:srgbClr val="002960"/>
              </a:buClr>
              <a:buSzTx/>
              <a:buFontTx/>
              <a:buNone/>
              <a:tabLst/>
              <a:defRPr/>
            </a:pPr>
            <a:r>
              <a:rPr kumimoji="0" lang="en-US" sz="1800" b="0" i="0" u="none" strike="noStrike" kern="0" cap="none" spc="0" normalizeH="0" baseline="0" noProof="0" dirty="0">
                <a:ln>
                  <a:noFill/>
                </a:ln>
                <a:solidFill>
                  <a:srgbClr val="FF0000"/>
                </a:solidFill>
                <a:effectLst/>
                <a:uLnTx/>
                <a:uFillTx/>
                <a:latin typeface="Arial"/>
                <a:ea typeface="ＭＳ Ｐゴシック"/>
                <a:cs typeface="+mn-cs"/>
              </a:rPr>
              <a:t>Machine A: Dual ported memory (“Harvard Architecture”)</a:t>
            </a:r>
          </a:p>
          <a:p>
            <a:pPr marL="0" marR="0" lvl="0" indent="0" algn="l" defTabSz="912813" rtl="0" eaLnBrk="0" fontAlgn="base" latinLnBrk="0" hangingPunct="0">
              <a:lnSpc>
                <a:spcPct val="100000"/>
              </a:lnSpc>
              <a:spcBef>
                <a:spcPct val="0"/>
              </a:spcBef>
              <a:spcAft>
                <a:spcPct val="0"/>
              </a:spcAft>
              <a:buClr>
                <a:srgbClr val="002960"/>
              </a:buClr>
              <a:buSzTx/>
              <a:buFontTx/>
              <a:buNone/>
              <a:tabLst/>
              <a:defRPr/>
            </a:pPr>
            <a:r>
              <a:rPr kumimoji="0" lang="en-US" sz="1800" b="0" i="0" u="none" strike="noStrike" kern="0" cap="none" spc="0" normalizeH="0" baseline="0" noProof="0" dirty="0">
                <a:ln>
                  <a:noFill/>
                </a:ln>
                <a:solidFill>
                  <a:srgbClr val="FF0000"/>
                </a:solidFill>
                <a:effectLst/>
                <a:uLnTx/>
                <a:uFillTx/>
                <a:latin typeface="Arial"/>
                <a:ea typeface="ＭＳ Ｐゴシック"/>
                <a:cs typeface="+mn-cs"/>
              </a:rPr>
              <a:t>Machine B: Single ported memory, but its pipelined implementation has a 1.05 times faster clock rate</a:t>
            </a:r>
          </a:p>
          <a:p>
            <a:pPr marL="0" marR="0" lvl="0" indent="0" algn="l" defTabSz="912813" rtl="0" eaLnBrk="0" fontAlgn="base" latinLnBrk="0" hangingPunct="0">
              <a:lnSpc>
                <a:spcPct val="100000"/>
              </a:lnSpc>
              <a:spcBef>
                <a:spcPct val="0"/>
              </a:spcBef>
              <a:spcAft>
                <a:spcPct val="0"/>
              </a:spcAft>
              <a:buClr>
                <a:srgbClr val="002960"/>
              </a:buClr>
              <a:buSzTx/>
              <a:buFontTx/>
              <a:buNone/>
              <a:tabLst/>
              <a:defRPr/>
            </a:pPr>
            <a:r>
              <a:rPr kumimoji="0" lang="en-US" sz="1800" b="0" i="0" u="none" strike="noStrike" kern="0" cap="none" spc="0" normalizeH="0" baseline="0" noProof="0" dirty="0">
                <a:ln>
                  <a:noFill/>
                </a:ln>
                <a:solidFill>
                  <a:srgbClr val="FF0000"/>
                </a:solidFill>
                <a:effectLst/>
                <a:uLnTx/>
                <a:uFillTx/>
                <a:latin typeface="Arial"/>
                <a:ea typeface="ＭＳ Ｐゴシック"/>
                <a:cs typeface="+mn-cs"/>
              </a:rPr>
              <a:t>Ideal CPI = 1 for both</a:t>
            </a:r>
          </a:p>
          <a:p>
            <a:pPr marL="0" marR="0" lvl="0" indent="0" algn="l" defTabSz="912813" rtl="0" eaLnBrk="0" fontAlgn="base" latinLnBrk="0" hangingPunct="0">
              <a:lnSpc>
                <a:spcPct val="100000"/>
              </a:lnSpc>
              <a:spcBef>
                <a:spcPct val="0"/>
              </a:spcBef>
              <a:spcAft>
                <a:spcPct val="0"/>
              </a:spcAft>
              <a:buClr>
                <a:srgbClr val="002960"/>
              </a:buClr>
              <a:buSzTx/>
              <a:buFontTx/>
              <a:buNone/>
              <a:tabLst/>
              <a:defRPr/>
            </a:pPr>
            <a:r>
              <a:rPr kumimoji="0" lang="en-US" sz="1800" b="0" i="0" u="none" strike="noStrike" kern="0" cap="none" spc="0" normalizeH="0" baseline="0" noProof="0" dirty="0">
                <a:ln>
                  <a:noFill/>
                </a:ln>
                <a:solidFill>
                  <a:srgbClr val="FF0000"/>
                </a:solidFill>
                <a:effectLst/>
                <a:uLnTx/>
                <a:uFillTx/>
                <a:latin typeface="Arial"/>
                <a:ea typeface="ＭＳ Ｐゴシック"/>
                <a:cs typeface="+mn-cs"/>
              </a:rPr>
              <a:t>Loads are 40% of instructions executed</a:t>
            </a:r>
          </a:p>
          <a:p>
            <a:pPr marL="0" marR="0" lvl="0" indent="0" algn="l" defTabSz="912813" rtl="0" eaLnBrk="0" fontAlgn="base" latinLnBrk="0" hangingPunct="0">
              <a:lnSpc>
                <a:spcPct val="100000"/>
              </a:lnSpc>
              <a:spcBef>
                <a:spcPct val="0"/>
              </a:spcBef>
              <a:spcAft>
                <a:spcPct val="0"/>
              </a:spcAft>
              <a:buClr>
                <a:srgbClr val="002960"/>
              </a:buClr>
              <a:buSzTx/>
              <a:buFontTx/>
              <a:buNone/>
              <a:tabLst/>
              <a:defRPr/>
            </a:pPr>
            <a:endParaRPr kumimoji="0" lang="en-US" sz="1800" b="0" i="0" u="none" strike="noStrike" kern="0" cap="none" spc="0" normalizeH="0" baseline="0" noProof="0" dirty="0">
              <a:ln>
                <a:noFill/>
              </a:ln>
              <a:solidFill>
                <a:srgbClr val="FF0000"/>
              </a:solidFill>
              <a:effectLst/>
              <a:uLnTx/>
              <a:uFillTx/>
              <a:latin typeface="Arial"/>
              <a:ea typeface="ＭＳ Ｐゴシック"/>
              <a:cs typeface="+mn-cs"/>
            </a:endParaRPr>
          </a:p>
          <a:p>
            <a:pPr marL="0" marR="0" lvl="0" indent="0" algn="l" defTabSz="912813" rtl="0" eaLnBrk="0" fontAlgn="base" latinLnBrk="0" hangingPunct="0">
              <a:lnSpc>
                <a:spcPct val="100000"/>
              </a:lnSpc>
              <a:spcBef>
                <a:spcPct val="0"/>
              </a:spcBef>
              <a:spcAft>
                <a:spcPct val="0"/>
              </a:spcAft>
              <a:buClr>
                <a:srgbClr val="002960"/>
              </a:buClr>
              <a:buSzTx/>
              <a:buFontTx/>
              <a:buNone/>
              <a:tabLst/>
              <a:defRPr/>
            </a:pPr>
            <a:r>
              <a:rPr kumimoji="0" lang="en-US" sz="1800" b="0" i="0" u="none" strike="noStrike" kern="0" cap="none" spc="0" normalizeH="0" baseline="0" noProof="0" dirty="0">
                <a:ln>
                  <a:noFill/>
                </a:ln>
                <a:solidFill>
                  <a:srgbClr val="000000"/>
                </a:solidFill>
                <a:effectLst/>
                <a:uLnTx/>
                <a:uFillTx/>
                <a:latin typeface="Arial"/>
                <a:ea typeface="ＭＳ Ｐゴシック"/>
                <a:cs typeface="+mn-cs"/>
              </a:rPr>
              <a:t>		</a:t>
            </a:r>
          </a:p>
          <a:p>
            <a:pPr marL="0" marR="0" lvl="0" indent="0" algn="l" defTabSz="912813" rtl="0" eaLnBrk="0" fontAlgn="base" latinLnBrk="0" hangingPunct="0">
              <a:lnSpc>
                <a:spcPct val="150000"/>
              </a:lnSpc>
              <a:spcBef>
                <a:spcPct val="0"/>
              </a:spcBef>
              <a:spcAft>
                <a:spcPct val="0"/>
              </a:spcAft>
              <a:buClr>
                <a:srgbClr val="002960"/>
              </a:buClr>
              <a:buSzTx/>
              <a:buFontTx/>
              <a:buNone/>
              <a:tabLst/>
              <a:defRPr/>
            </a:pPr>
            <a:r>
              <a:rPr kumimoji="0" lang="en-US" sz="1800" b="0" i="0" u="none" strike="noStrike" kern="0" cap="none" spc="0" normalizeH="0" baseline="0" noProof="0" dirty="0" err="1">
                <a:ln>
                  <a:noFill/>
                </a:ln>
                <a:solidFill>
                  <a:srgbClr val="7030A0"/>
                </a:solidFill>
                <a:effectLst/>
                <a:uLnTx/>
                <a:uFillTx/>
                <a:latin typeface="Arial"/>
                <a:ea typeface="ＭＳ Ｐゴシック"/>
                <a:cs typeface="+mn-cs"/>
              </a:rPr>
              <a:t>SpeedUp</a:t>
            </a:r>
            <a:r>
              <a:rPr kumimoji="0" lang="en-US" sz="1800" b="0" i="0" u="none" strike="noStrike" kern="0" cap="none" spc="0" normalizeH="0" baseline="-25000" noProof="0" dirty="0" err="1">
                <a:ln>
                  <a:noFill/>
                </a:ln>
                <a:solidFill>
                  <a:srgbClr val="7030A0"/>
                </a:solidFill>
                <a:effectLst/>
                <a:uLnTx/>
                <a:uFillTx/>
                <a:latin typeface="Arial"/>
                <a:ea typeface="ＭＳ Ｐゴシック"/>
                <a:cs typeface="+mn-cs"/>
              </a:rPr>
              <a:t>A</a:t>
            </a:r>
            <a:r>
              <a:rPr kumimoji="0" lang="en-US" sz="1800" b="0" i="0" u="none" strike="noStrike" kern="0" cap="none" spc="0" normalizeH="0" baseline="0" noProof="0" dirty="0">
                <a:ln>
                  <a:noFill/>
                </a:ln>
                <a:solidFill>
                  <a:srgbClr val="7030A0"/>
                </a:solidFill>
                <a:effectLst/>
                <a:uLnTx/>
                <a:uFillTx/>
                <a:latin typeface="Arial"/>
                <a:ea typeface="ＭＳ Ｐゴシック"/>
                <a:cs typeface="+mn-cs"/>
              </a:rPr>
              <a:t> = Pipeline Depth/(1 + 0) x (</a:t>
            </a:r>
            <a:r>
              <a:rPr kumimoji="0" lang="en-US" sz="1800" b="0" i="0" u="none" strike="noStrike" kern="0" cap="none" spc="0" normalizeH="0" baseline="0" noProof="0" dirty="0" err="1">
                <a:ln>
                  <a:noFill/>
                </a:ln>
                <a:solidFill>
                  <a:srgbClr val="7030A0"/>
                </a:solidFill>
                <a:effectLst/>
                <a:uLnTx/>
                <a:uFillTx/>
                <a:latin typeface="Arial"/>
                <a:ea typeface="ＭＳ Ｐゴシック"/>
                <a:cs typeface="+mn-cs"/>
              </a:rPr>
              <a:t>clock</a:t>
            </a:r>
            <a:r>
              <a:rPr kumimoji="0" lang="en-US" sz="1800" b="0" i="0" u="none" strike="noStrike" kern="0" cap="none" spc="0" normalizeH="0" baseline="-25000" noProof="0" dirty="0" err="1">
                <a:ln>
                  <a:noFill/>
                </a:ln>
                <a:solidFill>
                  <a:srgbClr val="7030A0"/>
                </a:solidFill>
                <a:effectLst/>
                <a:uLnTx/>
                <a:uFillTx/>
                <a:latin typeface="Arial"/>
                <a:ea typeface="ＭＳ Ｐゴシック"/>
                <a:cs typeface="+mn-cs"/>
              </a:rPr>
              <a:t>unpipe</a:t>
            </a:r>
            <a:r>
              <a:rPr kumimoji="0" lang="en-US" sz="1800" b="0" i="0" u="none" strike="noStrike" kern="0" cap="none" spc="0" normalizeH="0" baseline="0" noProof="0" dirty="0">
                <a:ln>
                  <a:noFill/>
                </a:ln>
                <a:solidFill>
                  <a:srgbClr val="7030A0"/>
                </a:solidFill>
                <a:effectLst/>
                <a:uLnTx/>
                <a:uFillTx/>
                <a:latin typeface="Arial"/>
                <a:ea typeface="ＭＳ Ｐゴシック"/>
                <a:cs typeface="+mn-cs"/>
              </a:rPr>
              <a:t>/</a:t>
            </a:r>
            <a:r>
              <a:rPr kumimoji="0" lang="en-US" sz="1800" b="0" i="0" u="none" strike="noStrike" kern="0" cap="none" spc="0" normalizeH="0" baseline="0" noProof="0" dirty="0" err="1">
                <a:ln>
                  <a:noFill/>
                </a:ln>
                <a:solidFill>
                  <a:srgbClr val="7030A0"/>
                </a:solidFill>
                <a:effectLst/>
                <a:uLnTx/>
                <a:uFillTx/>
                <a:latin typeface="Arial"/>
                <a:ea typeface="ＭＳ Ｐゴシック"/>
                <a:cs typeface="+mn-cs"/>
              </a:rPr>
              <a:t>clock</a:t>
            </a:r>
            <a:r>
              <a:rPr kumimoji="0" lang="en-US" sz="1800" b="0" i="0" u="none" strike="noStrike" kern="0" cap="none" spc="0" normalizeH="0" baseline="-25000" noProof="0" dirty="0" err="1">
                <a:ln>
                  <a:noFill/>
                </a:ln>
                <a:solidFill>
                  <a:srgbClr val="7030A0"/>
                </a:solidFill>
                <a:effectLst/>
                <a:uLnTx/>
                <a:uFillTx/>
                <a:latin typeface="Arial"/>
                <a:ea typeface="ＭＳ Ｐゴシック"/>
                <a:cs typeface="+mn-cs"/>
              </a:rPr>
              <a:t>pipe</a:t>
            </a:r>
            <a:r>
              <a:rPr kumimoji="0" lang="en-US" sz="1800" b="0" i="0" u="none" strike="noStrike" kern="0" cap="none" spc="0" normalizeH="0" baseline="0" noProof="0" dirty="0">
                <a:ln>
                  <a:noFill/>
                </a:ln>
                <a:solidFill>
                  <a:srgbClr val="7030A0"/>
                </a:solidFill>
                <a:effectLst/>
                <a:uLnTx/>
                <a:uFillTx/>
                <a:latin typeface="Arial"/>
                <a:ea typeface="ＭＳ Ｐゴシック"/>
                <a:cs typeface="+mn-cs"/>
              </a:rPr>
              <a:t>)</a:t>
            </a:r>
          </a:p>
          <a:p>
            <a:pPr marL="0" marR="0" lvl="0" indent="0" algn="l" defTabSz="912813" rtl="0" eaLnBrk="0" fontAlgn="base" latinLnBrk="0" hangingPunct="0">
              <a:lnSpc>
                <a:spcPct val="150000"/>
              </a:lnSpc>
              <a:spcBef>
                <a:spcPct val="0"/>
              </a:spcBef>
              <a:spcAft>
                <a:spcPct val="0"/>
              </a:spcAft>
              <a:buClr>
                <a:srgbClr val="002960"/>
              </a:buClr>
              <a:buSzTx/>
              <a:buFontTx/>
              <a:buNone/>
              <a:tabLst/>
              <a:defRPr/>
            </a:pPr>
            <a:r>
              <a:rPr kumimoji="0" lang="en-US" sz="1800" b="0" i="0" u="none" strike="noStrike" kern="0" cap="none" spc="0" normalizeH="0" baseline="0" noProof="0" dirty="0">
                <a:ln>
                  <a:noFill/>
                </a:ln>
                <a:solidFill>
                  <a:srgbClr val="7030A0"/>
                </a:solidFill>
                <a:effectLst/>
                <a:uLnTx/>
                <a:uFillTx/>
                <a:latin typeface="Arial"/>
                <a:ea typeface="ＭＳ Ｐゴシック"/>
                <a:cs typeface="+mn-cs"/>
              </a:rPr>
              <a:t>              		    = Pipeline Depth</a:t>
            </a:r>
          </a:p>
          <a:p>
            <a:pPr marL="0" marR="0" lvl="0" indent="0" algn="l" defTabSz="912813" rtl="0" eaLnBrk="0" fontAlgn="base" latinLnBrk="0" hangingPunct="0">
              <a:lnSpc>
                <a:spcPct val="150000"/>
              </a:lnSpc>
              <a:spcBef>
                <a:spcPct val="0"/>
              </a:spcBef>
              <a:spcAft>
                <a:spcPct val="0"/>
              </a:spcAft>
              <a:buClr>
                <a:srgbClr val="002960"/>
              </a:buClr>
              <a:buSzTx/>
              <a:buFontTx/>
              <a:buNone/>
              <a:tabLst/>
              <a:defRPr/>
            </a:pPr>
            <a:r>
              <a:rPr kumimoji="0" lang="en-US" sz="1800" b="0" i="0" u="none" strike="noStrike" kern="0" cap="none" spc="0" normalizeH="0" baseline="0" noProof="0" dirty="0">
                <a:ln>
                  <a:noFill/>
                </a:ln>
                <a:solidFill>
                  <a:srgbClr val="7030A0"/>
                </a:solidFill>
                <a:effectLst/>
                <a:uLnTx/>
                <a:uFillTx/>
                <a:latin typeface="Arial"/>
                <a:ea typeface="ＭＳ Ｐゴシック"/>
                <a:cs typeface="+mn-cs"/>
              </a:rPr>
              <a:t>	</a:t>
            </a:r>
            <a:r>
              <a:rPr kumimoji="0" lang="en-US" sz="1800" b="0" i="0" u="none" strike="noStrike" kern="0" cap="none" spc="0" normalizeH="0" baseline="0" noProof="0" dirty="0" err="1">
                <a:ln>
                  <a:noFill/>
                </a:ln>
                <a:solidFill>
                  <a:srgbClr val="7030A0"/>
                </a:solidFill>
                <a:effectLst/>
                <a:uLnTx/>
                <a:uFillTx/>
                <a:latin typeface="Arial"/>
                <a:ea typeface="ＭＳ Ｐゴシック"/>
                <a:cs typeface="+mn-cs"/>
              </a:rPr>
              <a:t>SpeedUp</a:t>
            </a:r>
            <a:r>
              <a:rPr kumimoji="0" lang="en-US" sz="1800" b="0" i="0" u="none" strike="noStrike" kern="0" cap="none" spc="0" normalizeH="0" baseline="-25000" noProof="0" dirty="0" err="1">
                <a:ln>
                  <a:noFill/>
                </a:ln>
                <a:solidFill>
                  <a:srgbClr val="7030A0"/>
                </a:solidFill>
                <a:effectLst/>
                <a:uLnTx/>
                <a:uFillTx/>
                <a:latin typeface="Arial"/>
                <a:ea typeface="ＭＳ Ｐゴシック"/>
                <a:cs typeface="+mn-cs"/>
              </a:rPr>
              <a:t>B</a:t>
            </a:r>
            <a:r>
              <a:rPr kumimoji="0" lang="en-US" sz="1800" b="0" i="0" u="none" strike="noStrike" kern="0" cap="none" spc="0" normalizeH="0" baseline="0" noProof="0" dirty="0">
                <a:ln>
                  <a:noFill/>
                </a:ln>
                <a:solidFill>
                  <a:srgbClr val="7030A0"/>
                </a:solidFill>
                <a:effectLst/>
                <a:uLnTx/>
                <a:uFillTx/>
                <a:latin typeface="Arial"/>
                <a:ea typeface="ＭＳ Ｐゴシック"/>
                <a:cs typeface="+mn-cs"/>
              </a:rPr>
              <a:t> = Pipeline Depth/(1 + 0.4 x 1) x (</a:t>
            </a:r>
            <a:r>
              <a:rPr kumimoji="0" lang="en-US" sz="1800" b="0" i="0" u="none" strike="noStrike" kern="0" cap="none" spc="0" normalizeH="0" baseline="0" noProof="0" dirty="0" err="1">
                <a:ln>
                  <a:noFill/>
                </a:ln>
                <a:solidFill>
                  <a:srgbClr val="7030A0"/>
                </a:solidFill>
                <a:effectLst/>
                <a:uLnTx/>
                <a:uFillTx/>
                <a:latin typeface="Arial"/>
                <a:ea typeface="ＭＳ Ｐゴシック"/>
                <a:cs typeface="+mn-cs"/>
              </a:rPr>
              <a:t>clock</a:t>
            </a:r>
            <a:r>
              <a:rPr kumimoji="0" lang="en-US" sz="1800" b="0" i="0" u="none" strike="noStrike" kern="0" cap="none" spc="0" normalizeH="0" baseline="-25000" noProof="0" dirty="0" err="1">
                <a:ln>
                  <a:noFill/>
                </a:ln>
                <a:solidFill>
                  <a:srgbClr val="7030A0"/>
                </a:solidFill>
                <a:effectLst/>
                <a:uLnTx/>
                <a:uFillTx/>
                <a:latin typeface="Arial"/>
                <a:ea typeface="ＭＳ Ｐゴシック"/>
                <a:cs typeface="+mn-cs"/>
              </a:rPr>
              <a:t>unpipe</a:t>
            </a:r>
            <a:r>
              <a:rPr kumimoji="0" lang="en-US" sz="1800" b="0" i="0" u="none" strike="noStrike" kern="0" cap="none" spc="0" normalizeH="0" baseline="0" noProof="0" dirty="0">
                <a:ln>
                  <a:noFill/>
                </a:ln>
                <a:solidFill>
                  <a:srgbClr val="7030A0"/>
                </a:solidFill>
                <a:effectLst/>
                <a:uLnTx/>
                <a:uFillTx/>
                <a:latin typeface="Arial"/>
                <a:ea typeface="ＭＳ Ｐゴシック"/>
                <a:cs typeface="+mn-cs"/>
              </a:rPr>
              <a:t>/(</a:t>
            </a:r>
            <a:r>
              <a:rPr kumimoji="0" lang="en-US" sz="1800" b="0" i="0" u="none" strike="noStrike" kern="0" cap="none" spc="0" normalizeH="0" baseline="0" noProof="0" dirty="0" err="1">
                <a:ln>
                  <a:noFill/>
                </a:ln>
                <a:solidFill>
                  <a:srgbClr val="7030A0"/>
                </a:solidFill>
                <a:effectLst/>
                <a:uLnTx/>
                <a:uFillTx/>
                <a:latin typeface="Arial"/>
                <a:ea typeface="ＭＳ Ｐゴシック"/>
                <a:cs typeface="+mn-cs"/>
              </a:rPr>
              <a:t>clock</a:t>
            </a:r>
            <a:r>
              <a:rPr kumimoji="0" lang="en-US" sz="1800" b="0" i="0" u="none" strike="noStrike" kern="0" cap="none" spc="0" normalizeH="0" baseline="-25000" noProof="0" dirty="0" err="1">
                <a:ln>
                  <a:noFill/>
                </a:ln>
                <a:solidFill>
                  <a:srgbClr val="7030A0"/>
                </a:solidFill>
                <a:effectLst/>
                <a:uLnTx/>
                <a:uFillTx/>
                <a:latin typeface="Arial"/>
                <a:ea typeface="ＭＳ Ｐゴシック"/>
                <a:cs typeface="+mn-cs"/>
              </a:rPr>
              <a:t>unpipe</a:t>
            </a:r>
            <a:r>
              <a:rPr kumimoji="0" lang="en-US" sz="1800" b="0" i="0" u="none" strike="noStrike" kern="0" cap="none" spc="0" normalizeH="0" baseline="-25000" noProof="0" dirty="0">
                <a:ln>
                  <a:noFill/>
                </a:ln>
                <a:solidFill>
                  <a:srgbClr val="7030A0"/>
                </a:solidFill>
                <a:effectLst/>
                <a:uLnTx/>
                <a:uFillTx/>
                <a:latin typeface="Arial"/>
                <a:ea typeface="ＭＳ Ｐゴシック"/>
                <a:cs typeface="+mn-cs"/>
              </a:rPr>
              <a:t> </a:t>
            </a:r>
            <a:r>
              <a:rPr kumimoji="0" lang="en-US" sz="1800" b="0" i="0" u="none" strike="noStrike" kern="0" cap="none" spc="0" normalizeH="0" baseline="0" noProof="0" dirty="0">
                <a:ln>
                  <a:noFill/>
                </a:ln>
                <a:solidFill>
                  <a:srgbClr val="7030A0"/>
                </a:solidFill>
                <a:effectLst/>
                <a:uLnTx/>
                <a:uFillTx/>
                <a:latin typeface="Arial"/>
                <a:ea typeface="ＭＳ Ｐゴシック"/>
                <a:cs typeface="+mn-cs"/>
              </a:rPr>
              <a:t>/ 1.05)</a:t>
            </a:r>
          </a:p>
          <a:p>
            <a:pPr marL="0" marR="0" lvl="0" indent="0" algn="l" defTabSz="912813" rtl="0" eaLnBrk="0" fontAlgn="base" latinLnBrk="0" hangingPunct="0">
              <a:lnSpc>
                <a:spcPct val="150000"/>
              </a:lnSpc>
              <a:spcBef>
                <a:spcPct val="0"/>
              </a:spcBef>
              <a:spcAft>
                <a:spcPct val="0"/>
              </a:spcAft>
              <a:buClr>
                <a:srgbClr val="002960"/>
              </a:buClr>
              <a:buSzTx/>
              <a:buFontTx/>
              <a:buNone/>
              <a:tabLst/>
              <a:defRPr/>
            </a:pPr>
            <a:r>
              <a:rPr kumimoji="0" lang="en-US" sz="1800" b="0" i="0" u="none" strike="noStrike" kern="0" cap="none" spc="0" normalizeH="0" baseline="0" noProof="0" dirty="0">
                <a:ln>
                  <a:noFill/>
                </a:ln>
                <a:solidFill>
                  <a:srgbClr val="7030A0"/>
                </a:solidFill>
                <a:effectLst/>
                <a:uLnTx/>
                <a:uFillTx/>
                <a:latin typeface="Arial"/>
                <a:ea typeface="ＭＳ Ｐゴシック"/>
                <a:cs typeface="+mn-cs"/>
              </a:rPr>
              <a:t> 		                   = (Pipeline Depth/1.4) x  1.05</a:t>
            </a:r>
          </a:p>
          <a:p>
            <a:pPr marL="0" marR="0" lvl="0" indent="0" algn="l" defTabSz="912813" rtl="0" eaLnBrk="0" fontAlgn="base" latinLnBrk="0" hangingPunct="0">
              <a:lnSpc>
                <a:spcPct val="150000"/>
              </a:lnSpc>
              <a:spcBef>
                <a:spcPct val="0"/>
              </a:spcBef>
              <a:spcAft>
                <a:spcPct val="0"/>
              </a:spcAft>
              <a:buClr>
                <a:srgbClr val="002960"/>
              </a:buClr>
              <a:buSzTx/>
              <a:buFontTx/>
              <a:buNone/>
              <a:tabLst/>
              <a:defRPr/>
            </a:pPr>
            <a:r>
              <a:rPr kumimoji="0" lang="en-US" sz="1800" b="0" i="0" u="none" strike="noStrike" kern="0" cap="none" spc="0" normalizeH="0" baseline="0" noProof="0" dirty="0">
                <a:ln>
                  <a:noFill/>
                </a:ln>
                <a:solidFill>
                  <a:srgbClr val="7030A0"/>
                </a:solidFill>
                <a:effectLst/>
                <a:uLnTx/>
                <a:uFillTx/>
                <a:latin typeface="Arial"/>
                <a:ea typeface="ＭＳ Ｐゴシック"/>
                <a:cs typeface="+mn-cs"/>
              </a:rPr>
              <a:t> 		                   = 0.75 x Pipeline Depth</a:t>
            </a:r>
          </a:p>
          <a:p>
            <a:pPr marL="0" marR="0" lvl="0" indent="0" algn="l" defTabSz="912813" rtl="0" eaLnBrk="0" fontAlgn="base" latinLnBrk="0" hangingPunct="0">
              <a:lnSpc>
                <a:spcPct val="150000"/>
              </a:lnSpc>
              <a:spcBef>
                <a:spcPct val="0"/>
              </a:spcBef>
              <a:spcAft>
                <a:spcPct val="0"/>
              </a:spcAft>
              <a:buClr>
                <a:srgbClr val="002960"/>
              </a:buClr>
              <a:buSzTx/>
              <a:buFontTx/>
              <a:buNone/>
              <a:tabLst/>
              <a:defRPr/>
            </a:pPr>
            <a:r>
              <a:rPr kumimoji="0" lang="en-US" sz="1800" b="0" i="0" u="none" strike="noStrike" kern="0" cap="none" spc="0" normalizeH="0" baseline="0" noProof="0" dirty="0">
                <a:ln>
                  <a:noFill/>
                </a:ln>
                <a:solidFill>
                  <a:srgbClr val="7030A0"/>
                </a:solidFill>
                <a:effectLst/>
                <a:uLnTx/>
                <a:uFillTx/>
                <a:latin typeface="Arial"/>
                <a:ea typeface="ＭＳ Ｐゴシック"/>
                <a:cs typeface="+mn-cs"/>
              </a:rPr>
              <a:t>	</a:t>
            </a:r>
            <a:r>
              <a:rPr kumimoji="0" lang="en-US" sz="1800" b="0" i="0" u="none" strike="noStrike" kern="0" cap="none" spc="0" normalizeH="0" baseline="0" noProof="0" dirty="0" err="1">
                <a:ln>
                  <a:noFill/>
                </a:ln>
                <a:solidFill>
                  <a:srgbClr val="7030A0"/>
                </a:solidFill>
                <a:effectLst/>
                <a:uLnTx/>
                <a:uFillTx/>
                <a:latin typeface="Arial"/>
                <a:ea typeface="ＭＳ Ｐゴシック"/>
                <a:cs typeface="+mn-cs"/>
              </a:rPr>
              <a:t>SpeedUp</a:t>
            </a:r>
            <a:r>
              <a:rPr kumimoji="0" lang="en-US" sz="1800" b="0" i="0" u="none" strike="noStrike" kern="0" cap="none" spc="0" normalizeH="0" baseline="-25000" noProof="0" dirty="0" err="1">
                <a:ln>
                  <a:noFill/>
                </a:ln>
                <a:solidFill>
                  <a:srgbClr val="7030A0"/>
                </a:solidFill>
                <a:effectLst/>
                <a:uLnTx/>
                <a:uFillTx/>
                <a:latin typeface="Arial"/>
                <a:ea typeface="ＭＳ Ｐゴシック"/>
                <a:cs typeface="+mn-cs"/>
              </a:rPr>
              <a:t>A</a:t>
            </a:r>
            <a:r>
              <a:rPr kumimoji="0" lang="en-US" sz="1800" b="0" i="0" u="none" strike="noStrike" kern="0" cap="none" spc="0" normalizeH="0" baseline="0" noProof="0" dirty="0">
                <a:ln>
                  <a:noFill/>
                </a:ln>
                <a:solidFill>
                  <a:srgbClr val="7030A0"/>
                </a:solidFill>
                <a:effectLst/>
                <a:uLnTx/>
                <a:uFillTx/>
                <a:latin typeface="Arial"/>
                <a:ea typeface="ＭＳ Ｐゴシック"/>
                <a:cs typeface="+mn-cs"/>
              </a:rPr>
              <a:t> / </a:t>
            </a:r>
            <a:r>
              <a:rPr kumimoji="0" lang="en-US" sz="1800" b="0" i="0" u="none" strike="noStrike" kern="0" cap="none" spc="0" normalizeH="0" baseline="0" noProof="0" dirty="0" err="1">
                <a:ln>
                  <a:noFill/>
                </a:ln>
                <a:solidFill>
                  <a:srgbClr val="7030A0"/>
                </a:solidFill>
                <a:effectLst/>
                <a:uLnTx/>
                <a:uFillTx/>
                <a:latin typeface="Arial"/>
                <a:ea typeface="ＭＳ Ｐゴシック"/>
                <a:cs typeface="+mn-cs"/>
              </a:rPr>
              <a:t>SpeedUp</a:t>
            </a:r>
            <a:r>
              <a:rPr kumimoji="0" lang="en-US" sz="1800" b="0" i="0" u="none" strike="noStrike" kern="0" cap="none" spc="0" normalizeH="0" baseline="-25000" noProof="0" dirty="0" err="1">
                <a:ln>
                  <a:noFill/>
                </a:ln>
                <a:solidFill>
                  <a:srgbClr val="7030A0"/>
                </a:solidFill>
                <a:effectLst/>
                <a:uLnTx/>
                <a:uFillTx/>
                <a:latin typeface="Arial"/>
                <a:ea typeface="ＭＳ Ｐゴシック"/>
                <a:cs typeface="+mn-cs"/>
              </a:rPr>
              <a:t>B</a:t>
            </a:r>
            <a:r>
              <a:rPr kumimoji="0" lang="en-US" sz="1800" b="0" i="0" u="none" strike="noStrike" kern="0" cap="none" spc="0" normalizeH="0" baseline="0" noProof="0" dirty="0">
                <a:ln>
                  <a:noFill/>
                </a:ln>
                <a:solidFill>
                  <a:srgbClr val="7030A0"/>
                </a:solidFill>
                <a:effectLst/>
                <a:uLnTx/>
                <a:uFillTx/>
                <a:latin typeface="Arial"/>
                <a:ea typeface="ＭＳ Ｐゴシック"/>
                <a:cs typeface="+mn-cs"/>
              </a:rPr>
              <a:t> = Pipeline Depth/(0.75 x Pipeline Depth) = 1.33</a:t>
            </a:r>
          </a:p>
          <a:p>
            <a:pPr marL="0" marR="0" lvl="0" indent="0" algn="l" defTabSz="912813" rtl="0" eaLnBrk="0" fontAlgn="base" latinLnBrk="0" hangingPunct="0">
              <a:lnSpc>
                <a:spcPct val="150000"/>
              </a:lnSpc>
              <a:spcBef>
                <a:spcPct val="0"/>
              </a:spcBef>
              <a:spcAft>
                <a:spcPct val="0"/>
              </a:spcAft>
              <a:buClr>
                <a:srgbClr val="002960"/>
              </a:buClr>
              <a:buSzTx/>
              <a:buFontTx/>
              <a:buNone/>
              <a:tabLst/>
              <a:defRPr/>
            </a:pPr>
            <a:r>
              <a:rPr kumimoji="0" lang="en-US" sz="1800" b="0" i="0" u="none" strike="noStrike" kern="0" cap="none" spc="0" normalizeH="0" baseline="0" noProof="0" dirty="0">
                <a:ln>
                  <a:noFill/>
                </a:ln>
                <a:solidFill>
                  <a:srgbClr val="7030A0"/>
                </a:solidFill>
                <a:effectLst/>
                <a:uLnTx/>
                <a:uFillTx/>
                <a:latin typeface="Arial"/>
                <a:ea typeface="ＭＳ Ｐゴシック"/>
                <a:cs typeface="+mn-cs"/>
              </a:rPr>
              <a:t>           Machine A is 1.33 times faster </a:t>
            </a:r>
          </a:p>
        </p:txBody>
      </p:sp>
    </p:spTree>
    <p:extLst>
      <p:ext uri="{BB962C8B-B14F-4D97-AF65-F5344CB8AC3E}">
        <p14:creationId xmlns:p14="http://schemas.microsoft.com/office/powerpoint/2010/main" val="242894028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2C98D-64EB-402C-B5CC-14601A30DA27}"/>
              </a:ext>
            </a:extLst>
          </p:cNvPr>
          <p:cNvSpPr>
            <a:spLocks noGrp="1"/>
          </p:cNvSpPr>
          <p:nvPr>
            <p:ph type="title"/>
          </p:nvPr>
        </p:nvSpPr>
        <p:spPr>
          <a:xfrm>
            <a:off x="73649" y="-1"/>
            <a:ext cx="6370559" cy="426161"/>
          </a:xfrm>
        </p:spPr>
        <p:txBody>
          <a:bodyPr/>
          <a:lstStyle/>
          <a:p>
            <a:r>
              <a:rPr lang="en-US" sz="2400" b="0" dirty="0"/>
              <a:t>Evaluating Branch Alternatives</a:t>
            </a:r>
            <a:endParaRPr lang="en-IN" sz="2400" b="0" dirty="0"/>
          </a:p>
        </p:txBody>
      </p:sp>
      <p:sp>
        <p:nvSpPr>
          <p:cNvPr id="3" name="Rectangle 3">
            <a:extLst>
              <a:ext uri="{FF2B5EF4-FFF2-40B4-BE49-F238E27FC236}">
                <a16:creationId xmlns:a16="http://schemas.microsoft.com/office/drawing/2014/main" id="{1DB50CA0-7FF6-49ED-BD23-12D7F8FFD650}"/>
              </a:ext>
            </a:extLst>
          </p:cNvPr>
          <p:cNvSpPr txBox="1">
            <a:spLocks noChangeArrowheads="1"/>
          </p:cNvSpPr>
          <p:nvPr/>
        </p:nvSpPr>
        <p:spPr>
          <a:xfrm>
            <a:off x="179512" y="980728"/>
            <a:ext cx="8496944" cy="5184576"/>
          </a:xfrm>
          <a:prstGeom prst="rect">
            <a:avLst/>
          </a:prstGeom>
          <a:noFill/>
        </p:spPr>
        <p:txBody>
          <a:bodyPr lIns="90488" tIns="44450" rIns="90488" bIns="44450"/>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0" marR="0" lvl="0" indent="0" algn="l" defTabSz="912813" rtl="0" eaLnBrk="0" fontAlgn="base" latinLnBrk="0" hangingPunct="0">
              <a:lnSpc>
                <a:spcPct val="150000"/>
              </a:lnSpc>
              <a:spcBef>
                <a:spcPct val="0"/>
              </a:spcBef>
              <a:spcAft>
                <a:spcPct val="0"/>
              </a:spcAft>
              <a:buClr>
                <a:srgbClr val="002960"/>
              </a:buClr>
              <a:buSzTx/>
              <a:buFontTx/>
              <a:buNone/>
              <a:tabLst>
                <a:tab pos="2686050" algn="r"/>
                <a:tab pos="3486150" algn="r"/>
                <a:tab pos="5086350" algn="r"/>
                <a:tab pos="6743700" algn="r"/>
              </a:tabLst>
              <a:defRPr/>
            </a:pPr>
            <a:r>
              <a:rPr kumimoji="0" lang="en-US" b="0" i="0" u="none" strike="noStrike" kern="0" cap="none" spc="0" normalizeH="0" baseline="0" noProof="0" dirty="0">
                <a:ln>
                  <a:noFill/>
                </a:ln>
                <a:solidFill>
                  <a:srgbClr val="000000"/>
                </a:solidFill>
                <a:effectLst/>
                <a:uLnTx/>
                <a:uFillTx/>
                <a:latin typeface="Arial"/>
                <a:ea typeface="ＭＳ Ｐゴシック"/>
                <a:cs typeface="+mn-cs"/>
              </a:rPr>
              <a:t>Assume 4% unconditional branch, 6% conditional branch- untaken, 10% conditional branch-taken; Deeper pipeline: target &amp; condition known @ end of 3</a:t>
            </a:r>
            <a:r>
              <a:rPr kumimoji="0" lang="en-US" b="0" i="0" u="none" strike="noStrike" kern="0" cap="none" spc="0" normalizeH="0" baseline="30000" noProof="0" dirty="0">
                <a:ln>
                  <a:noFill/>
                </a:ln>
                <a:solidFill>
                  <a:srgbClr val="000000"/>
                </a:solidFill>
                <a:effectLst/>
                <a:uLnTx/>
                <a:uFillTx/>
                <a:latin typeface="Arial"/>
                <a:ea typeface="ＭＳ Ｐゴシック"/>
                <a:cs typeface="+mn-cs"/>
              </a:rPr>
              <a:t>rd</a:t>
            </a:r>
            <a:r>
              <a:rPr kumimoji="0" lang="en-US" b="0" i="0" u="none" strike="noStrike" kern="0" cap="none" spc="0" normalizeH="0" baseline="0" noProof="0" dirty="0">
                <a:ln>
                  <a:noFill/>
                </a:ln>
                <a:solidFill>
                  <a:srgbClr val="000000"/>
                </a:solidFill>
                <a:effectLst/>
                <a:uLnTx/>
                <a:uFillTx/>
                <a:latin typeface="Arial"/>
                <a:ea typeface="ＭＳ Ｐゴシック"/>
                <a:cs typeface="+mn-cs"/>
              </a:rPr>
              <a:t> &amp; 4</a:t>
            </a:r>
            <a:r>
              <a:rPr kumimoji="0" lang="en-US" b="0" i="0" u="none" strike="noStrike" kern="0" cap="none" spc="0" normalizeH="0" baseline="30000" noProof="0" dirty="0">
                <a:ln>
                  <a:noFill/>
                </a:ln>
                <a:solidFill>
                  <a:srgbClr val="000000"/>
                </a:solidFill>
                <a:effectLst/>
                <a:uLnTx/>
                <a:uFillTx/>
                <a:latin typeface="Arial"/>
                <a:ea typeface="ＭＳ Ｐゴシック"/>
                <a:cs typeface="+mn-cs"/>
              </a:rPr>
              <a:t>th</a:t>
            </a:r>
            <a:r>
              <a:rPr kumimoji="0" lang="en-US" b="0" i="0" u="none" strike="noStrike" kern="0" cap="none" spc="0" normalizeH="0" baseline="0" noProof="0" dirty="0">
                <a:ln>
                  <a:noFill/>
                </a:ln>
                <a:solidFill>
                  <a:srgbClr val="000000"/>
                </a:solidFill>
                <a:effectLst/>
                <a:uLnTx/>
                <a:uFillTx/>
                <a:latin typeface="Arial"/>
                <a:ea typeface="ＭＳ Ｐゴシック"/>
                <a:cs typeface="+mn-cs"/>
              </a:rPr>
              <a:t> stage respectively</a:t>
            </a:r>
          </a:p>
          <a:p>
            <a:pPr marL="0" marR="0" lvl="0" indent="0" algn="l" defTabSz="912813" rtl="0" eaLnBrk="0" fontAlgn="base" latinLnBrk="0" hangingPunct="0">
              <a:lnSpc>
                <a:spcPct val="150000"/>
              </a:lnSpc>
              <a:spcBef>
                <a:spcPct val="0"/>
              </a:spcBef>
              <a:spcAft>
                <a:spcPct val="0"/>
              </a:spcAft>
              <a:buClr>
                <a:srgbClr val="002960"/>
              </a:buClr>
              <a:buSzTx/>
              <a:buFontTx/>
              <a:buNone/>
              <a:tabLst>
                <a:tab pos="2686050" algn="r"/>
                <a:tab pos="3486150" algn="r"/>
                <a:tab pos="5086350" algn="r"/>
                <a:tab pos="6743700" algn="r"/>
              </a:tabLst>
              <a:defRPr/>
            </a:pPr>
            <a:r>
              <a:rPr kumimoji="0" lang="en-US" b="0" i="0" u="none" strike="noStrike" kern="0" cap="none" spc="0" normalizeH="0" baseline="0" noProof="0" dirty="0">
                <a:ln>
                  <a:noFill/>
                </a:ln>
                <a:solidFill>
                  <a:srgbClr val="000000"/>
                </a:solidFill>
                <a:effectLst/>
                <a:uLnTx/>
                <a:uFillTx/>
                <a:latin typeface="Arial"/>
                <a:ea typeface="ＭＳ Ｐゴシック"/>
                <a:cs typeface="+mn-cs"/>
              </a:rPr>
              <a:t>What’s the addition to CPI?</a:t>
            </a:r>
          </a:p>
          <a:p>
            <a:pPr marL="0" marR="0" lvl="0" indent="0" algn="l" defTabSz="912813" rtl="0" eaLnBrk="0" fontAlgn="base" latinLnBrk="0" hangingPunct="0">
              <a:lnSpc>
                <a:spcPct val="150000"/>
              </a:lnSpc>
              <a:spcBef>
                <a:spcPct val="0"/>
              </a:spcBef>
              <a:spcAft>
                <a:spcPct val="0"/>
              </a:spcAft>
              <a:buClr>
                <a:srgbClr val="002960"/>
              </a:buClr>
              <a:buSzTx/>
              <a:buFontTx/>
              <a:buNone/>
              <a:tabLst>
                <a:tab pos="2686050" algn="r"/>
                <a:tab pos="3486150" algn="r"/>
                <a:tab pos="5086350" algn="r"/>
                <a:tab pos="6743700" algn="r"/>
              </a:tabLst>
              <a:defRPr/>
            </a:pPr>
            <a:r>
              <a:rPr kumimoji="0" lang="en-US" b="0" i="1" u="none" strike="noStrike" kern="0" cap="none" spc="0" normalizeH="0" baseline="0" noProof="0" dirty="0">
                <a:ln>
                  <a:noFill/>
                </a:ln>
                <a:solidFill>
                  <a:srgbClr val="000000"/>
                </a:solidFill>
                <a:effectLst/>
                <a:uLnTx/>
                <a:uFillTx/>
                <a:latin typeface="Arial"/>
                <a:ea typeface="ＭＳ Ｐゴシック"/>
                <a:cs typeface="+mn-cs"/>
              </a:rPr>
              <a:t>Scheduling	</a:t>
            </a:r>
            <a:r>
              <a:rPr kumimoji="0" lang="en-US" b="0" i="1" u="none" strike="noStrike" kern="0" cap="none" spc="0" normalizeH="0" baseline="0" noProof="0" dirty="0" err="1">
                <a:ln>
                  <a:noFill/>
                </a:ln>
                <a:solidFill>
                  <a:srgbClr val="000000"/>
                </a:solidFill>
                <a:effectLst/>
                <a:uLnTx/>
                <a:uFillTx/>
                <a:latin typeface="Arial"/>
                <a:ea typeface="ＭＳ Ｐゴシック"/>
                <a:cs typeface="+mn-cs"/>
              </a:rPr>
              <a:t>Uncond</a:t>
            </a:r>
            <a:r>
              <a:rPr kumimoji="0" lang="en-US" b="0" i="1" u="none" strike="noStrike" kern="0" cap="none" spc="0" normalizeH="0" baseline="0" noProof="0" dirty="0">
                <a:ln>
                  <a:noFill/>
                </a:ln>
                <a:solidFill>
                  <a:srgbClr val="000000"/>
                </a:solidFill>
                <a:effectLst/>
                <a:uLnTx/>
                <a:uFillTx/>
                <a:latin typeface="Arial"/>
                <a:ea typeface="ＭＳ Ｐゴシック"/>
                <a:cs typeface="+mn-cs"/>
              </a:rPr>
              <a:t>	 	Untaken	        Taken.	</a:t>
            </a:r>
          </a:p>
          <a:p>
            <a:pPr marL="0" marR="0" lvl="0" indent="0" algn="l" defTabSz="912813" rtl="0" eaLnBrk="0" fontAlgn="base" latinLnBrk="0" hangingPunct="0">
              <a:lnSpc>
                <a:spcPct val="150000"/>
              </a:lnSpc>
              <a:spcBef>
                <a:spcPct val="0"/>
              </a:spcBef>
              <a:spcAft>
                <a:spcPct val="0"/>
              </a:spcAft>
              <a:buClr>
                <a:srgbClr val="002960"/>
              </a:buClr>
              <a:buSzTx/>
              <a:buFontTx/>
              <a:buNone/>
              <a:tabLst>
                <a:tab pos="2686050" algn="r"/>
                <a:tab pos="3486150" algn="r"/>
                <a:tab pos="5086350" algn="r"/>
                <a:tab pos="6743700" algn="r"/>
              </a:tabLst>
              <a:defRPr/>
            </a:pPr>
            <a:r>
              <a:rPr kumimoji="0" lang="en-US" b="0" i="1" u="none" strike="noStrike" kern="0" cap="none" spc="0" normalizeH="0" baseline="0" noProof="0" dirty="0">
                <a:ln>
                  <a:noFill/>
                </a:ln>
                <a:solidFill>
                  <a:srgbClr val="000000"/>
                </a:solidFill>
                <a:effectLst/>
                <a:uLnTx/>
                <a:uFillTx/>
                <a:latin typeface="Arial"/>
                <a:ea typeface="ＭＳ Ｐゴシック"/>
                <a:cs typeface="+mn-cs"/>
              </a:rPr>
              <a:t> scheme	 penalty  		penalty	        penalty</a:t>
            </a:r>
            <a:r>
              <a:rPr kumimoji="0" lang="en-US" b="0" i="0" u="none" strike="noStrike" kern="0" cap="none" spc="0" normalizeH="0" baseline="0" noProof="0" dirty="0">
                <a:ln>
                  <a:noFill/>
                </a:ln>
                <a:solidFill>
                  <a:srgbClr val="000000"/>
                </a:solidFill>
                <a:effectLst/>
                <a:uLnTx/>
                <a:uFillTx/>
                <a:latin typeface="Arial"/>
                <a:ea typeface="ＭＳ Ｐゴシック"/>
                <a:cs typeface="+mn-cs"/>
              </a:rPr>
              <a:t>	</a:t>
            </a:r>
          </a:p>
          <a:p>
            <a:pPr marL="0" marR="0" lvl="0" indent="0" algn="l" defTabSz="912813" rtl="0" eaLnBrk="0" fontAlgn="base" latinLnBrk="0" hangingPunct="0">
              <a:lnSpc>
                <a:spcPct val="150000"/>
              </a:lnSpc>
              <a:spcBef>
                <a:spcPct val="0"/>
              </a:spcBef>
              <a:spcAft>
                <a:spcPct val="0"/>
              </a:spcAft>
              <a:buClr>
                <a:srgbClr val="002960"/>
              </a:buClr>
              <a:buSzTx/>
              <a:buFontTx/>
              <a:buNone/>
              <a:tabLst>
                <a:tab pos="2686050" algn="r"/>
                <a:tab pos="3486150" algn="r"/>
                <a:tab pos="5086350" algn="r"/>
                <a:tab pos="6743700" algn="r"/>
              </a:tabLst>
              <a:defRPr/>
            </a:pPr>
            <a:r>
              <a:rPr kumimoji="0" lang="en-US" b="0" i="0" u="none" strike="noStrike" kern="0" cap="none" spc="0" normalizeH="0" baseline="0" noProof="0" dirty="0">
                <a:ln>
                  <a:noFill/>
                </a:ln>
                <a:solidFill>
                  <a:srgbClr val="000000"/>
                </a:solidFill>
                <a:effectLst/>
                <a:uLnTx/>
                <a:uFillTx/>
                <a:latin typeface="Arial"/>
                <a:ea typeface="ＭＳ Ｐゴシック"/>
                <a:cs typeface="+mn-cs"/>
              </a:rPr>
              <a:t>Stall pipeline	2		3	3	</a:t>
            </a:r>
          </a:p>
          <a:p>
            <a:pPr marL="0" marR="0" lvl="0" indent="0" algn="l" defTabSz="912813" rtl="0" eaLnBrk="0" fontAlgn="base" latinLnBrk="0" hangingPunct="0">
              <a:lnSpc>
                <a:spcPct val="150000"/>
              </a:lnSpc>
              <a:spcBef>
                <a:spcPct val="0"/>
              </a:spcBef>
              <a:spcAft>
                <a:spcPct val="0"/>
              </a:spcAft>
              <a:buClr>
                <a:srgbClr val="002960"/>
              </a:buClr>
              <a:buSzTx/>
              <a:buFontTx/>
              <a:buNone/>
              <a:tabLst>
                <a:tab pos="2686050" algn="r"/>
                <a:tab pos="3486150" algn="r"/>
                <a:tab pos="5086350" algn="r"/>
                <a:tab pos="6743700" algn="r"/>
              </a:tabLst>
              <a:defRPr/>
            </a:pPr>
            <a:r>
              <a:rPr kumimoji="0" lang="en-US" b="0" i="0" u="none" strike="noStrike" kern="0" cap="none" spc="0" normalizeH="0" baseline="0" noProof="0" dirty="0">
                <a:ln>
                  <a:noFill/>
                </a:ln>
                <a:solidFill>
                  <a:srgbClr val="000000"/>
                </a:solidFill>
                <a:effectLst/>
                <a:uLnTx/>
                <a:uFillTx/>
                <a:latin typeface="Arial"/>
                <a:ea typeface="ＭＳ Ｐゴシック"/>
                <a:cs typeface="+mn-cs"/>
              </a:rPr>
              <a:t>Predict taken	2		3	2	</a:t>
            </a:r>
          </a:p>
          <a:p>
            <a:pPr marL="0" marR="0" lvl="0" indent="0" algn="l" defTabSz="912813" rtl="0" eaLnBrk="0" fontAlgn="base" latinLnBrk="0" hangingPunct="0">
              <a:lnSpc>
                <a:spcPct val="150000"/>
              </a:lnSpc>
              <a:spcBef>
                <a:spcPct val="0"/>
              </a:spcBef>
              <a:spcAft>
                <a:spcPct val="0"/>
              </a:spcAft>
              <a:buClr>
                <a:srgbClr val="002960"/>
              </a:buClr>
              <a:buSzTx/>
              <a:buFontTx/>
              <a:buNone/>
              <a:tabLst>
                <a:tab pos="2686050" algn="r"/>
                <a:tab pos="3486150" algn="r"/>
                <a:tab pos="5086350" algn="r"/>
                <a:tab pos="6743700" algn="r"/>
              </a:tabLst>
              <a:defRPr/>
            </a:pPr>
            <a:r>
              <a:rPr kumimoji="0" lang="en-US" b="0" i="0" u="none" strike="noStrike" kern="0" cap="none" spc="0" normalizeH="0" baseline="0" noProof="0" dirty="0">
                <a:ln>
                  <a:noFill/>
                </a:ln>
                <a:solidFill>
                  <a:srgbClr val="000000"/>
                </a:solidFill>
                <a:effectLst/>
                <a:uLnTx/>
                <a:uFillTx/>
                <a:latin typeface="Arial"/>
                <a:ea typeface="ＭＳ Ｐゴシック"/>
                <a:cs typeface="+mn-cs"/>
              </a:rPr>
              <a:t>Predict not taken	2		0	3	</a:t>
            </a:r>
          </a:p>
          <a:p>
            <a:pPr marL="0" marR="0" lvl="0" indent="0" algn="l" defTabSz="912813" rtl="0" eaLnBrk="0" fontAlgn="base" latinLnBrk="0" hangingPunct="0">
              <a:lnSpc>
                <a:spcPct val="150000"/>
              </a:lnSpc>
              <a:spcBef>
                <a:spcPct val="0"/>
              </a:spcBef>
              <a:spcAft>
                <a:spcPct val="0"/>
              </a:spcAft>
              <a:buClr>
                <a:srgbClr val="002960"/>
              </a:buClr>
              <a:buSzTx/>
              <a:buFontTx/>
              <a:buNone/>
              <a:tabLst>
                <a:tab pos="2686050" algn="r"/>
                <a:tab pos="3486150" algn="r"/>
                <a:tab pos="5086350" algn="r"/>
                <a:tab pos="6743700" algn="r"/>
              </a:tabLst>
              <a:defRPr/>
            </a:pPr>
            <a:r>
              <a:rPr kumimoji="0" lang="en-US" b="0" i="1" u="none" strike="noStrike" kern="0" cap="none" spc="0" normalizeH="0" baseline="0" noProof="0" dirty="0">
                <a:ln>
                  <a:noFill/>
                </a:ln>
                <a:solidFill>
                  <a:srgbClr val="000000"/>
                </a:solidFill>
                <a:effectLst/>
                <a:uLnTx/>
                <a:uFillTx/>
                <a:latin typeface="Arial"/>
                <a:ea typeface="ＭＳ Ｐゴシック"/>
                <a:cs typeface="+mn-cs"/>
              </a:rPr>
              <a:t>Scheduling	</a:t>
            </a:r>
            <a:r>
              <a:rPr kumimoji="0" lang="en-US" b="0" i="1" u="none" strike="noStrike" kern="0" cap="none" spc="0" normalizeH="0" baseline="0" noProof="0" dirty="0" err="1">
                <a:ln>
                  <a:noFill/>
                </a:ln>
                <a:solidFill>
                  <a:srgbClr val="000000"/>
                </a:solidFill>
                <a:effectLst/>
                <a:uLnTx/>
                <a:uFillTx/>
                <a:latin typeface="Arial"/>
                <a:ea typeface="ＭＳ Ｐゴシック"/>
                <a:cs typeface="+mn-cs"/>
              </a:rPr>
              <a:t>Uncond</a:t>
            </a:r>
            <a:r>
              <a:rPr kumimoji="0" lang="en-US" b="0" i="1" u="none" strike="noStrike" kern="0" cap="none" spc="0" normalizeH="0" baseline="0" noProof="0" dirty="0">
                <a:ln>
                  <a:noFill/>
                </a:ln>
                <a:solidFill>
                  <a:srgbClr val="000000"/>
                </a:solidFill>
                <a:effectLst/>
                <a:uLnTx/>
                <a:uFillTx/>
                <a:latin typeface="Arial"/>
                <a:ea typeface="ＭＳ Ｐゴシック"/>
                <a:cs typeface="+mn-cs"/>
              </a:rPr>
              <a:t>	    Untaken	            Taken              All branches</a:t>
            </a:r>
          </a:p>
          <a:p>
            <a:pPr marL="0" marR="0" lvl="0" indent="0" algn="l" defTabSz="912813" rtl="0" eaLnBrk="0" fontAlgn="base" latinLnBrk="0" hangingPunct="0">
              <a:lnSpc>
                <a:spcPct val="150000"/>
              </a:lnSpc>
              <a:spcBef>
                <a:spcPct val="0"/>
              </a:spcBef>
              <a:spcAft>
                <a:spcPct val="0"/>
              </a:spcAft>
              <a:buClr>
                <a:srgbClr val="002960"/>
              </a:buClr>
              <a:buSzTx/>
              <a:buFontTx/>
              <a:buNone/>
              <a:tabLst>
                <a:tab pos="2686050" algn="r"/>
                <a:tab pos="3486150" algn="r"/>
                <a:tab pos="5086350" algn="r"/>
                <a:tab pos="6743700" algn="r"/>
              </a:tabLst>
              <a:defRPr/>
            </a:pPr>
            <a:r>
              <a:rPr kumimoji="0" lang="en-US" b="0" i="1" u="none" strike="noStrike" kern="0" cap="none" spc="0" normalizeH="0" baseline="0" noProof="0" dirty="0">
                <a:ln>
                  <a:noFill/>
                </a:ln>
                <a:solidFill>
                  <a:srgbClr val="000000"/>
                </a:solidFill>
                <a:effectLst/>
                <a:uLnTx/>
                <a:uFillTx/>
                <a:latin typeface="Arial"/>
                <a:ea typeface="ＭＳ Ｐゴシック"/>
                <a:cs typeface="+mn-cs"/>
              </a:rPr>
              <a:t> scheme	 branches  	  branches	           branches</a:t>
            </a:r>
            <a:r>
              <a:rPr kumimoji="0" lang="en-US" b="0" i="0" u="none" strike="noStrike" kern="0" cap="none" spc="0" normalizeH="0" baseline="0" noProof="0" dirty="0">
                <a:ln>
                  <a:noFill/>
                </a:ln>
                <a:solidFill>
                  <a:srgbClr val="000000"/>
                </a:solidFill>
                <a:effectLst/>
                <a:uLnTx/>
                <a:uFillTx/>
                <a:latin typeface="Arial"/>
                <a:ea typeface="ＭＳ Ｐゴシック"/>
                <a:cs typeface="+mn-cs"/>
              </a:rPr>
              <a:t>	</a:t>
            </a:r>
          </a:p>
          <a:p>
            <a:pPr marL="0" marR="0" lvl="0" indent="0" algn="l" defTabSz="912813" rtl="0" eaLnBrk="0" fontAlgn="base" latinLnBrk="0" hangingPunct="0">
              <a:lnSpc>
                <a:spcPct val="150000"/>
              </a:lnSpc>
              <a:spcBef>
                <a:spcPct val="0"/>
              </a:spcBef>
              <a:spcAft>
                <a:spcPct val="0"/>
              </a:spcAft>
              <a:buClr>
                <a:srgbClr val="002960"/>
              </a:buClr>
              <a:buSzTx/>
              <a:buFontTx/>
              <a:buNone/>
              <a:tabLst>
                <a:tab pos="2686050" algn="r"/>
                <a:tab pos="3486150" algn="r"/>
                <a:tab pos="5086350" algn="r"/>
                <a:tab pos="6743700" algn="r"/>
              </a:tabLst>
              <a:defRPr/>
            </a:pPr>
            <a:r>
              <a:rPr kumimoji="0" lang="en-US" b="0" i="0" u="none" strike="noStrike" kern="0" cap="none" spc="0" normalizeH="0" baseline="0" noProof="0" dirty="0">
                <a:ln>
                  <a:noFill/>
                </a:ln>
                <a:solidFill>
                  <a:srgbClr val="000000"/>
                </a:solidFill>
                <a:effectLst/>
                <a:uLnTx/>
                <a:uFillTx/>
                <a:latin typeface="Arial"/>
                <a:ea typeface="ＭＳ Ｐゴシック"/>
                <a:cs typeface="+mn-cs"/>
              </a:rPr>
              <a:t>                                      4%            6%                      10%                    20%</a:t>
            </a:r>
          </a:p>
          <a:p>
            <a:pPr marL="0" marR="0" lvl="0" indent="0" algn="l" defTabSz="912813" rtl="0" eaLnBrk="0" fontAlgn="base" latinLnBrk="0" hangingPunct="0">
              <a:lnSpc>
                <a:spcPct val="150000"/>
              </a:lnSpc>
              <a:spcBef>
                <a:spcPct val="0"/>
              </a:spcBef>
              <a:spcAft>
                <a:spcPct val="0"/>
              </a:spcAft>
              <a:buClr>
                <a:srgbClr val="002960"/>
              </a:buClr>
              <a:buSzTx/>
              <a:buFontTx/>
              <a:buNone/>
              <a:tabLst>
                <a:tab pos="2686050" algn="r"/>
                <a:tab pos="3486150" algn="r"/>
                <a:tab pos="5086350" algn="r"/>
                <a:tab pos="6743700" algn="r"/>
              </a:tabLst>
              <a:defRPr/>
            </a:pPr>
            <a:r>
              <a:rPr kumimoji="0" lang="en-US" b="0" i="0" u="none" strike="noStrike" kern="0" cap="none" spc="0" normalizeH="0" baseline="0" noProof="0" dirty="0">
                <a:ln>
                  <a:noFill/>
                </a:ln>
                <a:solidFill>
                  <a:srgbClr val="000000"/>
                </a:solidFill>
                <a:effectLst/>
                <a:uLnTx/>
                <a:uFillTx/>
                <a:latin typeface="Arial"/>
                <a:ea typeface="ＭＳ Ｐゴシック"/>
                <a:cs typeface="+mn-cs"/>
              </a:rPr>
              <a:t>Stall pipeline	0.08	        0.18	0.3	0.56</a:t>
            </a:r>
          </a:p>
          <a:p>
            <a:pPr marL="0" marR="0" lvl="0" indent="0" algn="l" defTabSz="912813" rtl="0" eaLnBrk="0" fontAlgn="base" latinLnBrk="0" hangingPunct="0">
              <a:lnSpc>
                <a:spcPct val="150000"/>
              </a:lnSpc>
              <a:spcBef>
                <a:spcPct val="0"/>
              </a:spcBef>
              <a:spcAft>
                <a:spcPct val="0"/>
              </a:spcAft>
              <a:buClr>
                <a:srgbClr val="002960"/>
              </a:buClr>
              <a:buSzTx/>
              <a:buFontTx/>
              <a:buNone/>
              <a:tabLst>
                <a:tab pos="2686050" algn="r"/>
                <a:tab pos="3486150" algn="r"/>
                <a:tab pos="5086350" algn="r"/>
                <a:tab pos="6743700" algn="r"/>
              </a:tabLst>
              <a:defRPr/>
            </a:pPr>
            <a:r>
              <a:rPr kumimoji="0" lang="en-US" b="0" i="0" u="none" strike="noStrike" kern="0" cap="none" spc="0" normalizeH="0" baseline="0" noProof="0" dirty="0">
                <a:ln>
                  <a:noFill/>
                </a:ln>
                <a:solidFill>
                  <a:srgbClr val="000000"/>
                </a:solidFill>
                <a:effectLst/>
                <a:uLnTx/>
                <a:uFillTx/>
                <a:latin typeface="Arial"/>
                <a:ea typeface="ＭＳ Ｐゴシック"/>
                <a:cs typeface="+mn-cs"/>
              </a:rPr>
              <a:t>Predict taken	0.08	        0.18	0.2	0.46</a:t>
            </a:r>
          </a:p>
          <a:p>
            <a:pPr marL="0" marR="0" lvl="0" indent="0" algn="l" defTabSz="912813" rtl="0" eaLnBrk="0" fontAlgn="base" latinLnBrk="0" hangingPunct="0">
              <a:lnSpc>
                <a:spcPct val="150000"/>
              </a:lnSpc>
              <a:spcBef>
                <a:spcPct val="0"/>
              </a:spcBef>
              <a:spcAft>
                <a:spcPct val="0"/>
              </a:spcAft>
              <a:buClr>
                <a:srgbClr val="002960"/>
              </a:buClr>
              <a:buSzTx/>
              <a:buFontTx/>
              <a:buNone/>
              <a:tabLst>
                <a:tab pos="2686050" algn="r"/>
                <a:tab pos="3486150" algn="r"/>
                <a:tab pos="5086350" algn="r"/>
                <a:tab pos="6743700" algn="r"/>
              </a:tabLst>
              <a:defRPr/>
            </a:pPr>
            <a:r>
              <a:rPr kumimoji="0" lang="en-US" b="0" i="0" u="none" strike="noStrike" kern="0" cap="none" spc="0" normalizeH="0" baseline="0" noProof="0" dirty="0">
                <a:ln>
                  <a:noFill/>
                </a:ln>
                <a:solidFill>
                  <a:srgbClr val="000000"/>
                </a:solidFill>
                <a:effectLst/>
                <a:uLnTx/>
                <a:uFillTx/>
                <a:latin typeface="Arial"/>
                <a:ea typeface="ＭＳ Ｐゴシック"/>
                <a:cs typeface="+mn-cs"/>
              </a:rPr>
              <a:t>Predict not taken	0.08	        0.00	0.3	0.38</a:t>
            </a:r>
          </a:p>
          <a:p>
            <a:pPr marL="0" marR="0" lvl="0" indent="0" algn="l" defTabSz="912813" rtl="0" eaLnBrk="0" fontAlgn="base" latinLnBrk="0" hangingPunct="0">
              <a:lnSpc>
                <a:spcPct val="150000"/>
              </a:lnSpc>
              <a:spcBef>
                <a:spcPct val="0"/>
              </a:spcBef>
              <a:spcAft>
                <a:spcPct val="0"/>
              </a:spcAft>
              <a:buClr>
                <a:srgbClr val="002960"/>
              </a:buClr>
              <a:buSzTx/>
              <a:buFontTx/>
              <a:buNone/>
              <a:tabLst>
                <a:tab pos="2686050" algn="r"/>
                <a:tab pos="3486150" algn="r"/>
                <a:tab pos="5086350" algn="r"/>
                <a:tab pos="6743700" algn="r"/>
              </a:tabLst>
              <a:defRPr/>
            </a:pPr>
            <a:endParaRPr kumimoji="0" lang="en-US" b="0" i="0" u="none" strike="noStrike" kern="0" cap="none" spc="0" normalizeH="0" baseline="0" noProof="0" dirty="0">
              <a:ln>
                <a:noFill/>
              </a:ln>
              <a:solidFill>
                <a:srgbClr val="000000"/>
              </a:solidFill>
              <a:effectLst/>
              <a:uLnTx/>
              <a:uFillTx/>
              <a:latin typeface="Arial"/>
              <a:ea typeface="ＭＳ Ｐゴシック"/>
              <a:cs typeface="+mn-cs"/>
            </a:endParaRPr>
          </a:p>
        </p:txBody>
      </p:sp>
    </p:spTree>
    <p:extLst>
      <p:ext uri="{BB962C8B-B14F-4D97-AF65-F5344CB8AC3E}">
        <p14:creationId xmlns:p14="http://schemas.microsoft.com/office/powerpoint/2010/main" val="77501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11" end="11"/>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3C69B-97D7-4190-AD38-7D2035EB9D50}"/>
              </a:ext>
            </a:extLst>
          </p:cNvPr>
          <p:cNvSpPr>
            <a:spLocks noGrp="1"/>
          </p:cNvSpPr>
          <p:nvPr>
            <p:ph type="title"/>
          </p:nvPr>
        </p:nvSpPr>
        <p:spPr/>
        <p:txBody>
          <a:bodyPr/>
          <a:lstStyle/>
          <a:p>
            <a:r>
              <a:rPr lang="en-GB" sz="2400" b="0" dirty="0"/>
              <a:t>CPU With Systems Bus</a:t>
            </a:r>
            <a:endParaRPr lang="en-IN" sz="2400" b="0" dirty="0"/>
          </a:p>
        </p:txBody>
      </p:sp>
      <p:pic>
        <p:nvPicPr>
          <p:cNvPr id="3" name="Picture 4">
            <a:extLst>
              <a:ext uri="{FF2B5EF4-FFF2-40B4-BE49-F238E27FC236}">
                <a16:creationId xmlns:a16="http://schemas.microsoft.com/office/drawing/2014/main" id="{9C5BB704-5063-4284-80F7-771C46619DDA}"/>
              </a:ext>
            </a:extLst>
          </p:cNvPr>
          <p:cNvPicPr>
            <a:picLocks noChangeAspect="1" noChangeArrowheads="1"/>
          </p:cNvPicPr>
          <p:nvPr/>
        </p:nvPicPr>
        <p:blipFill>
          <a:blip r:embed="rId2"/>
          <a:srcRect l="12105" t="25034" r="12105" b="23949"/>
          <a:stretch>
            <a:fillRect/>
          </a:stretch>
        </p:blipFill>
        <p:spPr bwMode="auto">
          <a:xfrm>
            <a:off x="0" y="1196752"/>
            <a:ext cx="5542912" cy="4824536"/>
          </a:xfrm>
          <a:prstGeom prst="rect">
            <a:avLst/>
          </a:prstGeom>
          <a:noFill/>
          <a:ln w="9525">
            <a:noFill/>
            <a:miter lim="800000"/>
            <a:headEnd/>
            <a:tailEnd/>
          </a:ln>
          <a:effectLst/>
        </p:spPr>
      </p:pic>
      <p:sp>
        <p:nvSpPr>
          <p:cNvPr id="4" name="Rectangle 3">
            <a:extLst>
              <a:ext uri="{FF2B5EF4-FFF2-40B4-BE49-F238E27FC236}">
                <a16:creationId xmlns:a16="http://schemas.microsoft.com/office/drawing/2014/main" id="{7468B0B8-44D0-4CC0-A6BE-67AD40838D2C}"/>
              </a:ext>
            </a:extLst>
          </p:cNvPr>
          <p:cNvSpPr/>
          <p:nvPr/>
        </p:nvSpPr>
        <p:spPr>
          <a:xfrm>
            <a:off x="5508104" y="980728"/>
            <a:ext cx="3528392" cy="2534027"/>
          </a:xfrm>
          <a:prstGeom prst="rect">
            <a:avLst/>
          </a:prstGeom>
        </p:spPr>
        <p:txBody>
          <a:bodyPr wrap="square">
            <a:spAutoFit/>
          </a:bodyPr>
          <a:lstStyle/>
          <a:p>
            <a:pPr marL="285750" indent="-285750">
              <a:lnSpc>
                <a:spcPct val="150000"/>
              </a:lnSpc>
              <a:buFont typeface="Wingdings" panose="05000000000000000000" pitchFamily="2" charset="2"/>
              <a:buChar char="q"/>
            </a:pPr>
            <a:r>
              <a:rPr lang="en-US" dirty="0"/>
              <a:t>major components : arithmetic and logic unit (ALU) and a control unit (CU)</a:t>
            </a:r>
          </a:p>
          <a:p>
            <a:pPr marL="285750" indent="-285750">
              <a:lnSpc>
                <a:spcPct val="150000"/>
              </a:lnSpc>
              <a:buFont typeface="Wingdings" panose="05000000000000000000" pitchFamily="2" charset="2"/>
              <a:buChar char="q"/>
            </a:pPr>
            <a:r>
              <a:rPr lang="en-US" dirty="0"/>
              <a:t> a minimal internal memory, consisting of a set of storage locations, called registers.</a:t>
            </a:r>
            <a:endParaRPr lang="en-IN" dirty="0"/>
          </a:p>
        </p:txBody>
      </p:sp>
    </p:spTree>
    <p:extLst>
      <p:ext uri="{BB962C8B-B14F-4D97-AF65-F5344CB8AC3E}">
        <p14:creationId xmlns:p14="http://schemas.microsoft.com/office/powerpoint/2010/main" val="20161201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8CB85-282B-43A1-8079-76CC7AC8CAE3}"/>
              </a:ext>
            </a:extLst>
          </p:cNvPr>
          <p:cNvSpPr>
            <a:spLocks noGrp="1"/>
          </p:cNvSpPr>
          <p:nvPr>
            <p:ph type="title"/>
          </p:nvPr>
        </p:nvSpPr>
        <p:spPr/>
        <p:txBody>
          <a:bodyPr/>
          <a:lstStyle/>
          <a:p>
            <a:r>
              <a:rPr lang="en-GB" sz="2400" b="0" dirty="0"/>
              <a:t>CPU Internal Structure</a:t>
            </a:r>
            <a:endParaRPr lang="en-IN" sz="2400" b="0" dirty="0"/>
          </a:p>
        </p:txBody>
      </p:sp>
      <p:pic>
        <p:nvPicPr>
          <p:cNvPr id="3" name="Picture 4">
            <a:extLst>
              <a:ext uri="{FF2B5EF4-FFF2-40B4-BE49-F238E27FC236}">
                <a16:creationId xmlns:a16="http://schemas.microsoft.com/office/drawing/2014/main" id="{08BE6F96-5D8C-4001-BC2F-E3AFE40D5E40}"/>
              </a:ext>
            </a:extLst>
          </p:cNvPr>
          <p:cNvPicPr>
            <a:picLocks noChangeAspect="1" noChangeArrowheads="1"/>
          </p:cNvPicPr>
          <p:nvPr/>
        </p:nvPicPr>
        <p:blipFill>
          <a:blip r:embed="rId2"/>
          <a:srcRect l="12009" t="6415" r="12009" b="12039"/>
          <a:stretch>
            <a:fillRect/>
          </a:stretch>
        </p:blipFill>
        <p:spPr bwMode="auto">
          <a:xfrm>
            <a:off x="0" y="1196752"/>
            <a:ext cx="5580112" cy="4907434"/>
          </a:xfrm>
          <a:prstGeom prst="rect">
            <a:avLst/>
          </a:prstGeom>
          <a:noFill/>
          <a:ln w="9525">
            <a:noFill/>
            <a:miter lim="800000"/>
            <a:headEnd/>
            <a:tailEnd/>
          </a:ln>
          <a:effectLst/>
        </p:spPr>
      </p:pic>
      <p:sp>
        <p:nvSpPr>
          <p:cNvPr id="4" name="Rectangle 3">
            <a:extLst>
              <a:ext uri="{FF2B5EF4-FFF2-40B4-BE49-F238E27FC236}">
                <a16:creationId xmlns:a16="http://schemas.microsoft.com/office/drawing/2014/main" id="{7EE1687F-6462-4927-AE1C-37C6694E395D}"/>
              </a:ext>
            </a:extLst>
          </p:cNvPr>
          <p:cNvSpPr/>
          <p:nvPr/>
        </p:nvSpPr>
        <p:spPr>
          <a:xfrm>
            <a:off x="5580112" y="857250"/>
            <a:ext cx="3441649" cy="5027017"/>
          </a:xfrm>
          <a:prstGeom prst="rect">
            <a:avLst/>
          </a:prstGeom>
        </p:spPr>
        <p:txBody>
          <a:bodyPr wrap="square">
            <a:spAutoFit/>
          </a:bodyPr>
          <a:lstStyle/>
          <a:p>
            <a:pPr marL="285750" indent="-285750">
              <a:lnSpc>
                <a:spcPct val="150000"/>
              </a:lnSpc>
              <a:buFont typeface="Wingdings" panose="05000000000000000000" pitchFamily="2" charset="2"/>
              <a:buChar char="q"/>
            </a:pPr>
            <a:r>
              <a:rPr lang="en-US" dirty="0"/>
              <a:t>similarity between the internal structure of the computer as a whole and the internal structure of the processor.</a:t>
            </a:r>
          </a:p>
          <a:p>
            <a:pPr marL="285750" indent="-285750">
              <a:lnSpc>
                <a:spcPct val="150000"/>
              </a:lnSpc>
              <a:buFont typeface="Wingdings" panose="05000000000000000000" pitchFamily="2" charset="2"/>
              <a:buChar char="q"/>
            </a:pPr>
            <a:r>
              <a:rPr lang="en-US" dirty="0"/>
              <a:t> In both cases, there is a small collection of major elements (</a:t>
            </a:r>
            <a:r>
              <a:rPr lang="en-US" b="1" dirty="0"/>
              <a:t>computer</a:t>
            </a:r>
            <a:r>
              <a:rPr lang="en-US" dirty="0"/>
              <a:t>: processor, I/O, memory; </a:t>
            </a:r>
            <a:r>
              <a:rPr lang="en-US" b="1" dirty="0"/>
              <a:t>processor</a:t>
            </a:r>
            <a:r>
              <a:rPr lang="en-US" dirty="0"/>
              <a:t>: control unit, ALU, registers) connected by data paths.</a:t>
            </a:r>
            <a:endParaRPr lang="en-IN" dirty="0"/>
          </a:p>
        </p:txBody>
      </p:sp>
    </p:spTree>
    <p:extLst>
      <p:ext uri="{BB962C8B-B14F-4D97-AF65-F5344CB8AC3E}">
        <p14:creationId xmlns:p14="http://schemas.microsoft.com/office/powerpoint/2010/main" val="389210058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8CB85-282B-43A1-8079-76CC7AC8CAE3}"/>
              </a:ext>
            </a:extLst>
          </p:cNvPr>
          <p:cNvSpPr>
            <a:spLocks noGrp="1"/>
          </p:cNvSpPr>
          <p:nvPr>
            <p:ph type="title"/>
          </p:nvPr>
        </p:nvSpPr>
        <p:spPr/>
        <p:txBody>
          <a:bodyPr/>
          <a:lstStyle/>
          <a:p>
            <a:r>
              <a:rPr lang="en-US" sz="2400" b="0" dirty="0"/>
              <a:t>Registers</a:t>
            </a:r>
            <a:endParaRPr lang="en-IN" sz="2400" b="0" dirty="0"/>
          </a:p>
        </p:txBody>
      </p:sp>
      <p:sp>
        <p:nvSpPr>
          <p:cNvPr id="3" name="Rectangle 5">
            <a:extLst>
              <a:ext uri="{FF2B5EF4-FFF2-40B4-BE49-F238E27FC236}">
                <a16:creationId xmlns:a16="http://schemas.microsoft.com/office/drawing/2014/main" id="{DED1A124-0294-4EC5-98C5-D1DD24EC6EEB}"/>
              </a:ext>
            </a:extLst>
          </p:cNvPr>
          <p:cNvSpPr txBox="1">
            <a:spLocks noChangeArrowheads="1"/>
          </p:cNvSpPr>
          <p:nvPr/>
        </p:nvSpPr>
        <p:spPr>
          <a:xfrm>
            <a:off x="122238" y="1066800"/>
            <a:ext cx="8914258" cy="5638800"/>
          </a:xfrm>
          <a:prstGeom prst="rect">
            <a:avLst/>
          </a:prstGeom>
          <a:noFill/>
          <a:ln/>
        </p:spPr>
        <p:txBody>
          <a:bodyPr lIns="90488" tIns="44450" rIns="90488" bIns="44450"/>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285750" indent="-285750">
              <a:lnSpc>
                <a:spcPct val="150000"/>
              </a:lnSpc>
              <a:buFont typeface="Wingdings" panose="05000000000000000000" pitchFamily="2" charset="2"/>
              <a:buChar char="q"/>
            </a:pPr>
            <a:r>
              <a:rPr lang="en-US" sz="2000" kern="0" dirty="0"/>
              <a:t>CPU must have some working space (temporary storage)</a:t>
            </a:r>
          </a:p>
          <a:p>
            <a:pPr marL="285750" indent="-285750">
              <a:lnSpc>
                <a:spcPct val="150000"/>
              </a:lnSpc>
              <a:buFont typeface="Wingdings" panose="05000000000000000000" pitchFamily="2" charset="2"/>
              <a:buChar char="q"/>
            </a:pPr>
            <a:r>
              <a:rPr lang="en-US" sz="2000" kern="0" dirty="0"/>
              <a:t> Called registers</a:t>
            </a:r>
          </a:p>
          <a:p>
            <a:pPr marL="285750" indent="-285750">
              <a:lnSpc>
                <a:spcPct val="150000"/>
              </a:lnSpc>
              <a:buFont typeface="Wingdings" panose="05000000000000000000" pitchFamily="2" charset="2"/>
              <a:buChar char="q"/>
            </a:pPr>
            <a:r>
              <a:rPr lang="en-US" sz="2000" kern="0" dirty="0"/>
              <a:t> Number and function vary between processor designs</a:t>
            </a:r>
          </a:p>
          <a:p>
            <a:pPr marL="285750" indent="-285750">
              <a:lnSpc>
                <a:spcPct val="150000"/>
              </a:lnSpc>
              <a:buFont typeface="Wingdings" panose="05000000000000000000" pitchFamily="2" charset="2"/>
              <a:buChar char="q"/>
            </a:pPr>
            <a:r>
              <a:rPr lang="en-US" sz="2000" kern="0" dirty="0"/>
              <a:t> One of the major design decisions</a:t>
            </a:r>
          </a:p>
          <a:p>
            <a:pPr marL="285750" indent="-285750">
              <a:lnSpc>
                <a:spcPct val="150000"/>
              </a:lnSpc>
              <a:buFont typeface="Wingdings" panose="05000000000000000000" pitchFamily="2" charset="2"/>
              <a:buChar char="q"/>
            </a:pPr>
            <a:r>
              <a:rPr lang="en-US" sz="2000" kern="0" dirty="0"/>
              <a:t> Top level of memory hierarchy</a:t>
            </a:r>
          </a:p>
          <a:p>
            <a:pPr marL="285750" indent="-285750">
              <a:lnSpc>
                <a:spcPct val="150000"/>
              </a:lnSpc>
              <a:buFont typeface="Wingdings" panose="05000000000000000000" pitchFamily="2" charset="2"/>
              <a:buChar char="q"/>
            </a:pPr>
            <a:r>
              <a:rPr lang="en-US" sz="2000" kern="0" dirty="0"/>
              <a:t> </a:t>
            </a:r>
            <a:r>
              <a:rPr lang="en-US" sz="2000" dirty="0"/>
              <a:t>The registers in the processor perform two roles</a:t>
            </a:r>
            <a:endParaRPr lang="en-US" sz="2000" kern="0" dirty="0"/>
          </a:p>
        </p:txBody>
      </p:sp>
      <p:graphicFrame>
        <p:nvGraphicFramePr>
          <p:cNvPr id="4" name="Table 3">
            <a:extLst>
              <a:ext uri="{FF2B5EF4-FFF2-40B4-BE49-F238E27FC236}">
                <a16:creationId xmlns:a16="http://schemas.microsoft.com/office/drawing/2014/main" id="{A7173EDC-0903-4B04-B56C-578F50586CF9}"/>
              </a:ext>
            </a:extLst>
          </p:cNvPr>
          <p:cNvGraphicFramePr>
            <a:graphicFrameLocks noGrp="1"/>
          </p:cNvGraphicFramePr>
          <p:nvPr>
            <p:extLst>
              <p:ext uri="{D42A27DB-BD31-4B8C-83A1-F6EECF244321}">
                <p14:modId xmlns:p14="http://schemas.microsoft.com/office/powerpoint/2010/main" val="3540709477"/>
              </p:ext>
            </p:extLst>
          </p:nvPr>
        </p:nvGraphicFramePr>
        <p:xfrm>
          <a:off x="323528" y="4292312"/>
          <a:ext cx="8568952" cy="1584960"/>
        </p:xfrm>
        <a:graphic>
          <a:graphicData uri="http://schemas.openxmlformats.org/drawingml/2006/table">
            <a:tbl>
              <a:tblPr firstRow="1" bandRow="1">
                <a:tableStyleId>{5C22544A-7EE6-4342-B048-85BDC9FD1C3A}</a:tableStyleId>
              </a:tblPr>
              <a:tblGrid>
                <a:gridCol w="3737198">
                  <a:extLst>
                    <a:ext uri="{9D8B030D-6E8A-4147-A177-3AD203B41FA5}">
                      <a16:colId xmlns:a16="http://schemas.microsoft.com/office/drawing/2014/main" val="85316609"/>
                    </a:ext>
                  </a:extLst>
                </a:gridCol>
                <a:gridCol w="4831754">
                  <a:extLst>
                    <a:ext uri="{9D8B030D-6E8A-4147-A177-3AD203B41FA5}">
                      <a16:colId xmlns:a16="http://schemas.microsoft.com/office/drawing/2014/main" val="1614090650"/>
                    </a:ext>
                  </a:extLst>
                </a:gridCol>
              </a:tblGrid>
              <a:tr h="370840">
                <a:tc>
                  <a:txBody>
                    <a:bodyPr/>
                    <a:lstStyle/>
                    <a:p>
                      <a:pPr algn="ctr"/>
                      <a:r>
                        <a:rPr lang="en-IN" sz="2000" dirty="0">
                          <a:solidFill>
                            <a:srgbClr val="FF0000"/>
                          </a:solidFill>
                        </a:rPr>
                        <a:t>User-Visible Registers</a:t>
                      </a:r>
                    </a:p>
                  </a:txBody>
                  <a:tcPr/>
                </a:tc>
                <a:tc>
                  <a:txBody>
                    <a:bodyPr/>
                    <a:lstStyle/>
                    <a:p>
                      <a:pPr algn="ctr"/>
                      <a:r>
                        <a:rPr lang="en-IN" sz="2000" dirty="0">
                          <a:solidFill>
                            <a:srgbClr val="FF0000"/>
                          </a:solidFill>
                        </a:rPr>
                        <a:t>Control and Status Registers</a:t>
                      </a:r>
                    </a:p>
                  </a:txBody>
                  <a:tcPr/>
                </a:tc>
                <a:extLst>
                  <a:ext uri="{0D108BD9-81ED-4DB2-BD59-A6C34878D82A}">
                    <a16:rowId xmlns:a16="http://schemas.microsoft.com/office/drawing/2014/main" val="3406392939"/>
                  </a:ext>
                </a:extLst>
              </a:tr>
              <a:tr h="370840">
                <a:tc>
                  <a:txBody>
                    <a:bodyPr/>
                    <a:lstStyle/>
                    <a:p>
                      <a:pPr algn="l"/>
                      <a:r>
                        <a:rPr lang="en-US" sz="1800" dirty="0">
                          <a:solidFill>
                            <a:srgbClr val="7030A0"/>
                          </a:solidFill>
                        </a:rPr>
                        <a:t>Enable the machine or assembly language programmer to minimize main memory references by optimizing use of registers </a:t>
                      </a:r>
                      <a:endParaRPr lang="en-IN" sz="1800" dirty="0">
                        <a:solidFill>
                          <a:srgbClr val="7030A0"/>
                        </a:solidFill>
                      </a:endParaRPr>
                    </a:p>
                  </a:txBody>
                  <a:tcPr/>
                </a:tc>
                <a:tc>
                  <a:txBody>
                    <a:bodyPr/>
                    <a:lstStyle/>
                    <a:p>
                      <a:pPr algn="ctr"/>
                      <a:r>
                        <a:rPr lang="en-US" sz="1800" dirty="0">
                          <a:solidFill>
                            <a:srgbClr val="7030A0"/>
                          </a:solidFill>
                        </a:rPr>
                        <a:t>Used by the control unit to control the operation of the processor and by privileged operating system programs to control the execution of programs </a:t>
                      </a:r>
                      <a:endParaRPr lang="en-IN" sz="1800" dirty="0">
                        <a:solidFill>
                          <a:srgbClr val="7030A0"/>
                        </a:solidFill>
                      </a:endParaRPr>
                    </a:p>
                  </a:txBody>
                  <a:tcPr/>
                </a:tc>
                <a:extLst>
                  <a:ext uri="{0D108BD9-81ED-4DB2-BD59-A6C34878D82A}">
                    <a16:rowId xmlns:a16="http://schemas.microsoft.com/office/drawing/2014/main" val="1278971133"/>
                  </a:ext>
                </a:extLst>
              </a:tr>
            </a:tbl>
          </a:graphicData>
        </a:graphic>
      </p:graphicFrame>
    </p:spTree>
    <p:extLst>
      <p:ext uri="{BB962C8B-B14F-4D97-AF65-F5344CB8AC3E}">
        <p14:creationId xmlns:p14="http://schemas.microsoft.com/office/powerpoint/2010/main" val="39919178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8CB85-282B-43A1-8079-76CC7AC8CAE3}"/>
              </a:ext>
            </a:extLst>
          </p:cNvPr>
          <p:cNvSpPr>
            <a:spLocks noGrp="1"/>
          </p:cNvSpPr>
          <p:nvPr>
            <p:ph type="title"/>
          </p:nvPr>
        </p:nvSpPr>
        <p:spPr/>
        <p:txBody>
          <a:bodyPr/>
          <a:lstStyle/>
          <a:p>
            <a:r>
              <a:rPr lang="en-IN" sz="2400" dirty="0"/>
              <a:t>User-Visible Registers </a:t>
            </a:r>
            <a:endParaRPr lang="en-IN" sz="2400" b="0" dirty="0"/>
          </a:p>
        </p:txBody>
      </p:sp>
      <p:sp>
        <p:nvSpPr>
          <p:cNvPr id="4" name="TextBox 3">
            <a:extLst>
              <a:ext uri="{FF2B5EF4-FFF2-40B4-BE49-F238E27FC236}">
                <a16:creationId xmlns:a16="http://schemas.microsoft.com/office/drawing/2014/main" id="{AEE4EF53-A5F0-41F3-B3DF-477B322384AA}"/>
              </a:ext>
            </a:extLst>
          </p:cNvPr>
          <p:cNvSpPr txBox="1"/>
          <p:nvPr/>
        </p:nvSpPr>
        <p:spPr>
          <a:xfrm>
            <a:off x="17625" y="1916832"/>
            <a:ext cx="2808312" cy="1200329"/>
          </a:xfrm>
          <a:prstGeom prst="rect">
            <a:avLst/>
          </a:prstGeom>
          <a:solidFill>
            <a:srgbClr val="FFFF00"/>
          </a:solidFill>
        </p:spPr>
        <p:txBody>
          <a:bodyPr wrap="square" rtlCol="0">
            <a:spAutoFit/>
          </a:bodyPr>
          <a:lstStyle/>
          <a:p>
            <a:r>
              <a:rPr lang="en-US" dirty="0"/>
              <a:t>Referenced by means of the machine language that the processor executes</a:t>
            </a:r>
            <a:endParaRPr lang="en-IN" dirty="0"/>
          </a:p>
        </p:txBody>
      </p:sp>
      <p:sp>
        <p:nvSpPr>
          <p:cNvPr id="6" name="TextBox 5">
            <a:extLst>
              <a:ext uri="{FF2B5EF4-FFF2-40B4-BE49-F238E27FC236}">
                <a16:creationId xmlns:a16="http://schemas.microsoft.com/office/drawing/2014/main" id="{420B0B80-6C02-446E-B01B-8A88414DEA61}"/>
              </a:ext>
            </a:extLst>
          </p:cNvPr>
          <p:cNvSpPr txBox="1"/>
          <p:nvPr/>
        </p:nvSpPr>
        <p:spPr>
          <a:xfrm>
            <a:off x="3059832" y="1289596"/>
            <a:ext cx="5961183" cy="4478662"/>
          </a:xfrm>
          <a:prstGeom prst="rect">
            <a:avLst/>
          </a:prstGeom>
          <a:solidFill>
            <a:schemeClr val="tx2">
              <a:lumMod val="10000"/>
              <a:lumOff val="90000"/>
            </a:schemeClr>
          </a:solidFill>
        </p:spPr>
        <p:txBody>
          <a:bodyPr wrap="square" rtlCol="0">
            <a:spAutoFit/>
          </a:bodyPr>
          <a:lstStyle/>
          <a:p>
            <a:pPr marL="285750" indent="-285750">
              <a:lnSpc>
                <a:spcPct val="150000"/>
              </a:lnSpc>
              <a:buFont typeface="Wingdings" panose="05000000000000000000" pitchFamily="2" charset="2"/>
              <a:buChar char="q"/>
            </a:pPr>
            <a:r>
              <a:rPr lang="en-US" sz="1600" b="1" dirty="0"/>
              <a:t>General purpose </a:t>
            </a:r>
          </a:p>
          <a:p>
            <a:pPr marL="285750" indent="-285750">
              <a:lnSpc>
                <a:spcPct val="150000"/>
              </a:lnSpc>
              <a:buFont typeface="Wingdings" panose="05000000000000000000" pitchFamily="2" charset="2"/>
              <a:buChar char="ü"/>
            </a:pPr>
            <a:r>
              <a:rPr lang="en-US" sz="1600" dirty="0"/>
              <a:t>Can be assigned to a variety of functions by the programmer</a:t>
            </a:r>
          </a:p>
          <a:p>
            <a:pPr marL="285750" indent="-285750">
              <a:lnSpc>
                <a:spcPct val="150000"/>
              </a:lnSpc>
              <a:buFont typeface="Wingdings" panose="05000000000000000000" pitchFamily="2" charset="2"/>
              <a:buChar char="q"/>
            </a:pPr>
            <a:r>
              <a:rPr lang="en-US" sz="1600" dirty="0"/>
              <a:t>  </a:t>
            </a:r>
            <a:r>
              <a:rPr lang="en-US" sz="1600" b="1" dirty="0"/>
              <a:t>Data</a:t>
            </a:r>
            <a:r>
              <a:rPr lang="en-US" sz="1600" dirty="0"/>
              <a:t> </a:t>
            </a:r>
          </a:p>
          <a:p>
            <a:pPr marL="285750" indent="-285750">
              <a:lnSpc>
                <a:spcPct val="150000"/>
              </a:lnSpc>
              <a:buFont typeface="Wingdings" panose="05000000000000000000" pitchFamily="2" charset="2"/>
              <a:buChar char="ü"/>
            </a:pPr>
            <a:r>
              <a:rPr lang="en-US" sz="1600" dirty="0"/>
              <a:t>May be used only to hold data and cannot be employed in the calculation of an operand address </a:t>
            </a:r>
          </a:p>
          <a:p>
            <a:pPr marL="285750" indent="-285750">
              <a:lnSpc>
                <a:spcPct val="150000"/>
              </a:lnSpc>
              <a:buFont typeface="Wingdings" panose="05000000000000000000" pitchFamily="2" charset="2"/>
              <a:buChar char="q"/>
            </a:pPr>
            <a:r>
              <a:rPr lang="en-US" sz="1600" b="1" dirty="0"/>
              <a:t> Address </a:t>
            </a:r>
          </a:p>
          <a:p>
            <a:pPr marL="285750" indent="-285750">
              <a:lnSpc>
                <a:spcPct val="150000"/>
              </a:lnSpc>
              <a:buFont typeface="Wingdings" panose="05000000000000000000" pitchFamily="2" charset="2"/>
              <a:buChar char="ü"/>
            </a:pPr>
            <a:r>
              <a:rPr lang="en-US" sz="1600" b="1" dirty="0"/>
              <a:t> </a:t>
            </a:r>
            <a:r>
              <a:rPr lang="en-US" sz="1600" dirty="0"/>
              <a:t> May be somewhat general purpose or may be devoted to a particular addressing mode</a:t>
            </a:r>
          </a:p>
          <a:p>
            <a:pPr marL="285750" indent="-285750">
              <a:lnSpc>
                <a:spcPct val="150000"/>
              </a:lnSpc>
              <a:buFont typeface="Wingdings" panose="05000000000000000000" pitchFamily="2" charset="2"/>
              <a:buChar char="ü"/>
            </a:pPr>
            <a:r>
              <a:rPr lang="en-US" sz="1600" dirty="0"/>
              <a:t>  Examples: segment pointers, index registers, stack pointer </a:t>
            </a:r>
          </a:p>
          <a:p>
            <a:pPr marL="285750" indent="-285750">
              <a:lnSpc>
                <a:spcPct val="150000"/>
              </a:lnSpc>
              <a:buFont typeface="Wingdings" panose="05000000000000000000" pitchFamily="2" charset="2"/>
              <a:buChar char="q"/>
            </a:pPr>
            <a:r>
              <a:rPr lang="en-US" sz="1600" dirty="0"/>
              <a:t>Condition codes</a:t>
            </a:r>
          </a:p>
          <a:p>
            <a:pPr marL="285750" indent="-285750">
              <a:lnSpc>
                <a:spcPct val="150000"/>
              </a:lnSpc>
              <a:buFont typeface="Wingdings" panose="05000000000000000000" pitchFamily="2" charset="2"/>
              <a:buChar char="ü"/>
            </a:pPr>
            <a:r>
              <a:rPr lang="en-US" sz="1600" dirty="0"/>
              <a:t>  Also referred to as flags </a:t>
            </a:r>
          </a:p>
          <a:p>
            <a:pPr marL="285750" indent="-285750">
              <a:lnSpc>
                <a:spcPct val="150000"/>
              </a:lnSpc>
              <a:buFont typeface="Wingdings" panose="05000000000000000000" pitchFamily="2" charset="2"/>
              <a:buChar char="ü"/>
            </a:pPr>
            <a:r>
              <a:rPr lang="en-US" sz="1600" dirty="0"/>
              <a:t> Bits set by the processor hardware as the result of operation</a:t>
            </a:r>
            <a:endParaRPr lang="en-IN" sz="1600" dirty="0"/>
          </a:p>
        </p:txBody>
      </p:sp>
      <p:sp>
        <p:nvSpPr>
          <p:cNvPr id="7" name="TextBox 6">
            <a:extLst>
              <a:ext uri="{FF2B5EF4-FFF2-40B4-BE49-F238E27FC236}">
                <a16:creationId xmlns:a16="http://schemas.microsoft.com/office/drawing/2014/main" id="{CC030579-298C-423F-8210-77FF21DB56A5}"/>
              </a:ext>
            </a:extLst>
          </p:cNvPr>
          <p:cNvSpPr txBox="1"/>
          <p:nvPr/>
        </p:nvSpPr>
        <p:spPr>
          <a:xfrm>
            <a:off x="5076056" y="857250"/>
            <a:ext cx="2808312" cy="400110"/>
          </a:xfrm>
          <a:prstGeom prst="rect">
            <a:avLst/>
          </a:prstGeom>
          <a:solidFill>
            <a:schemeClr val="accent1">
              <a:lumMod val="60000"/>
              <a:lumOff val="40000"/>
            </a:schemeClr>
          </a:solidFill>
        </p:spPr>
        <p:txBody>
          <a:bodyPr wrap="square" rtlCol="0">
            <a:spAutoFit/>
          </a:bodyPr>
          <a:lstStyle/>
          <a:p>
            <a:pPr algn="ctr"/>
            <a:r>
              <a:rPr lang="en-IN" sz="2000" b="1">
                <a:solidFill>
                  <a:srgbClr val="FF0000"/>
                </a:solidFill>
              </a:rPr>
              <a:t>Categories:</a:t>
            </a:r>
            <a:endParaRPr lang="en-IN" sz="2000" b="1" dirty="0">
              <a:solidFill>
                <a:srgbClr val="FF0000"/>
              </a:solidFill>
            </a:endParaRPr>
          </a:p>
        </p:txBody>
      </p:sp>
      <p:cxnSp>
        <p:nvCxnSpPr>
          <p:cNvPr id="11" name="Connector: Elbow 10">
            <a:extLst>
              <a:ext uri="{FF2B5EF4-FFF2-40B4-BE49-F238E27FC236}">
                <a16:creationId xmlns:a16="http://schemas.microsoft.com/office/drawing/2014/main" id="{1EF7EB9E-F8E1-48B6-91D2-F792A934FA04}"/>
              </a:ext>
            </a:extLst>
          </p:cNvPr>
          <p:cNvCxnSpPr/>
          <p:nvPr/>
        </p:nvCxnSpPr>
        <p:spPr>
          <a:xfrm rot="5400000" flipH="1" flipV="1">
            <a:off x="683568" y="3117161"/>
            <a:ext cx="12700" cy="12700"/>
          </a:xfrm>
          <a:prstGeom prst="bentConnector3">
            <a:avLst>
              <a:gd name="adj1" fmla="val 1800000"/>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15799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2617C-BB1F-4E74-AE4F-2E1571817681}"/>
              </a:ext>
            </a:extLst>
          </p:cNvPr>
          <p:cNvSpPr>
            <a:spLocks noGrp="1"/>
          </p:cNvSpPr>
          <p:nvPr>
            <p:ph type="title"/>
          </p:nvPr>
        </p:nvSpPr>
        <p:spPr/>
        <p:txBody>
          <a:bodyPr/>
          <a:lstStyle/>
          <a:p>
            <a:r>
              <a:rPr lang="en-IN" sz="2400" b="0" dirty="0"/>
              <a:t>User-Visible Registers</a:t>
            </a:r>
          </a:p>
        </p:txBody>
      </p:sp>
      <p:sp>
        <p:nvSpPr>
          <p:cNvPr id="3" name="Rectangle 2">
            <a:extLst>
              <a:ext uri="{FF2B5EF4-FFF2-40B4-BE49-F238E27FC236}">
                <a16:creationId xmlns:a16="http://schemas.microsoft.com/office/drawing/2014/main" id="{D69479EA-D3B1-4828-8EA8-001DED5BBE2D}"/>
              </a:ext>
            </a:extLst>
          </p:cNvPr>
          <p:cNvSpPr/>
          <p:nvPr/>
        </p:nvSpPr>
        <p:spPr>
          <a:xfrm>
            <a:off x="197768" y="857250"/>
            <a:ext cx="8823994" cy="5575309"/>
          </a:xfrm>
          <a:prstGeom prst="rect">
            <a:avLst/>
          </a:prstGeom>
        </p:spPr>
        <p:txBody>
          <a:bodyPr wrap="square">
            <a:spAutoFit/>
          </a:bodyPr>
          <a:lstStyle/>
          <a:p>
            <a:pPr>
              <a:lnSpc>
                <a:spcPct val="150000"/>
              </a:lnSpc>
            </a:pPr>
            <a:r>
              <a:rPr lang="en-US" sz="2000" b="1" dirty="0"/>
              <a:t>General-purpose registers </a:t>
            </a:r>
            <a:r>
              <a:rPr lang="en-US" sz="2000" dirty="0"/>
              <a:t>can be assigned to a variety of functions by the programmer. Sometimes their use within the instruction set is orthogonal to the operation. That is, any general-purpose register can contain the operand for any opcode. This provides true general-purpose register use. Often, however, there are restrictions. For example, there may be dedicated registers for floating-point and stack operations.</a:t>
            </a:r>
          </a:p>
          <a:p>
            <a:pPr>
              <a:lnSpc>
                <a:spcPct val="150000"/>
              </a:lnSpc>
            </a:pPr>
            <a:endParaRPr lang="en-US" sz="2000" dirty="0"/>
          </a:p>
          <a:p>
            <a:pPr>
              <a:lnSpc>
                <a:spcPct val="150000"/>
              </a:lnSpc>
            </a:pPr>
            <a:r>
              <a:rPr lang="en-US" sz="2000" dirty="0"/>
              <a:t>In some cases, general-purpose registers can be used for addressing functions (e.g., register indirect, displacement). In other cases, there is a partial or clean separation between data registers and address registers. Data registers may be used only to hold data and cannot be employed in the calculation of an operand address.</a:t>
            </a:r>
            <a:endParaRPr lang="en-IN" sz="2000" dirty="0"/>
          </a:p>
        </p:txBody>
      </p:sp>
    </p:spTree>
    <p:extLst>
      <p:ext uri="{BB962C8B-B14F-4D97-AF65-F5344CB8AC3E}">
        <p14:creationId xmlns:p14="http://schemas.microsoft.com/office/powerpoint/2010/main" val="286347260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2617C-BB1F-4E74-AE4F-2E1571817681}"/>
              </a:ext>
            </a:extLst>
          </p:cNvPr>
          <p:cNvSpPr>
            <a:spLocks noGrp="1"/>
          </p:cNvSpPr>
          <p:nvPr>
            <p:ph type="title"/>
          </p:nvPr>
        </p:nvSpPr>
        <p:spPr/>
        <p:txBody>
          <a:bodyPr/>
          <a:lstStyle/>
          <a:p>
            <a:r>
              <a:rPr lang="en-IN" sz="2400" b="0" dirty="0"/>
              <a:t>User-Visible Registers</a:t>
            </a:r>
          </a:p>
        </p:txBody>
      </p:sp>
      <p:sp>
        <p:nvSpPr>
          <p:cNvPr id="3" name="Rectangle 2">
            <a:extLst>
              <a:ext uri="{FF2B5EF4-FFF2-40B4-BE49-F238E27FC236}">
                <a16:creationId xmlns:a16="http://schemas.microsoft.com/office/drawing/2014/main" id="{04E4646F-E7EE-4A1E-A09B-2E72BD225828}"/>
              </a:ext>
            </a:extLst>
          </p:cNvPr>
          <p:cNvSpPr/>
          <p:nvPr/>
        </p:nvSpPr>
        <p:spPr>
          <a:xfrm>
            <a:off x="35496" y="915685"/>
            <a:ext cx="9001000" cy="5027017"/>
          </a:xfrm>
          <a:prstGeom prst="rect">
            <a:avLst/>
          </a:prstGeom>
        </p:spPr>
        <p:txBody>
          <a:bodyPr wrap="square">
            <a:spAutoFit/>
          </a:bodyPr>
          <a:lstStyle/>
          <a:p>
            <a:pPr marL="285750" indent="-285750">
              <a:lnSpc>
                <a:spcPct val="150000"/>
              </a:lnSpc>
              <a:buFont typeface="Wingdings" panose="05000000000000000000" pitchFamily="2" charset="2"/>
              <a:buChar char="q"/>
            </a:pPr>
            <a:r>
              <a:rPr lang="en-US" b="1" dirty="0"/>
              <a:t>Address registers </a:t>
            </a:r>
            <a:r>
              <a:rPr lang="en-US" dirty="0"/>
              <a:t>may themselves be somewhat general purpose, or they may be devoted to a particular addressing mode. Examples include the following:</a:t>
            </a:r>
          </a:p>
          <a:p>
            <a:pPr marL="742950" lvl="1" indent="-285750">
              <a:lnSpc>
                <a:spcPct val="150000"/>
              </a:lnSpc>
              <a:buFont typeface="Wingdings" panose="05000000000000000000" pitchFamily="2" charset="2"/>
              <a:buChar char="ü"/>
            </a:pPr>
            <a:r>
              <a:rPr lang="en-US" dirty="0"/>
              <a:t>  </a:t>
            </a:r>
            <a:r>
              <a:rPr lang="en-US" b="1" dirty="0"/>
              <a:t>Segment pointers</a:t>
            </a:r>
            <a:r>
              <a:rPr lang="en-US" dirty="0"/>
              <a:t>: In a machine with segmented addressing , a segment register holds the address of the base of the segment. There may be multiple registers: for example, one for the operating system and one for the current process. </a:t>
            </a:r>
          </a:p>
          <a:p>
            <a:pPr marL="742950" lvl="1" indent="-285750">
              <a:lnSpc>
                <a:spcPct val="150000"/>
              </a:lnSpc>
              <a:buFont typeface="Wingdings" panose="05000000000000000000" pitchFamily="2" charset="2"/>
              <a:buChar char="ü"/>
            </a:pPr>
            <a:r>
              <a:rPr lang="en-US" dirty="0"/>
              <a:t> </a:t>
            </a:r>
            <a:r>
              <a:rPr lang="en-US" b="1" dirty="0"/>
              <a:t>Index registers</a:t>
            </a:r>
            <a:r>
              <a:rPr lang="en-US" dirty="0"/>
              <a:t>: These are used for indexed addressing and may be </a:t>
            </a:r>
          </a:p>
          <a:p>
            <a:pPr lvl="1">
              <a:lnSpc>
                <a:spcPct val="150000"/>
              </a:lnSpc>
            </a:pPr>
            <a:r>
              <a:rPr lang="en-US" dirty="0"/>
              <a:t>      auto-indexed.</a:t>
            </a:r>
          </a:p>
          <a:p>
            <a:pPr marL="742950" lvl="1" indent="-285750">
              <a:lnSpc>
                <a:spcPct val="150000"/>
              </a:lnSpc>
              <a:buFont typeface="Wingdings" panose="05000000000000000000" pitchFamily="2" charset="2"/>
              <a:buChar char="ü"/>
            </a:pPr>
            <a:r>
              <a:rPr lang="en-US" dirty="0"/>
              <a:t> </a:t>
            </a:r>
            <a:r>
              <a:rPr lang="en-US" b="1" dirty="0"/>
              <a:t>Stack pointer</a:t>
            </a:r>
            <a:r>
              <a:rPr lang="en-US" dirty="0"/>
              <a:t>: If there is user-visible stack addressing, then typically there is a dedicated register that points to the top of the stack. This allows implicit ad- dressing; that is, push, pop, and other stack instructions need not contain an explicit stack operand. </a:t>
            </a:r>
            <a:endParaRPr lang="en-IN" dirty="0"/>
          </a:p>
        </p:txBody>
      </p:sp>
    </p:spTree>
    <p:extLst>
      <p:ext uri="{BB962C8B-B14F-4D97-AF65-F5344CB8AC3E}">
        <p14:creationId xmlns:p14="http://schemas.microsoft.com/office/powerpoint/2010/main" val="375493087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2617C-BB1F-4E74-AE4F-2E1571817681}"/>
              </a:ext>
            </a:extLst>
          </p:cNvPr>
          <p:cNvSpPr>
            <a:spLocks noGrp="1"/>
          </p:cNvSpPr>
          <p:nvPr>
            <p:ph type="title"/>
          </p:nvPr>
        </p:nvSpPr>
        <p:spPr/>
        <p:txBody>
          <a:bodyPr/>
          <a:lstStyle/>
          <a:p>
            <a:r>
              <a:rPr lang="en-IN" sz="2400" b="0" dirty="0"/>
              <a:t>User-Visible Registers</a:t>
            </a:r>
          </a:p>
        </p:txBody>
      </p:sp>
      <p:sp>
        <p:nvSpPr>
          <p:cNvPr id="3" name="Rectangle 2">
            <a:extLst>
              <a:ext uri="{FF2B5EF4-FFF2-40B4-BE49-F238E27FC236}">
                <a16:creationId xmlns:a16="http://schemas.microsoft.com/office/drawing/2014/main" id="{6B48492E-7518-4796-B3B1-8767809BD2FD}"/>
              </a:ext>
            </a:extLst>
          </p:cNvPr>
          <p:cNvSpPr/>
          <p:nvPr/>
        </p:nvSpPr>
        <p:spPr>
          <a:xfrm>
            <a:off x="122238" y="692696"/>
            <a:ext cx="8914258" cy="6729471"/>
          </a:xfrm>
          <a:prstGeom prst="rect">
            <a:avLst/>
          </a:prstGeom>
        </p:spPr>
        <p:txBody>
          <a:bodyPr wrap="square">
            <a:spAutoFit/>
          </a:bodyPr>
          <a:lstStyle/>
          <a:p>
            <a:pPr marL="285750" indent="-285750">
              <a:lnSpc>
                <a:spcPct val="150000"/>
              </a:lnSpc>
              <a:buFont typeface="Wingdings" panose="05000000000000000000" pitchFamily="2" charset="2"/>
              <a:buChar char="q"/>
            </a:pPr>
            <a:r>
              <a:rPr lang="en-US" sz="2000" dirty="0"/>
              <a:t>There are several design issues</a:t>
            </a:r>
          </a:p>
          <a:p>
            <a:pPr marL="742950" lvl="1" indent="-285750">
              <a:lnSpc>
                <a:spcPct val="150000"/>
              </a:lnSpc>
              <a:buFont typeface="Wingdings" panose="05000000000000000000" pitchFamily="2" charset="2"/>
              <a:buChar char="ü"/>
            </a:pPr>
            <a:r>
              <a:rPr lang="en-IN" sz="2000" dirty="0"/>
              <a:t>whether to use</a:t>
            </a:r>
            <a:r>
              <a:rPr lang="en-US" sz="2000" dirty="0"/>
              <a:t> completely general-purpose registers or to specialize their use</a:t>
            </a:r>
          </a:p>
          <a:p>
            <a:pPr marL="1200150" lvl="2" indent="-285750">
              <a:lnSpc>
                <a:spcPct val="150000"/>
              </a:lnSpc>
              <a:buFont typeface="Wingdings" panose="05000000000000000000" pitchFamily="2" charset="2"/>
              <a:buChar char="Ø"/>
            </a:pPr>
            <a:r>
              <a:rPr lang="en-US" sz="2000" dirty="0"/>
              <a:t> this specialization limits the programmer’s flexibility.</a:t>
            </a:r>
          </a:p>
          <a:p>
            <a:pPr marL="742950" lvl="1" indent="-285750">
              <a:lnSpc>
                <a:spcPct val="150000"/>
              </a:lnSpc>
              <a:buFont typeface="Wingdings" panose="05000000000000000000" pitchFamily="2" charset="2"/>
              <a:buChar char="ü"/>
            </a:pPr>
            <a:r>
              <a:rPr lang="en-US" sz="2000" dirty="0"/>
              <a:t> Another design issue is the number of registers</a:t>
            </a:r>
          </a:p>
          <a:p>
            <a:pPr marL="1200150" lvl="2" indent="-285750">
              <a:lnSpc>
                <a:spcPct val="150000"/>
              </a:lnSpc>
              <a:buFont typeface="Wingdings" panose="05000000000000000000" pitchFamily="2" charset="2"/>
              <a:buChar char="Ø"/>
            </a:pPr>
            <a:r>
              <a:rPr lang="en-US" sz="2000" dirty="0"/>
              <a:t> </a:t>
            </a:r>
            <a:r>
              <a:rPr lang="en-IN" sz="2000" dirty="0"/>
              <a:t>affects instruction set design</a:t>
            </a:r>
          </a:p>
          <a:p>
            <a:pPr marL="742950" lvl="1" indent="-285750">
              <a:lnSpc>
                <a:spcPct val="150000"/>
              </a:lnSpc>
              <a:buFont typeface="Wingdings" panose="05000000000000000000" pitchFamily="2" charset="2"/>
              <a:buChar char="ü"/>
            </a:pPr>
            <a:r>
              <a:rPr lang="en-US" sz="2000" dirty="0"/>
              <a:t> </a:t>
            </a:r>
            <a:r>
              <a:rPr lang="en-IN" sz="2000" dirty="0"/>
              <a:t>issue of register length</a:t>
            </a:r>
          </a:p>
          <a:p>
            <a:pPr marL="1257300" lvl="2" indent="-342900">
              <a:lnSpc>
                <a:spcPct val="150000"/>
              </a:lnSpc>
              <a:buFont typeface="Wingdings" panose="05000000000000000000" pitchFamily="2" charset="2"/>
              <a:buChar char="Ø"/>
            </a:pPr>
            <a:r>
              <a:rPr lang="en-IN" sz="2000" dirty="0"/>
              <a:t> </a:t>
            </a:r>
            <a:r>
              <a:rPr lang="en-US" dirty="0"/>
              <a:t>Large enough to hold full address</a:t>
            </a:r>
          </a:p>
          <a:p>
            <a:pPr marL="1257300" lvl="2" indent="-342900">
              <a:lnSpc>
                <a:spcPct val="150000"/>
              </a:lnSpc>
              <a:buFont typeface="Wingdings" panose="05000000000000000000" pitchFamily="2" charset="2"/>
              <a:buChar char="Ø"/>
            </a:pPr>
            <a:r>
              <a:rPr lang="en-US" dirty="0"/>
              <a:t> Large enough to hold full word</a:t>
            </a:r>
          </a:p>
          <a:p>
            <a:pPr marL="1257300" lvl="2" indent="-342900">
              <a:lnSpc>
                <a:spcPct val="150000"/>
              </a:lnSpc>
              <a:buFont typeface="Wingdings" panose="05000000000000000000" pitchFamily="2" charset="2"/>
              <a:buChar char="Ø"/>
            </a:pPr>
            <a:r>
              <a:rPr lang="en-US" dirty="0"/>
              <a:t> Often possible to combine two data registers</a:t>
            </a:r>
          </a:p>
          <a:p>
            <a:pPr marL="1714500" lvl="3" indent="-342900">
              <a:lnSpc>
                <a:spcPct val="150000"/>
              </a:lnSpc>
              <a:buFont typeface="Wingdings" panose="05000000000000000000" pitchFamily="2" charset="2"/>
              <a:buChar char="Ø"/>
            </a:pPr>
            <a:r>
              <a:rPr lang="en-US" dirty="0"/>
              <a:t> C programming</a:t>
            </a:r>
          </a:p>
          <a:p>
            <a:pPr marL="1714500" lvl="3" indent="-342900">
              <a:lnSpc>
                <a:spcPct val="150000"/>
              </a:lnSpc>
              <a:buFont typeface="Wingdings" panose="05000000000000000000" pitchFamily="2" charset="2"/>
              <a:buChar char="Ø"/>
            </a:pPr>
            <a:r>
              <a:rPr lang="en-US" dirty="0"/>
              <a:t> double int a;</a:t>
            </a:r>
          </a:p>
          <a:p>
            <a:pPr marL="1714500" lvl="3" indent="-342900">
              <a:lnSpc>
                <a:spcPct val="150000"/>
              </a:lnSpc>
              <a:buFont typeface="Wingdings" panose="05000000000000000000" pitchFamily="2" charset="2"/>
              <a:buChar char="Ø"/>
            </a:pPr>
            <a:r>
              <a:rPr lang="en-US" dirty="0"/>
              <a:t> long int a;</a:t>
            </a:r>
          </a:p>
          <a:p>
            <a:pPr marL="742950" lvl="1" indent="-285750">
              <a:lnSpc>
                <a:spcPct val="150000"/>
              </a:lnSpc>
              <a:buFont typeface="Wingdings" panose="05000000000000000000" pitchFamily="2" charset="2"/>
              <a:buChar char="ü"/>
            </a:pPr>
            <a:endParaRPr lang="en-US" sz="2000" dirty="0"/>
          </a:p>
          <a:p>
            <a:pPr marL="285750" indent="-285750">
              <a:lnSpc>
                <a:spcPct val="150000"/>
              </a:lnSpc>
              <a:buFont typeface="Wingdings" panose="05000000000000000000" pitchFamily="2" charset="2"/>
              <a:buChar char="ü"/>
            </a:pPr>
            <a:endParaRPr lang="en-IN" sz="2000" dirty="0"/>
          </a:p>
        </p:txBody>
      </p:sp>
    </p:spTree>
    <p:extLst>
      <p:ext uri="{BB962C8B-B14F-4D97-AF65-F5344CB8AC3E}">
        <p14:creationId xmlns:p14="http://schemas.microsoft.com/office/powerpoint/2010/main" val="391396456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FB65F-C00A-44C8-8D23-AB201F8C870D}"/>
              </a:ext>
            </a:extLst>
          </p:cNvPr>
          <p:cNvSpPr>
            <a:spLocks noGrp="1"/>
          </p:cNvSpPr>
          <p:nvPr>
            <p:ph type="title"/>
          </p:nvPr>
        </p:nvSpPr>
        <p:spPr/>
        <p:txBody>
          <a:bodyPr/>
          <a:lstStyle/>
          <a:p>
            <a:r>
              <a:rPr lang="en-IN" sz="2400" b="0" dirty="0"/>
              <a:t>User-Visible Registers</a:t>
            </a:r>
            <a:endParaRPr lang="en-IN" sz="2400" dirty="0"/>
          </a:p>
        </p:txBody>
      </p:sp>
      <p:sp>
        <p:nvSpPr>
          <p:cNvPr id="3" name="Rectangle 2">
            <a:extLst>
              <a:ext uri="{FF2B5EF4-FFF2-40B4-BE49-F238E27FC236}">
                <a16:creationId xmlns:a16="http://schemas.microsoft.com/office/drawing/2014/main" id="{28A2C1ED-F6B5-448D-BE30-CE9CD11911BD}"/>
              </a:ext>
            </a:extLst>
          </p:cNvPr>
          <p:cNvSpPr/>
          <p:nvPr/>
        </p:nvSpPr>
        <p:spPr>
          <a:xfrm>
            <a:off x="122238" y="932475"/>
            <a:ext cx="8806246" cy="2118529"/>
          </a:xfrm>
          <a:prstGeom prst="rect">
            <a:avLst/>
          </a:prstGeom>
        </p:spPr>
        <p:txBody>
          <a:bodyPr wrap="square">
            <a:spAutoFit/>
          </a:bodyPr>
          <a:lstStyle/>
          <a:p>
            <a:pPr marL="285750" indent="-285750">
              <a:lnSpc>
                <a:spcPct val="150000"/>
              </a:lnSpc>
              <a:buFont typeface="Wingdings" panose="05000000000000000000" pitchFamily="2" charset="2"/>
              <a:buChar char="q"/>
            </a:pPr>
            <a:r>
              <a:rPr lang="en-US" dirty="0"/>
              <a:t>A final category of registers, which is at least partially visible to the user, holds condition codes (also referred to as flags)</a:t>
            </a:r>
          </a:p>
          <a:p>
            <a:pPr marL="285750" indent="-285750">
              <a:lnSpc>
                <a:spcPct val="150000"/>
              </a:lnSpc>
              <a:buFont typeface="Wingdings" panose="05000000000000000000" pitchFamily="2" charset="2"/>
              <a:buChar char="q"/>
            </a:pPr>
            <a:r>
              <a:rPr lang="en-US" dirty="0"/>
              <a:t> Condition code bits are collected into one or more registers. Usually, they form part of a control register. but the programmer cannot alter them. </a:t>
            </a:r>
          </a:p>
          <a:p>
            <a:pPr marL="285750" indent="-285750">
              <a:lnSpc>
                <a:spcPct val="150000"/>
              </a:lnSpc>
              <a:buFont typeface="Wingdings" panose="05000000000000000000" pitchFamily="2" charset="2"/>
              <a:buChar char="q"/>
            </a:pPr>
            <a:r>
              <a:rPr lang="en-IN" dirty="0"/>
              <a:t> </a:t>
            </a:r>
            <a:r>
              <a:rPr lang="en-IN" b="1" dirty="0"/>
              <a:t>Condition Codes</a:t>
            </a:r>
          </a:p>
        </p:txBody>
      </p:sp>
      <p:pic>
        <p:nvPicPr>
          <p:cNvPr id="4" name="Picture 3">
            <a:extLst>
              <a:ext uri="{FF2B5EF4-FFF2-40B4-BE49-F238E27FC236}">
                <a16:creationId xmlns:a16="http://schemas.microsoft.com/office/drawing/2014/main" id="{484A176A-EED6-4747-971E-C363E9BC7647}"/>
              </a:ext>
            </a:extLst>
          </p:cNvPr>
          <p:cNvPicPr>
            <a:picLocks noChangeAspect="1"/>
          </p:cNvPicPr>
          <p:nvPr/>
        </p:nvPicPr>
        <p:blipFill>
          <a:blip r:embed="rId2"/>
          <a:stretch>
            <a:fillRect/>
          </a:stretch>
        </p:blipFill>
        <p:spPr>
          <a:xfrm>
            <a:off x="827584" y="3144191"/>
            <a:ext cx="6408712" cy="3489053"/>
          </a:xfrm>
          <a:prstGeom prst="rect">
            <a:avLst/>
          </a:prstGeom>
        </p:spPr>
      </p:pic>
    </p:spTree>
    <p:extLst>
      <p:ext uri="{BB962C8B-B14F-4D97-AF65-F5344CB8AC3E}">
        <p14:creationId xmlns:p14="http://schemas.microsoft.com/office/powerpoint/2010/main" val="29465320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ECF1E-4944-43F0-81A3-4DB115156870}"/>
              </a:ext>
            </a:extLst>
          </p:cNvPr>
          <p:cNvSpPr>
            <a:spLocks noGrp="1"/>
          </p:cNvSpPr>
          <p:nvPr>
            <p:ph type="title"/>
          </p:nvPr>
        </p:nvSpPr>
        <p:spPr/>
        <p:txBody>
          <a:bodyPr/>
          <a:lstStyle/>
          <a:p>
            <a:r>
              <a:rPr lang="en-IN" sz="2400" b="0" dirty="0"/>
              <a:t>Control and Status Registers</a:t>
            </a:r>
          </a:p>
        </p:txBody>
      </p:sp>
      <p:sp>
        <p:nvSpPr>
          <p:cNvPr id="3" name="Rectangle 2">
            <a:extLst>
              <a:ext uri="{FF2B5EF4-FFF2-40B4-BE49-F238E27FC236}">
                <a16:creationId xmlns:a16="http://schemas.microsoft.com/office/drawing/2014/main" id="{E3F05309-99D2-44D0-AD40-111D7A6A57AF}"/>
              </a:ext>
            </a:extLst>
          </p:cNvPr>
          <p:cNvSpPr/>
          <p:nvPr/>
        </p:nvSpPr>
        <p:spPr>
          <a:xfrm>
            <a:off x="122238" y="1103010"/>
            <a:ext cx="8842250" cy="4651979"/>
          </a:xfrm>
          <a:prstGeom prst="rect">
            <a:avLst/>
          </a:prstGeom>
        </p:spPr>
        <p:txBody>
          <a:bodyPr wrap="square">
            <a:spAutoFit/>
          </a:bodyPr>
          <a:lstStyle/>
          <a:p>
            <a:pPr>
              <a:lnSpc>
                <a:spcPct val="150000"/>
              </a:lnSpc>
            </a:pPr>
            <a:r>
              <a:rPr lang="en-US" sz="2000" dirty="0"/>
              <a:t>Four registers are essential to instruction execution: </a:t>
            </a:r>
          </a:p>
          <a:p>
            <a:pPr>
              <a:lnSpc>
                <a:spcPct val="150000"/>
              </a:lnSpc>
            </a:pPr>
            <a:r>
              <a:rPr lang="en-US" sz="2000" dirty="0"/>
              <a:t> Program counter (PC) </a:t>
            </a:r>
          </a:p>
          <a:p>
            <a:pPr>
              <a:lnSpc>
                <a:spcPct val="150000"/>
              </a:lnSpc>
            </a:pPr>
            <a:r>
              <a:rPr lang="en-US" sz="2000" dirty="0"/>
              <a:t>	 Contains the address of an instruction to be fetched Instruction register (IR)</a:t>
            </a:r>
          </a:p>
          <a:p>
            <a:pPr>
              <a:lnSpc>
                <a:spcPct val="150000"/>
              </a:lnSpc>
            </a:pPr>
            <a:r>
              <a:rPr lang="en-US" sz="2000" dirty="0"/>
              <a:t>	  Contains the instruction most recently fetched </a:t>
            </a:r>
          </a:p>
          <a:p>
            <a:pPr>
              <a:lnSpc>
                <a:spcPct val="150000"/>
              </a:lnSpc>
            </a:pPr>
            <a:r>
              <a:rPr lang="en-US" sz="2000" dirty="0"/>
              <a:t>Memory address register (MAR) </a:t>
            </a:r>
          </a:p>
          <a:p>
            <a:pPr>
              <a:lnSpc>
                <a:spcPct val="150000"/>
              </a:lnSpc>
            </a:pPr>
            <a:r>
              <a:rPr lang="en-US" sz="2000" dirty="0"/>
              <a:t>	 Contains the address of a location in memory </a:t>
            </a:r>
          </a:p>
          <a:p>
            <a:pPr>
              <a:lnSpc>
                <a:spcPct val="150000"/>
              </a:lnSpc>
            </a:pPr>
            <a:r>
              <a:rPr lang="en-US" sz="2000" dirty="0"/>
              <a:t>Memory buffer register (MBR) </a:t>
            </a:r>
          </a:p>
          <a:p>
            <a:pPr>
              <a:lnSpc>
                <a:spcPct val="150000"/>
              </a:lnSpc>
            </a:pPr>
            <a:r>
              <a:rPr lang="en-US" sz="2000" dirty="0"/>
              <a:t>	 Contains a word of data to be written to memory or the word most 	recently read </a:t>
            </a:r>
            <a:endParaRPr lang="en-IN" sz="2000" dirty="0"/>
          </a:p>
        </p:txBody>
      </p:sp>
    </p:spTree>
    <p:extLst>
      <p:ext uri="{BB962C8B-B14F-4D97-AF65-F5344CB8AC3E}">
        <p14:creationId xmlns:p14="http://schemas.microsoft.com/office/powerpoint/2010/main" val="408589716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ECF1E-4944-43F0-81A3-4DB115156870}"/>
              </a:ext>
            </a:extLst>
          </p:cNvPr>
          <p:cNvSpPr>
            <a:spLocks noGrp="1"/>
          </p:cNvSpPr>
          <p:nvPr>
            <p:ph type="title"/>
          </p:nvPr>
        </p:nvSpPr>
        <p:spPr/>
        <p:txBody>
          <a:bodyPr/>
          <a:lstStyle/>
          <a:p>
            <a:r>
              <a:rPr lang="en-US" sz="2400" b="0" dirty="0"/>
              <a:t>Program Status Word</a:t>
            </a:r>
            <a:endParaRPr lang="en-IN" sz="2400" b="0" dirty="0"/>
          </a:p>
        </p:txBody>
      </p:sp>
      <p:sp>
        <p:nvSpPr>
          <p:cNvPr id="3" name="Rectangle 7">
            <a:extLst>
              <a:ext uri="{FF2B5EF4-FFF2-40B4-BE49-F238E27FC236}">
                <a16:creationId xmlns:a16="http://schemas.microsoft.com/office/drawing/2014/main" id="{EF58476A-D4A0-4E71-B9AD-D221A23C9223}"/>
              </a:ext>
            </a:extLst>
          </p:cNvPr>
          <p:cNvSpPr txBox="1">
            <a:spLocks noChangeArrowheads="1"/>
          </p:cNvSpPr>
          <p:nvPr/>
        </p:nvSpPr>
        <p:spPr>
          <a:xfrm>
            <a:off x="457200" y="106680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US" sz="2000" kern="0"/>
              <a:t>A set of bits</a:t>
            </a:r>
          </a:p>
          <a:p>
            <a:pPr>
              <a:lnSpc>
                <a:spcPct val="150000"/>
              </a:lnSpc>
            </a:pPr>
            <a:r>
              <a:rPr lang="en-US" sz="2000" kern="0"/>
              <a:t>Includes Condition Codes</a:t>
            </a:r>
          </a:p>
          <a:p>
            <a:pPr>
              <a:lnSpc>
                <a:spcPct val="150000"/>
              </a:lnSpc>
            </a:pPr>
            <a:r>
              <a:rPr lang="en-US" sz="2000" kern="0"/>
              <a:t>Sign of last result</a:t>
            </a:r>
          </a:p>
          <a:p>
            <a:pPr>
              <a:lnSpc>
                <a:spcPct val="150000"/>
              </a:lnSpc>
            </a:pPr>
            <a:r>
              <a:rPr lang="en-US" sz="2000" kern="0"/>
              <a:t>Zero</a:t>
            </a:r>
          </a:p>
          <a:p>
            <a:pPr>
              <a:lnSpc>
                <a:spcPct val="150000"/>
              </a:lnSpc>
            </a:pPr>
            <a:r>
              <a:rPr lang="en-US" sz="2000" kern="0"/>
              <a:t>Carry</a:t>
            </a:r>
          </a:p>
          <a:p>
            <a:pPr>
              <a:lnSpc>
                <a:spcPct val="150000"/>
              </a:lnSpc>
            </a:pPr>
            <a:r>
              <a:rPr lang="en-US" sz="2000" kern="0"/>
              <a:t>Equal</a:t>
            </a:r>
          </a:p>
          <a:p>
            <a:pPr>
              <a:lnSpc>
                <a:spcPct val="150000"/>
              </a:lnSpc>
            </a:pPr>
            <a:r>
              <a:rPr lang="en-US" sz="2000" kern="0"/>
              <a:t>Overflow</a:t>
            </a:r>
          </a:p>
          <a:p>
            <a:pPr>
              <a:lnSpc>
                <a:spcPct val="150000"/>
              </a:lnSpc>
            </a:pPr>
            <a:r>
              <a:rPr lang="en-US" sz="2000" kern="0"/>
              <a:t>Interrupt enable/disable</a:t>
            </a:r>
          </a:p>
          <a:p>
            <a:pPr>
              <a:lnSpc>
                <a:spcPct val="150000"/>
              </a:lnSpc>
            </a:pPr>
            <a:r>
              <a:rPr lang="en-US" sz="2000" kern="0"/>
              <a:t>Supervisor</a:t>
            </a:r>
            <a:endParaRPr lang="en-US" sz="2000" kern="0" dirty="0"/>
          </a:p>
        </p:txBody>
      </p:sp>
    </p:spTree>
    <p:extLst>
      <p:ext uri="{BB962C8B-B14F-4D97-AF65-F5344CB8AC3E}">
        <p14:creationId xmlns:p14="http://schemas.microsoft.com/office/powerpoint/2010/main" val="368983420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EA6E3-A180-43C1-821C-A5A5ECA8B30A}"/>
              </a:ext>
            </a:extLst>
          </p:cNvPr>
          <p:cNvSpPr>
            <a:spLocks noGrp="1"/>
          </p:cNvSpPr>
          <p:nvPr>
            <p:ph type="title"/>
          </p:nvPr>
        </p:nvSpPr>
        <p:spPr/>
        <p:txBody>
          <a:bodyPr/>
          <a:lstStyle/>
          <a:p>
            <a:r>
              <a:rPr lang="en-IN" sz="2800" b="0" dirty="0"/>
              <a:t>Program Status Word (PSW)</a:t>
            </a:r>
          </a:p>
        </p:txBody>
      </p:sp>
      <p:sp>
        <p:nvSpPr>
          <p:cNvPr id="3" name="Rectangle 2">
            <a:extLst>
              <a:ext uri="{FF2B5EF4-FFF2-40B4-BE49-F238E27FC236}">
                <a16:creationId xmlns:a16="http://schemas.microsoft.com/office/drawing/2014/main" id="{B83F298B-EAF9-4D08-83AE-B2F8ABFC1937}"/>
              </a:ext>
            </a:extLst>
          </p:cNvPr>
          <p:cNvSpPr/>
          <p:nvPr/>
        </p:nvSpPr>
        <p:spPr>
          <a:xfrm>
            <a:off x="122238" y="1028343"/>
            <a:ext cx="8698234" cy="6100388"/>
          </a:xfrm>
          <a:prstGeom prst="rect">
            <a:avLst/>
          </a:prstGeom>
        </p:spPr>
        <p:txBody>
          <a:bodyPr wrap="square">
            <a:spAutoFit/>
          </a:bodyPr>
          <a:lstStyle/>
          <a:p>
            <a:pPr marL="285750" indent="-285750">
              <a:lnSpc>
                <a:spcPct val="200000"/>
              </a:lnSpc>
              <a:buFont typeface="Wingdings" panose="05000000000000000000" pitchFamily="2" charset="2"/>
              <a:buChar char="q"/>
            </a:pPr>
            <a:r>
              <a:rPr lang="en-US" b="1" dirty="0"/>
              <a:t>Supervisor: </a:t>
            </a:r>
            <a:r>
              <a:rPr lang="en-US" dirty="0"/>
              <a:t>Indicates whether the processor is executing in supervisor or user mode. Certain privileged instructions can be executed only in supervisor mode, and certain areas of memory can be accessed only in supervisor mode.</a:t>
            </a:r>
          </a:p>
          <a:p>
            <a:pPr marL="285750" indent="-285750">
              <a:lnSpc>
                <a:spcPct val="200000"/>
              </a:lnSpc>
              <a:buFont typeface="Wingdings" panose="05000000000000000000" pitchFamily="2" charset="2"/>
              <a:buChar char="q"/>
            </a:pPr>
            <a:r>
              <a:rPr lang="en-US" dirty="0"/>
              <a:t>    Intel ring zero   Kernel mode</a:t>
            </a:r>
          </a:p>
          <a:p>
            <a:pPr marL="285750" indent="-285750">
              <a:lnSpc>
                <a:spcPct val="200000"/>
              </a:lnSpc>
              <a:buFont typeface="Wingdings" panose="05000000000000000000" pitchFamily="2" charset="2"/>
              <a:buChar char="q"/>
            </a:pPr>
            <a:r>
              <a:rPr lang="en-US" dirty="0"/>
              <a:t> </a:t>
            </a:r>
            <a:r>
              <a:rPr lang="en-US" b="1" dirty="0"/>
              <a:t>Other Registers</a:t>
            </a:r>
          </a:p>
          <a:p>
            <a:pPr marL="742950" lvl="1" indent="-285750">
              <a:lnSpc>
                <a:spcPct val="200000"/>
              </a:lnSpc>
              <a:buFont typeface="Wingdings" panose="05000000000000000000" pitchFamily="2" charset="2"/>
              <a:buChar char="ü"/>
            </a:pPr>
            <a:r>
              <a:rPr lang="en-US" dirty="0"/>
              <a:t>May have registers pointing to:</a:t>
            </a:r>
          </a:p>
          <a:p>
            <a:pPr lvl="1">
              <a:lnSpc>
                <a:spcPct val="200000"/>
              </a:lnSpc>
            </a:pPr>
            <a:r>
              <a:rPr lang="en-US" dirty="0"/>
              <a:t>Process control blocks (see O/S)</a:t>
            </a:r>
          </a:p>
          <a:p>
            <a:pPr lvl="1">
              <a:lnSpc>
                <a:spcPct val="200000"/>
              </a:lnSpc>
            </a:pPr>
            <a:r>
              <a:rPr lang="en-US" dirty="0"/>
              <a:t>Interrupt Vectors (see O/S)</a:t>
            </a:r>
          </a:p>
          <a:p>
            <a:pPr lvl="1">
              <a:lnSpc>
                <a:spcPct val="200000"/>
              </a:lnSpc>
            </a:pPr>
            <a:endParaRPr lang="en-US" dirty="0"/>
          </a:p>
          <a:p>
            <a:pPr lvl="1">
              <a:lnSpc>
                <a:spcPct val="200000"/>
              </a:lnSpc>
            </a:pPr>
            <a:endParaRPr lang="en-US" dirty="0"/>
          </a:p>
          <a:p>
            <a:pPr marL="285750" indent="-285750">
              <a:lnSpc>
                <a:spcPct val="200000"/>
              </a:lnSpc>
              <a:buFont typeface="Wingdings" panose="05000000000000000000" pitchFamily="2" charset="2"/>
              <a:buChar char="q"/>
            </a:pPr>
            <a:endParaRPr lang="en-IN" b="1" dirty="0"/>
          </a:p>
        </p:txBody>
      </p:sp>
    </p:spTree>
    <p:extLst>
      <p:ext uri="{BB962C8B-B14F-4D97-AF65-F5344CB8AC3E}">
        <p14:creationId xmlns:p14="http://schemas.microsoft.com/office/powerpoint/2010/main" val="46579539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34FB6-8788-4BDD-8930-DC01F6844758}"/>
              </a:ext>
            </a:extLst>
          </p:cNvPr>
          <p:cNvSpPr>
            <a:spLocks noGrp="1"/>
          </p:cNvSpPr>
          <p:nvPr>
            <p:ph type="title"/>
          </p:nvPr>
        </p:nvSpPr>
        <p:spPr/>
        <p:txBody>
          <a:bodyPr/>
          <a:lstStyle/>
          <a:p>
            <a:r>
              <a:rPr lang="en-US" dirty="0"/>
              <a:t>Example Register Organizations</a:t>
            </a:r>
            <a:endParaRPr lang="en-IN" dirty="0"/>
          </a:p>
        </p:txBody>
      </p:sp>
      <p:pic>
        <p:nvPicPr>
          <p:cNvPr id="3" name="Picture 4">
            <a:extLst>
              <a:ext uri="{FF2B5EF4-FFF2-40B4-BE49-F238E27FC236}">
                <a16:creationId xmlns:a16="http://schemas.microsoft.com/office/drawing/2014/main" id="{DD5550D1-F1B8-481C-958B-D37EBF447D1B}"/>
              </a:ext>
            </a:extLst>
          </p:cNvPr>
          <p:cNvPicPr>
            <a:picLocks noChangeAspect="1" noChangeArrowheads="1"/>
          </p:cNvPicPr>
          <p:nvPr/>
        </p:nvPicPr>
        <p:blipFill>
          <a:blip r:embed="rId2"/>
          <a:srcRect b="10448"/>
          <a:stretch>
            <a:fillRect/>
          </a:stretch>
        </p:blipFill>
        <p:spPr bwMode="auto">
          <a:xfrm>
            <a:off x="683568" y="1052736"/>
            <a:ext cx="7086600" cy="5030788"/>
          </a:xfrm>
          <a:prstGeom prst="rect">
            <a:avLst/>
          </a:prstGeom>
          <a:noFill/>
          <a:ln w="9525">
            <a:noFill/>
            <a:miter lim="800000"/>
            <a:headEnd/>
            <a:tailEnd/>
          </a:ln>
          <a:effectLst/>
        </p:spPr>
      </p:pic>
    </p:spTree>
    <p:extLst>
      <p:ext uri="{BB962C8B-B14F-4D97-AF65-F5344CB8AC3E}">
        <p14:creationId xmlns:p14="http://schemas.microsoft.com/office/powerpoint/2010/main" val="23172440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34FB6-8788-4BDD-8930-DC01F6844758}"/>
              </a:ext>
            </a:extLst>
          </p:cNvPr>
          <p:cNvSpPr>
            <a:spLocks noGrp="1"/>
          </p:cNvSpPr>
          <p:nvPr>
            <p:ph type="title"/>
          </p:nvPr>
        </p:nvSpPr>
        <p:spPr/>
        <p:txBody>
          <a:bodyPr/>
          <a:lstStyle/>
          <a:p>
            <a:r>
              <a:rPr lang="en-US" sz="2800" b="0" dirty="0"/>
              <a:t>Example Register Organizations</a:t>
            </a:r>
            <a:endParaRPr lang="en-IN" sz="2800" b="0" dirty="0"/>
          </a:p>
        </p:txBody>
      </p:sp>
      <p:sp>
        <p:nvSpPr>
          <p:cNvPr id="4" name="Rectangle 3">
            <a:extLst>
              <a:ext uri="{FF2B5EF4-FFF2-40B4-BE49-F238E27FC236}">
                <a16:creationId xmlns:a16="http://schemas.microsoft.com/office/drawing/2014/main" id="{7E9C04DA-7C23-45A7-8E31-3D97925988E7}"/>
              </a:ext>
            </a:extLst>
          </p:cNvPr>
          <p:cNvSpPr/>
          <p:nvPr/>
        </p:nvSpPr>
        <p:spPr>
          <a:xfrm>
            <a:off x="323528" y="1052736"/>
            <a:ext cx="7920880" cy="369332"/>
          </a:xfrm>
          <a:prstGeom prst="rect">
            <a:avLst/>
          </a:prstGeom>
        </p:spPr>
        <p:txBody>
          <a:bodyPr wrap="square">
            <a:spAutoFit/>
          </a:bodyPr>
          <a:lstStyle/>
          <a:p>
            <a:r>
              <a:rPr lang="en-US" dirty="0"/>
              <a:t>compare the register organization of comparable systems.</a:t>
            </a:r>
            <a:endParaRPr lang="en-IN" dirty="0"/>
          </a:p>
        </p:txBody>
      </p:sp>
      <p:sp>
        <p:nvSpPr>
          <p:cNvPr id="5" name="Rectangle 4">
            <a:extLst>
              <a:ext uri="{FF2B5EF4-FFF2-40B4-BE49-F238E27FC236}">
                <a16:creationId xmlns:a16="http://schemas.microsoft.com/office/drawing/2014/main" id="{1A070ED8-643B-4E33-88CD-485BD3FEFB15}"/>
              </a:ext>
            </a:extLst>
          </p:cNvPr>
          <p:cNvSpPr/>
          <p:nvPr/>
        </p:nvSpPr>
        <p:spPr>
          <a:xfrm>
            <a:off x="323528" y="1520686"/>
            <a:ext cx="8712968" cy="4611519"/>
          </a:xfrm>
          <a:prstGeom prst="rect">
            <a:avLst/>
          </a:prstGeom>
        </p:spPr>
        <p:txBody>
          <a:bodyPr wrap="square">
            <a:spAutoFit/>
          </a:bodyPr>
          <a:lstStyle/>
          <a:p>
            <a:pPr>
              <a:lnSpc>
                <a:spcPct val="150000"/>
              </a:lnSpc>
            </a:pPr>
            <a:r>
              <a:rPr lang="en-US" dirty="0"/>
              <a:t>The MC68000 partitions its 32-bit registers into eight data registers and nine address registers. </a:t>
            </a:r>
          </a:p>
          <a:p>
            <a:pPr>
              <a:lnSpc>
                <a:spcPct val="150000"/>
              </a:lnSpc>
            </a:pPr>
            <a:r>
              <a:rPr lang="en-US" dirty="0"/>
              <a:t>The eight data registers are used primarily for data manipulation and are also used in addressing as index registers.</a:t>
            </a:r>
          </a:p>
          <a:p>
            <a:pPr>
              <a:lnSpc>
                <a:spcPct val="150000"/>
              </a:lnSpc>
            </a:pPr>
            <a:r>
              <a:rPr lang="en-US" dirty="0"/>
              <a:t> The width of the registers allows 8-, 16-, and 32-bit data operations, determined by opcode. </a:t>
            </a:r>
          </a:p>
          <a:p>
            <a:pPr>
              <a:lnSpc>
                <a:spcPct val="150000"/>
              </a:lnSpc>
            </a:pPr>
            <a:r>
              <a:rPr lang="en-US" dirty="0"/>
              <a:t>The address registers contain 32-bit (no segmentation) addresses; two of these registers are also used as stack pointers, one for users and one for the operating system, depending on the current execution mode.</a:t>
            </a:r>
          </a:p>
          <a:p>
            <a:pPr>
              <a:lnSpc>
                <a:spcPct val="150000"/>
              </a:lnSpc>
            </a:pPr>
            <a:r>
              <a:rPr lang="en-US" dirty="0"/>
              <a:t> Both registers are numbered 7, because only one can be used at a time. The MC68000 also includes a 32-bit program counter and a 16-bit status register.</a:t>
            </a:r>
            <a:endParaRPr lang="en-IN" dirty="0"/>
          </a:p>
        </p:txBody>
      </p:sp>
    </p:spTree>
    <p:extLst>
      <p:ext uri="{BB962C8B-B14F-4D97-AF65-F5344CB8AC3E}">
        <p14:creationId xmlns:p14="http://schemas.microsoft.com/office/powerpoint/2010/main" val="337400808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34FB6-8788-4BDD-8930-DC01F6844758}"/>
              </a:ext>
            </a:extLst>
          </p:cNvPr>
          <p:cNvSpPr>
            <a:spLocks noGrp="1"/>
          </p:cNvSpPr>
          <p:nvPr>
            <p:ph type="title"/>
          </p:nvPr>
        </p:nvSpPr>
        <p:spPr/>
        <p:txBody>
          <a:bodyPr/>
          <a:lstStyle/>
          <a:p>
            <a:r>
              <a:rPr lang="en-US" dirty="0"/>
              <a:t>Example Register Organizations</a:t>
            </a:r>
            <a:endParaRPr lang="en-IN" dirty="0"/>
          </a:p>
        </p:txBody>
      </p:sp>
      <p:sp>
        <p:nvSpPr>
          <p:cNvPr id="3" name="Rectangle 2">
            <a:extLst>
              <a:ext uri="{FF2B5EF4-FFF2-40B4-BE49-F238E27FC236}">
                <a16:creationId xmlns:a16="http://schemas.microsoft.com/office/drawing/2014/main" id="{DD1AD664-03F6-43AB-A0CC-2B054D9BFFFD}"/>
              </a:ext>
            </a:extLst>
          </p:cNvPr>
          <p:cNvSpPr/>
          <p:nvPr/>
        </p:nvSpPr>
        <p:spPr>
          <a:xfrm>
            <a:off x="122238" y="999986"/>
            <a:ext cx="8698234" cy="5442516"/>
          </a:xfrm>
          <a:prstGeom prst="rect">
            <a:avLst/>
          </a:prstGeom>
        </p:spPr>
        <p:txBody>
          <a:bodyPr wrap="square">
            <a:spAutoFit/>
          </a:bodyPr>
          <a:lstStyle/>
          <a:p>
            <a:pPr>
              <a:lnSpc>
                <a:spcPct val="150000"/>
              </a:lnSpc>
            </a:pPr>
            <a:r>
              <a:rPr lang="en-US" dirty="0"/>
              <a:t>The Intel 8086 takes a different approach to register organization. Every register is special purpose, although some registers are also usable as general purpose. The 8086 contains four 16-bit data registers that are addressable on a byte or 16-bit basis, and four 16-bit pointer and index registers. The data registers can be used as general purpose in some instructions. In others, the registers are used implicitly. For example, a multiply instruction always uses the accumulator. The four pointer registers are also used implicitly in a number of operations; each contains a segment offset. There are also four 16-bit segment registers. Three of the four segment registers are used in a dedicated, implicit fashion, to point to the segment of the current instruction (useful for branch instructions), a segment containing data, and a segment containing a stack, respectively. These dedicated and implicit uses provide for compact encoding at the cost of reduced flexibility. The 8086 also includes an instruction pointer and a set of 1-bit status and control flags.</a:t>
            </a:r>
            <a:endParaRPr lang="en-IN" dirty="0"/>
          </a:p>
        </p:txBody>
      </p:sp>
    </p:spTree>
    <p:extLst>
      <p:ext uri="{BB962C8B-B14F-4D97-AF65-F5344CB8AC3E}">
        <p14:creationId xmlns:p14="http://schemas.microsoft.com/office/powerpoint/2010/main" val="141353464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34FB6-8788-4BDD-8930-DC01F6844758}"/>
              </a:ext>
            </a:extLst>
          </p:cNvPr>
          <p:cNvSpPr>
            <a:spLocks noGrp="1"/>
          </p:cNvSpPr>
          <p:nvPr>
            <p:ph type="title"/>
          </p:nvPr>
        </p:nvSpPr>
        <p:spPr/>
        <p:txBody>
          <a:bodyPr/>
          <a:lstStyle/>
          <a:p>
            <a:r>
              <a:rPr lang="en-US" sz="2400" b="0" dirty="0"/>
              <a:t>Example Register Organizations</a:t>
            </a:r>
            <a:endParaRPr lang="en-IN" sz="2400" b="0" dirty="0"/>
          </a:p>
        </p:txBody>
      </p:sp>
      <p:sp>
        <p:nvSpPr>
          <p:cNvPr id="4" name="Rectangle 3">
            <a:extLst>
              <a:ext uri="{FF2B5EF4-FFF2-40B4-BE49-F238E27FC236}">
                <a16:creationId xmlns:a16="http://schemas.microsoft.com/office/drawing/2014/main" id="{24B9E557-4E48-4EC3-97E6-464B93497808}"/>
              </a:ext>
            </a:extLst>
          </p:cNvPr>
          <p:cNvSpPr/>
          <p:nvPr/>
        </p:nvSpPr>
        <p:spPr>
          <a:xfrm>
            <a:off x="122238" y="980728"/>
            <a:ext cx="8770242" cy="5027017"/>
          </a:xfrm>
          <a:prstGeom prst="rect">
            <a:avLst/>
          </a:prstGeom>
        </p:spPr>
        <p:txBody>
          <a:bodyPr wrap="square">
            <a:spAutoFit/>
          </a:bodyPr>
          <a:lstStyle/>
          <a:p>
            <a:pPr>
              <a:lnSpc>
                <a:spcPct val="150000"/>
              </a:lnSpc>
            </a:pPr>
            <a:r>
              <a:rPr lang="en-US" dirty="0"/>
              <a:t>A second instructive point concerning register organization design is illustrated in Figure c. This figure shows the user-visible register organization for the Intel 80386 , which is a 32-bit microprocessor designed as an extension of the 8086. The 80386 uses 32-bit registers. However, to provide upward compatibility for programs written on the earlier machine, the 80386 retains the original register organization embedded in the new organization. Given this design constraint, the architects of the 32-bit processors had limited flexibility in designing the register organization.</a:t>
            </a:r>
          </a:p>
          <a:p>
            <a:pPr>
              <a:lnSpc>
                <a:spcPct val="150000"/>
              </a:lnSpc>
            </a:pPr>
            <a:endParaRPr lang="en-US" dirty="0"/>
          </a:p>
          <a:p>
            <a:pPr>
              <a:lnSpc>
                <a:spcPct val="150000"/>
              </a:lnSpc>
            </a:pPr>
            <a:r>
              <a:rPr lang="en-US" dirty="0"/>
              <a:t>The point of this comparison should be clear. There is no universally accepted philosophy concerning the best way to organize processor registers. </a:t>
            </a:r>
          </a:p>
          <a:p>
            <a:pPr>
              <a:lnSpc>
                <a:spcPct val="150000"/>
              </a:lnSpc>
            </a:pPr>
            <a:r>
              <a:rPr lang="en-US" dirty="0"/>
              <a:t> As with overall instruction set design and so many other processor design issues, it is still a matter of judgment and taste.</a:t>
            </a:r>
            <a:endParaRPr lang="en-IN" dirty="0"/>
          </a:p>
        </p:txBody>
      </p:sp>
    </p:spTree>
    <p:extLst>
      <p:ext uri="{BB962C8B-B14F-4D97-AF65-F5344CB8AC3E}">
        <p14:creationId xmlns:p14="http://schemas.microsoft.com/office/powerpoint/2010/main" val="72355335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D6F3A-3088-4A53-87F0-EBA3B2600E5E}"/>
              </a:ext>
            </a:extLst>
          </p:cNvPr>
          <p:cNvSpPr>
            <a:spLocks noGrp="1"/>
          </p:cNvSpPr>
          <p:nvPr>
            <p:ph type="title"/>
          </p:nvPr>
        </p:nvSpPr>
        <p:spPr/>
        <p:txBody>
          <a:bodyPr/>
          <a:lstStyle/>
          <a:p>
            <a:r>
              <a:rPr lang="en-IN" sz="2400" b="0" dirty="0"/>
              <a:t>Instruction Cycle</a:t>
            </a:r>
          </a:p>
        </p:txBody>
      </p:sp>
      <p:pic>
        <p:nvPicPr>
          <p:cNvPr id="3" name="Picture 2">
            <a:extLst>
              <a:ext uri="{FF2B5EF4-FFF2-40B4-BE49-F238E27FC236}">
                <a16:creationId xmlns:a16="http://schemas.microsoft.com/office/drawing/2014/main" id="{FE0C7CE0-C27F-4F9A-8F27-C42D93F4B2FD}"/>
              </a:ext>
            </a:extLst>
          </p:cNvPr>
          <p:cNvPicPr>
            <a:picLocks noChangeAspect="1"/>
          </p:cNvPicPr>
          <p:nvPr/>
        </p:nvPicPr>
        <p:blipFill>
          <a:blip r:embed="rId2"/>
          <a:stretch>
            <a:fillRect/>
          </a:stretch>
        </p:blipFill>
        <p:spPr>
          <a:xfrm>
            <a:off x="1252399" y="1247774"/>
            <a:ext cx="6277113" cy="4629497"/>
          </a:xfrm>
          <a:prstGeom prst="rect">
            <a:avLst/>
          </a:prstGeom>
        </p:spPr>
      </p:pic>
    </p:spTree>
    <p:extLst>
      <p:ext uri="{BB962C8B-B14F-4D97-AF65-F5344CB8AC3E}">
        <p14:creationId xmlns:p14="http://schemas.microsoft.com/office/powerpoint/2010/main" val="305907268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0FF37-4337-4B71-B898-6A6BAC9C0E80}"/>
              </a:ext>
            </a:extLst>
          </p:cNvPr>
          <p:cNvSpPr>
            <a:spLocks noGrp="1"/>
          </p:cNvSpPr>
          <p:nvPr>
            <p:ph type="title"/>
          </p:nvPr>
        </p:nvSpPr>
        <p:spPr/>
        <p:txBody>
          <a:bodyPr/>
          <a:lstStyle/>
          <a:p>
            <a:r>
              <a:rPr lang="en-IN" sz="2400" dirty="0"/>
              <a:t>Instruction Cycle State Diagram</a:t>
            </a:r>
            <a:endParaRPr lang="en-IN" sz="2400" b="0" dirty="0"/>
          </a:p>
        </p:txBody>
      </p:sp>
      <p:pic>
        <p:nvPicPr>
          <p:cNvPr id="3" name="Picture 4">
            <a:extLst>
              <a:ext uri="{FF2B5EF4-FFF2-40B4-BE49-F238E27FC236}">
                <a16:creationId xmlns:a16="http://schemas.microsoft.com/office/drawing/2014/main" id="{0134EC28-C376-444E-AAA8-958EF42DE5DC}"/>
              </a:ext>
            </a:extLst>
          </p:cNvPr>
          <p:cNvPicPr>
            <a:picLocks noChangeAspect="1" noChangeArrowheads="1"/>
          </p:cNvPicPr>
          <p:nvPr/>
        </p:nvPicPr>
        <p:blipFill>
          <a:blip r:embed="rId2"/>
          <a:srcRect b="22141"/>
          <a:stretch>
            <a:fillRect/>
          </a:stretch>
        </p:blipFill>
        <p:spPr bwMode="auto">
          <a:xfrm>
            <a:off x="395536" y="980728"/>
            <a:ext cx="7560840" cy="3541893"/>
          </a:xfrm>
          <a:prstGeom prst="rect">
            <a:avLst/>
          </a:prstGeom>
          <a:noFill/>
          <a:ln w="9525">
            <a:noFill/>
            <a:miter lim="800000"/>
            <a:headEnd/>
            <a:tailEnd/>
          </a:ln>
          <a:effectLst/>
        </p:spPr>
      </p:pic>
      <p:sp>
        <p:nvSpPr>
          <p:cNvPr id="4" name="Rectangle 3">
            <a:extLst>
              <a:ext uri="{FF2B5EF4-FFF2-40B4-BE49-F238E27FC236}">
                <a16:creationId xmlns:a16="http://schemas.microsoft.com/office/drawing/2014/main" id="{AD9DBB17-AF87-4D1D-B92D-BF95BEB7ECF1}"/>
              </a:ext>
            </a:extLst>
          </p:cNvPr>
          <p:cNvSpPr/>
          <p:nvPr/>
        </p:nvSpPr>
        <p:spPr>
          <a:xfrm>
            <a:off x="251520" y="4437112"/>
            <a:ext cx="8496944" cy="2118529"/>
          </a:xfrm>
          <a:prstGeom prst="rect">
            <a:avLst/>
          </a:prstGeom>
        </p:spPr>
        <p:txBody>
          <a:bodyPr wrap="square">
            <a:spAutoFit/>
          </a:bodyPr>
          <a:lstStyle/>
          <a:p>
            <a:pPr>
              <a:lnSpc>
                <a:spcPct val="150000"/>
              </a:lnSpc>
            </a:pPr>
            <a:r>
              <a:rPr lang="en-US" dirty="0"/>
              <a:t>This illustrates more correctly the nature of the instruction cycle. Once an instruction is fetched, its operand specifiers must be identified. Each input operand in memory is then fetched, and this process may require indirect addressing. Register-based operands need not be fetched. Once the opcode is executed, a similar process may be needed to store the result in main memory.</a:t>
            </a:r>
            <a:endParaRPr lang="en-IN" dirty="0"/>
          </a:p>
        </p:txBody>
      </p:sp>
    </p:spTree>
    <p:extLst>
      <p:ext uri="{BB962C8B-B14F-4D97-AF65-F5344CB8AC3E}">
        <p14:creationId xmlns:p14="http://schemas.microsoft.com/office/powerpoint/2010/main" val="54772784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31082-6A1F-42C8-AF2D-6BE1716361F4}"/>
              </a:ext>
            </a:extLst>
          </p:cNvPr>
          <p:cNvSpPr>
            <a:spLocks noGrp="1"/>
          </p:cNvSpPr>
          <p:nvPr>
            <p:ph type="title"/>
          </p:nvPr>
        </p:nvSpPr>
        <p:spPr/>
        <p:txBody>
          <a:bodyPr/>
          <a:lstStyle/>
          <a:p>
            <a:endParaRPr lang="en-IN"/>
          </a:p>
        </p:txBody>
      </p:sp>
    </p:spTree>
    <p:extLst>
      <p:ext uri="{BB962C8B-B14F-4D97-AF65-F5344CB8AC3E}">
        <p14:creationId xmlns:p14="http://schemas.microsoft.com/office/powerpoint/2010/main" val="1432212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KdZkZuRo4kO5KlulchSHL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ijr9yLR6dESp92i.jUaes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yJP.NxCAIkODDeGTX6hkJ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Nx_msYV5W0OGJ9s.J8rfQ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bJgAkdZsik.pHy2hdw9Qj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VowaDWee8kiFak03wnyfN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x8HD1ALd4EaUwJh9ZW3i1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xj6J5YpVpUWcXirqsVerrg"/>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azLF0WJW5EyJOICodr4e_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bAqiBjI2F0qmvARk_PlqvA"/>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lank">
  <a:themeElements>
    <a:clrScheme name="Bits">
      <a:dk1>
        <a:srgbClr val="000000"/>
      </a:dk1>
      <a:lt1>
        <a:srgbClr val="FFFFFF"/>
      </a:lt1>
      <a:dk2>
        <a:srgbClr val="002960"/>
      </a:dk2>
      <a:lt2>
        <a:srgbClr val="FFFFFF"/>
      </a:lt2>
      <a:accent1>
        <a:srgbClr val="FCB017"/>
      </a:accent1>
      <a:accent2>
        <a:srgbClr val="76C2E5"/>
      </a:accent2>
      <a:accent3>
        <a:srgbClr val="FF0000"/>
      </a:accent3>
      <a:accent4>
        <a:srgbClr val="002960"/>
      </a:accent4>
      <a:accent5>
        <a:srgbClr val="FF6600"/>
      </a:accent5>
      <a:accent6>
        <a:srgbClr val="808080"/>
      </a:accent6>
      <a:hlink>
        <a:srgbClr val="FF0000"/>
      </a:hlink>
      <a:folHlink>
        <a:srgbClr val="002960"/>
      </a:folHlink>
    </a:clrScheme>
    <a:fontScheme name="McKJapanese">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9525">
          <a:solidFill>
            <a:schemeClr val="accent6"/>
          </a:solidFill>
        </a:ln>
      </a:spPr>
      <a:bodyPr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6"/>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Blank 1">
        <a:dk1>
          <a:srgbClr val="000000"/>
        </a:dk1>
        <a:lt1>
          <a:srgbClr val="FFFFFF"/>
        </a:lt1>
        <a:dk2>
          <a:srgbClr val="000000"/>
        </a:dk2>
        <a:lt2>
          <a:srgbClr val="FFFFFF"/>
        </a:lt2>
        <a:accent1>
          <a:srgbClr val="EAEAEA"/>
        </a:accent1>
        <a:accent2>
          <a:srgbClr val="D0D0D0"/>
        </a:accent2>
        <a:accent3>
          <a:srgbClr val="FFFFFF"/>
        </a:accent3>
        <a:accent4>
          <a:srgbClr val="000000"/>
        </a:accent4>
        <a:accent5>
          <a:srgbClr val="F3F3F3"/>
        </a:accent5>
        <a:accent6>
          <a:srgbClr val="BCBCBC"/>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2960"/>
        </a:dk2>
        <a:lt2>
          <a:srgbClr val="FFFFFF"/>
        </a:lt2>
        <a:accent1>
          <a:srgbClr val="C7E0FB"/>
        </a:accent1>
        <a:accent2>
          <a:srgbClr val="91B0FF"/>
        </a:accent2>
        <a:accent3>
          <a:srgbClr val="FFFFFF"/>
        </a:accent3>
        <a:accent4>
          <a:srgbClr val="000000"/>
        </a:accent4>
        <a:accent5>
          <a:srgbClr val="E0EDFD"/>
        </a:accent5>
        <a:accent6>
          <a:srgbClr val="839FE7"/>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2960"/>
        </a:dk2>
        <a:lt2>
          <a:srgbClr val="FFFFFF"/>
        </a:lt2>
        <a:accent1>
          <a:srgbClr val="C7E0FB"/>
        </a:accent1>
        <a:accent2>
          <a:srgbClr val="C7C293"/>
        </a:accent2>
        <a:accent3>
          <a:srgbClr val="FFFFFF"/>
        </a:accent3>
        <a:accent4>
          <a:srgbClr val="000000"/>
        </a:accent4>
        <a:accent5>
          <a:srgbClr val="E0EDFD"/>
        </a:accent5>
        <a:accent6>
          <a:srgbClr val="B4B085"/>
        </a:accent6>
        <a:hlink>
          <a:srgbClr val="50A2A0"/>
        </a:hlink>
        <a:folHlink>
          <a:srgbClr val="00296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8994405D97371449A1F1274BEB9B26D" ma:contentTypeVersion="7" ma:contentTypeDescription="Create a new document." ma:contentTypeScope="" ma:versionID="4d714d6f4e02b8797c18bae80915866a">
  <xsd:schema xmlns:xsd="http://www.w3.org/2001/XMLSchema" xmlns:xs="http://www.w3.org/2001/XMLSchema" xmlns:p="http://schemas.microsoft.com/office/2006/metadata/properties" xmlns:ns2="682cbc32-fee7-4912-b25f-d1e036e61d30" targetNamespace="http://schemas.microsoft.com/office/2006/metadata/properties" ma:root="true" ma:fieldsID="89d7d93295ea2ddc158f52b603a4dbe0" ns2:_="">
    <xsd:import namespace="682cbc32-fee7-4912-b25f-d1e036e61d3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2cbc32-fee7-4912-b25f-d1e036e61d3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91EA32E-2EC3-46F6-8546-FD471317D40F}"/>
</file>

<file path=customXml/itemProps2.xml><?xml version="1.0" encoding="utf-8"?>
<ds:datastoreItem xmlns:ds="http://schemas.openxmlformats.org/officeDocument/2006/customXml" ds:itemID="{85F00DC9-32B5-4D79-BB28-FA7C73ECF9A0}"/>
</file>

<file path=customXml/itemProps3.xml><?xml version="1.0" encoding="utf-8"?>
<ds:datastoreItem xmlns:ds="http://schemas.openxmlformats.org/officeDocument/2006/customXml" ds:itemID="{A54D86E2-7836-4A13-8764-DFADE2517F9E}"/>
</file>

<file path=docProps/app.xml><?xml version="1.0" encoding="utf-8"?>
<Properties xmlns="http://schemas.openxmlformats.org/officeDocument/2006/extended-properties" xmlns:vt="http://schemas.openxmlformats.org/officeDocument/2006/docPropsVTypes">
  <Template/>
  <TotalTime>3906</TotalTime>
  <Words>4632</Words>
  <Application>Microsoft Office PowerPoint</Application>
  <PresentationFormat>On-screen Show (4:3)</PresentationFormat>
  <Paragraphs>441</Paragraphs>
  <Slides>79</Slides>
  <Notes>0</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2</vt:i4>
      </vt:variant>
      <vt:variant>
        <vt:lpstr>Slide Titles</vt:lpstr>
      </vt:variant>
      <vt:variant>
        <vt:i4>79</vt:i4>
      </vt:variant>
    </vt:vector>
  </HeadingPairs>
  <TitlesOfParts>
    <vt:vector size="89" baseType="lpstr">
      <vt:lpstr>宋体</vt:lpstr>
      <vt:lpstr>Arial</vt:lpstr>
      <vt:lpstr>Calibri</vt:lpstr>
      <vt:lpstr>Comic Sans MS</vt:lpstr>
      <vt:lpstr>Times New Roman</vt:lpstr>
      <vt:lpstr>Wingdings</vt:lpstr>
      <vt:lpstr>Office Theme</vt:lpstr>
      <vt:lpstr>Blank</vt:lpstr>
      <vt:lpstr>think-cell Slide</vt:lpstr>
      <vt:lpstr>Equation</vt:lpstr>
      <vt:lpstr>PowerPoint Presentation</vt:lpstr>
      <vt:lpstr>CPU Structure</vt:lpstr>
      <vt:lpstr>Prefetch</vt:lpstr>
      <vt:lpstr>Two-Stage Instruction Pipeline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Additional Stages </vt:lpstr>
      <vt:lpstr>Timing Diagram for  Instruction Pipeline Operation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Speed-up S(n)</vt:lpstr>
      <vt:lpstr>PowerPoint Presentation</vt:lpstr>
      <vt:lpstr>PowerPoint Presentation</vt:lpstr>
      <vt:lpstr>PowerPoint Presentation</vt:lpstr>
      <vt:lpstr>PowerPoint Presentation</vt:lpstr>
      <vt:lpstr>Pipeline Hazards</vt:lpstr>
      <vt:lpstr>Resource Hazard Diagram</vt:lpstr>
      <vt:lpstr>Resource Hazards</vt:lpstr>
      <vt:lpstr>Data Hazard Diagram : RAW hazard</vt:lpstr>
      <vt:lpstr>Types of Data Hazard</vt:lpstr>
      <vt:lpstr>Data Hazards</vt:lpstr>
      <vt:lpstr>Control Hazard</vt:lpstr>
      <vt:lpstr>Multiple Streams</vt:lpstr>
      <vt:lpstr>Prefetch Branch Target</vt:lpstr>
      <vt:lpstr>Loop Buffer</vt:lpstr>
      <vt:lpstr>Loop Buffer Diagram</vt:lpstr>
      <vt:lpstr>Branch Prediction</vt:lpstr>
      <vt:lpstr>Branch Prediction Flowchart</vt:lpstr>
      <vt:lpstr>PowerPoint Presentation</vt:lpstr>
      <vt:lpstr>Dynamic Branch Prediction</vt:lpstr>
      <vt:lpstr>Dynamic Branch Prediction</vt:lpstr>
      <vt:lpstr>Dynamic Branch Prediction</vt:lpstr>
      <vt:lpstr>Branch Prediction State Diagram </vt:lpstr>
      <vt:lpstr>Dealing With Branches</vt:lpstr>
      <vt:lpstr>Intel 80486 Pipelining</vt:lpstr>
      <vt:lpstr>80486 Instruction Pipeline Examples</vt:lpstr>
      <vt:lpstr>Pipelining Example</vt:lpstr>
      <vt:lpstr>Pipelining Example</vt:lpstr>
      <vt:lpstr>In class exercise</vt:lpstr>
      <vt:lpstr>Example 1</vt:lpstr>
      <vt:lpstr>Example 1 Sol</vt:lpstr>
      <vt:lpstr>Example 2</vt:lpstr>
      <vt:lpstr>Speed Up Equation for Pipelining</vt:lpstr>
      <vt:lpstr>Example: Dual-port vs. Single-port</vt:lpstr>
      <vt:lpstr>Evaluating Branch Alternatives</vt:lpstr>
      <vt:lpstr>CPU With Systems Bus</vt:lpstr>
      <vt:lpstr>CPU Internal Structure</vt:lpstr>
      <vt:lpstr>Registers</vt:lpstr>
      <vt:lpstr>User-Visible Registers </vt:lpstr>
      <vt:lpstr>User-Visible Registers</vt:lpstr>
      <vt:lpstr>User-Visible Registers</vt:lpstr>
      <vt:lpstr>User-Visible Registers</vt:lpstr>
      <vt:lpstr>User-Visible Registers</vt:lpstr>
      <vt:lpstr>Control and Status Registers</vt:lpstr>
      <vt:lpstr>Program Status Word</vt:lpstr>
      <vt:lpstr>Program Status Word (PSW)</vt:lpstr>
      <vt:lpstr>Example Register Organizations</vt:lpstr>
      <vt:lpstr>Example Register Organizations</vt:lpstr>
      <vt:lpstr>Example Register Organizations</vt:lpstr>
      <vt:lpstr>Example Register Organizations</vt:lpstr>
      <vt:lpstr>Instruction Cycle</vt:lpstr>
      <vt:lpstr>Instruction Cycle State Diagram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Parthasaradhi Nayani</cp:lastModifiedBy>
  <cp:revision>256</cp:revision>
  <dcterms:created xsi:type="dcterms:W3CDTF">2011-09-14T09:42:05Z</dcterms:created>
  <dcterms:modified xsi:type="dcterms:W3CDTF">2025-10-11T05:23:52Z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0x01010028994405D97371449A1F1274BEB9B26D</vt:lpwstr>
  </property>
</Properties>
</file>