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Cache Memory - Teaching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video + notes for classroom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Introduction to Cache Memory</a:t>
            </a:r>
          </a:p>
          <a:p>
            <a:r>
              <a:t>- Mapping Techniques</a:t>
            </a:r>
          </a:p>
          <a:p>
            <a:r>
              <a:t>- Direct / Associative / Set-Associative</a:t>
            </a:r>
          </a:p>
          <a:p>
            <a:r>
              <a:t>- Example Problem</a:t>
            </a:r>
          </a:p>
          <a:p>
            <a:r>
              <a:t>- Video Segment</a:t>
            </a:r>
          </a:p>
          <a:p>
            <a:r>
              <a:t>- Discussion &amp; Q/A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Memory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Cache is a small, fast memory between CPU and RAM.</a:t>
            </a:r>
          </a:p>
          <a:p/>
          <a:p>
            <a:r>
              <a:t>• Stores frequently accessed data</a:t>
            </a:r>
          </a:p>
          <a:p>
            <a:r>
              <a:t>• Reduces average memory access time</a:t>
            </a:r>
          </a:p>
          <a:p>
            <a:r>
              <a:t>• Organized in blocks and 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Insert video here (Download MP4 and use Insert → Video → This Device)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After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Pause video after key point</a:t>
            </a:r>
          </a:p>
          <a:p>
            <a:r>
              <a:t>• Ask students to summarize</a:t>
            </a:r>
          </a:p>
          <a:p>
            <a:r>
              <a:t>• Explain with whiteboard examples</a:t>
            </a:r>
          </a:p>
          <a:p>
            <a:r>
              <a:t>• Reinforce mapping types with diagrams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F2EA12-07E8-4D9E-9254-2302EFCD3DF3}"/>
</file>

<file path=customXml/itemProps2.xml><?xml version="1.0" encoding="utf-8"?>
<ds:datastoreItem xmlns:ds="http://schemas.openxmlformats.org/officeDocument/2006/customXml" ds:itemID="{09C7C25B-264C-4959-A853-D08A664EE71C}"/>
</file>

<file path=customXml/itemProps3.xml><?xml version="1.0" encoding="utf-8"?>
<ds:datastoreItem xmlns:ds="http://schemas.openxmlformats.org/officeDocument/2006/customXml" ds:itemID="{3BD4D033-B131-4A85-9B9D-3C850A826A1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