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01" r:id="rId2"/>
  </p:sldMasterIdLst>
  <p:notesMasterIdLst>
    <p:notesMasterId r:id="rId50"/>
  </p:notesMasterIdLst>
  <p:sldIdLst>
    <p:sldId id="906" r:id="rId3"/>
    <p:sldId id="872" r:id="rId4"/>
    <p:sldId id="800" r:id="rId5"/>
    <p:sldId id="870" r:id="rId6"/>
    <p:sldId id="871" r:id="rId7"/>
    <p:sldId id="875" r:id="rId8"/>
    <p:sldId id="876" r:id="rId9"/>
    <p:sldId id="873" r:id="rId10"/>
    <p:sldId id="874" r:id="rId11"/>
    <p:sldId id="877" r:id="rId12"/>
    <p:sldId id="878" r:id="rId13"/>
    <p:sldId id="867" r:id="rId14"/>
    <p:sldId id="880" r:id="rId15"/>
    <p:sldId id="881" r:id="rId16"/>
    <p:sldId id="882" r:id="rId17"/>
    <p:sldId id="891" r:id="rId18"/>
    <p:sldId id="892" r:id="rId19"/>
    <p:sldId id="894" r:id="rId20"/>
    <p:sldId id="895" r:id="rId21"/>
    <p:sldId id="884" r:id="rId22"/>
    <p:sldId id="885" r:id="rId23"/>
    <p:sldId id="886" r:id="rId24"/>
    <p:sldId id="887" r:id="rId25"/>
    <p:sldId id="904" r:id="rId26"/>
    <p:sldId id="888" r:id="rId27"/>
    <p:sldId id="889" r:id="rId28"/>
    <p:sldId id="890" r:id="rId29"/>
    <p:sldId id="896" r:id="rId30"/>
    <p:sldId id="897" r:id="rId31"/>
    <p:sldId id="898" r:id="rId32"/>
    <p:sldId id="900" r:id="rId33"/>
    <p:sldId id="901" r:id="rId34"/>
    <p:sldId id="801" r:id="rId35"/>
    <p:sldId id="802" r:id="rId36"/>
    <p:sldId id="803" r:id="rId37"/>
    <p:sldId id="804" r:id="rId38"/>
    <p:sldId id="855" r:id="rId39"/>
    <p:sldId id="856" r:id="rId40"/>
    <p:sldId id="831" r:id="rId41"/>
    <p:sldId id="832" r:id="rId42"/>
    <p:sldId id="833" r:id="rId43"/>
    <p:sldId id="902" r:id="rId44"/>
    <p:sldId id="903" r:id="rId45"/>
    <p:sldId id="834" r:id="rId46"/>
    <p:sldId id="835" r:id="rId47"/>
    <p:sldId id="851" r:id="rId48"/>
    <p:sldId id="852" r:id="rId4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p:cViewPr varScale="1">
        <p:scale>
          <a:sx n="64" d="100"/>
          <a:sy n="64" d="100"/>
        </p:scale>
        <p:origin x="1644" y="60"/>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atha s" userId="16e5d6df1050d5eb" providerId="LiveId" clId="{D4238371-03B0-4C62-A4A1-A0D14EE95B42}"/>
    <pc:docChg chg="undo custSel addSld modSld">
      <pc:chgData name="sujatha s" userId="16e5d6df1050d5eb" providerId="LiveId" clId="{D4238371-03B0-4C62-A4A1-A0D14EE95B42}" dt="2024-07-13T04:50:08.695" v="189" actId="6549"/>
      <pc:docMkLst>
        <pc:docMk/>
      </pc:docMkLst>
      <pc:sldChg chg="delSp modSp mod">
        <pc:chgData name="sujatha s" userId="16e5d6df1050d5eb" providerId="LiveId" clId="{D4238371-03B0-4C62-A4A1-A0D14EE95B42}" dt="2024-07-13T04:40:26.817" v="104" actId="20577"/>
        <pc:sldMkLst>
          <pc:docMk/>
          <pc:sldMk cId="445086616" sldId="800"/>
        </pc:sldMkLst>
        <pc:spChg chg="del mod">
          <ac:chgData name="sujatha s" userId="16e5d6df1050d5eb" providerId="LiveId" clId="{D4238371-03B0-4C62-A4A1-A0D14EE95B42}" dt="2024-07-13T04:39:23.423" v="88" actId="478"/>
          <ac:spMkLst>
            <pc:docMk/>
            <pc:sldMk cId="445086616" sldId="800"/>
            <ac:spMk id="2" creationId="{00000000-0000-0000-0000-000000000000}"/>
          </ac:spMkLst>
        </pc:spChg>
        <pc:spChg chg="mod">
          <ac:chgData name="sujatha s" userId="16e5d6df1050d5eb" providerId="LiveId" clId="{D4238371-03B0-4C62-A4A1-A0D14EE95B42}" dt="2024-07-13T04:40:26.817" v="104" actId="20577"/>
          <ac:spMkLst>
            <pc:docMk/>
            <pc:sldMk cId="445086616" sldId="800"/>
            <ac:spMk id="420868" creationId="{00000000-0000-0000-0000-000000000000}"/>
          </ac:spMkLst>
        </pc:spChg>
      </pc:sldChg>
      <pc:sldChg chg="modSp mod">
        <pc:chgData name="sujatha s" userId="16e5d6df1050d5eb" providerId="LiveId" clId="{D4238371-03B0-4C62-A4A1-A0D14EE95B42}" dt="2024-07-13T04:41:05.873" v="110" actId="14100"/>
        <pc:sldMkLst>
          <pc:docMk/>
          <pc:sldMk cId="3827180703" sldId="870"/>
        </pc:sldMkLst>
        <pc:spChg chg="mod">
          <ac:chgData name="sujatha s" userId="16e5d6df1050d5eb" providerId="LiveId" clId="{D4238371-03B0-4C62-A4A1-A0D14EE95B42}" dt="2024-07-13T04:41:05.873" v="110" actId="14100"/>
          <ac:spMkLst>
            <pc:docMk/>
            <pc:sldMk cId="3827180703" sldId="870"/>
            <ac:spMk id="3" creationId="{00000000-0000-0000-0000-000000000000}"/>
          </ac:spMkLst>
        </pc:spChg>
        <pc:picChg chg="mod">
          <ac:chgData name="sujatha s" userId="16e5d6df1050d5eb" providerId="LiveId" clId="{D4238371-03B0-4C62-A4A1-A0D14EE95B42}" dt="2024-07-13T04:40:48.510" v="107" actId="1076"/>
          <ac:picMkLst>
            <pc:docMk/>
            <pc:sldMk cId="3827180703" sldId="870"/>
            <ac:picMk id="5" creationId="{45875EC3-691A-4CBD-9022-818937D47508}"/>
          </ac:picMkLst>
        </pc:picChg>
        <pc:picChg chg="mod">
          <ac:chgData name="sujatha s" userId="16e5d6df1050d5eb" providerId="LiveId" clId="{D4238371-03B0-4C62-A4A1-A0D14EE95B42}" dt="2024-07-13T04:40:52.200" v="108" actId="1076"/>
          <ac:picMkLst>
            <pc:docMk/>
            <pc:sldMk cId="3827180703" sldId="870"/>
            <ac:picMk id="6" creationId="{1C36D8C0-8146-4EB7-869A-8E0D18F23BD2}"/>
          </ac:picMkLst>
        </pc:picChg>
      </pc:sldChg>
      <pc:sldChg chg="modSp mod">
        <pc:chgData name="sujatha s" userId="16e5d6df1050d5eb" providerId="LiveId" clId="{D4238371-03B0-4C62-A4A1-A0D14EE95B42}" dt="2024-07-13T04:41:51.371" v="116" actId="14100"/>
        <pc:sldMkLst>
          <pc:docMk/>
          <pc:sldMk cId="3583270135" sldId="871"/>
        </pc:sldMkLst>
        <pc:spChg chg="mod">
          <ac:chgData name="sujatha s" userId="16e5d6df1050d5eb" providerId="LiveId" clId="{D4238371-03B0-4C62-A4A1-A0D14EE95B42}" dt="2024-07-13T04:41:51.371" v="116" actId="14100"/>
          <ac:spMkLst>
            <pc:docMk/>
            <pc:sldMk cId="3583270135" sldId="871"/>
            <ac:spMk id="4" creationId="{00000000-0000-0000-0000-000000000000}"/>
          </ac:spMkLst>
        </pc:spChg>
        <pc:picChg chg="mod">
          <ac:chgData name="sujatha s" userId="16e5d6df1050d5eb" providerId="LiveId" clId="{D4238371-03B0-4C62-A4A1-A0D14EE95B42}" dt="2024-07-13T04:41:47.584" v="115" actId="14100"/>
          <ac:picMkLst>
            <pc:docMk/>
            <pc:sldMk cId="3583270135" sldId="871"/>
            <ac:picMk id="2" creationId="{00000000-0000-0000-0000-000000000000}"/>
          </ac:picMkLst>
        </pc:picChg>
      </pc:sldChg>
      <pc:sldChg chg="modSp mod">
        <pc:chgData name="sujatha s" userId="16e5d6df1050d5eb" providerId="LiveId" clId="{D4238371-03B0-4C62-A4A1-A0D14EE95B42}" dt="2024-07-13T04:43:33.079" v="134" actId="6549"/>
        <pc:sldMkLst>
          <pc:docMk/>
          <pc:sldMk cId="1277116708" sldId="875"/>
        </pc:sldMkLst>
        <pc:spChg chg="mod">
          <ac:chgData name="sujatha s" userId="16e5d6df1050d5eb" providerId="LiveId" clId="{D4238371-03B0-4C62-A4A1-A0D14EE95B42}" dt="2024-07-13T04:43:33.079" v="134" actId="6549"/>
          <ac:spMkLst>
            <pc:docMk/>
            <pc:sldMk cId="1277116708" sldId="875"/>
            <ac:spMk id="4" creationId="{00000000-0000-0000-0000-000000000000}"/>
          </ac:spMkLst>
        </pc:spChg>
      </pc:sldChg>
      <pc:sldChg chg="modSp mod">
        <pc:chgData name="sujatha s" userId="16e5d6df1050d5eb" providerId="LiveId" clId="{D4238371-03B0-4C62-A4A1-A0D14EE95B42}" dt="2024-07-13T04:44:02.886" v="137" actId="20577"/>
        <pc:sldMkLst>
          <pc:docMk/>
          <pc:sldMk cId="542158118" sldId="876"/>
        </pc:sldMkLst>
        <pc:spChg chg="mod">
          <ac:chgData name="sujatha s" userId="16e5d6df1050d5eb" providerId="LiveId" clId="{D4238371-03B0-4C62-A4A1-A0D14EE95B42}" dt="2024-07-13T04:44:02.886" v="137" actId="20577"/>
          <ac:spMkLst>
            <pc:docMk/>
            <pc:sldMk cId="542158118" sldId="876"/>
            <ac:spMk id="74754" creationId="{E02C9024-A489-457F-BA76-A85D711F8ECD}"/>
          </ac:spMkLst>
        </pc:spChg>
      </pc:sldChg>
      <pc:sldChg chg="modSp mod">
        <pc:chgData name="sujatha s" userId="16e5d6df1050d5eb" providerId="LiveId" clId="{D4238371-03B0-4C62-A4A1-A0D14EE95B42}" dt="2024-07-13T04:46:10.674" v="141" actId="6549"/>
        <pc:sldMkLst>
          <pc:docMk/>
          <pc:sldMk cId="3405569418" sldId="877"/>
        </pc:sldMkLst>
        <pc:spChg chg="mod">
          <ac:chgData name="sujatha s" userId="16e5d6df1050d5eb" providerId="LiveId" clId="{D4238371-03B0-4C62-A4A1-A0D14EE95B42}" dt="2024-07-13T04:46:10.674" v="141" actId="6549"/>
          <ac:spMkLst>
            <pc:docMk/>
            <pc:sldMk cId="3405569418" sldId="877"/>
            <ac:spMk id="2" creationId="{00000000-0000-0000-0000-000000000000}"/>
          </ac:spMkLst>
        </pc:spChg>
      </pc:sldChg>
      <pc:sldChg chg="modSp mod">
        <pc:chgData name="sujatha s" userId="16e5d6df1050d5eb" providerId="LiveId" clId="{D4238371-03B0-4C62-A4A1-A0D14EE95B42}" dt="2024-07-13T04:46:44.167" v="144" actId="1076"/>
        <pc:sldMkLst>
          <pc:docMk/>
          <pc:sldMk cId="954925541" sldId="878"/>
        </pc:sldMkLst>
        <pc:spChg chg="mod">
          <ac:chgData name="sujatha s" userId="16e5d6df1050d5eb" providerId="LiveId" clId="{D4238371-03B0-4C62-A4A1-A0D14EE95B42}" dt="2024-07-13T04:46:44.167" v="144" actId="1076"/>
          <ac:spMkLst>
            <pc:docMk/>
            <pc:sldMk cId="954925541" sldId="878"/>
            <ac:spMk id="2" creationId="{00000000-0000-0000-0000-000000000000}"/>
          </ac:spMkLst>
        </pc:spChg>
        <pc:spChg chg="mod">
          <ac:chgData name="sujatha s" userId="16e5d6df1050d5eb" providerId="LiveId" clId="{D4238371-03B0-4C62-A4A1-A0D14EE95B42}" dt="2024-07-13T04:46:25.218" v="142" actId="2711"/>
          <ac:spMkLst>
            <pc:docMk/>
            <pc:sldMk cId="954925541" sldId="878"/>
            <ac:spMk id="3" creationId="{00000000-0000-0000-0000-000000000000}"/>
          </ac:spMkLst>
        </pc:spChg>
      </pc:sldChg>
      <pc:sldChg chg="modSp mod">
        <pc:chgData name="sujatha s" userId="16e5d6df1050d5eb" providerId="LiveId" clId="{D4238371-03B0-4C62-A4A1-A0D14EE95B42}" dt="2024-07-13T04:47:56.194" v="156" actId="6549"/>
        <pc:sldMkLst>
          <pc:docMk/>
          <pc:sldMk cId="3463723636" sldId="880"/>
        </pc:sldMkLst>
        <pc:spChg chg="mod">
          <ac:chgData name="sujatha s" userId="16e5d6df1050d5eb" providerId="LiveId" clId="{D4238371-03B0-4C62-A4A1-A0D14EE95B42}" dt="2024-07-13T04:47:56.194" v="156" actId="6549"/>
          <ac:spMkLst>
            <pc:docMk/>
            <pc:sldMk cId="3463723636" sldId="880"/>
            <ac:spMk id="2" creationId="{00000000-0000-0000-0000-000000000000}"/>
          </ac:spMkLst>
        </pc:spChg>
      </pc:sldChg>
      <pc:sldChg chg="modSp mod">
        <pc:chgData name="sujatha s" userId="16e5d6df1050d5eb" providerId="LiveId" clId="{D4238371-03B0-4C62-A4A1-A0D14EE95B42}" dt="2024-07-13T04:48:20.815" v="159" actId="14100"/>
        <pc:sldMkLst>
          <pc:docMk/>
          <pc:sldMk cId="2919232797" sldId="881"/>
        </pc:sldMkLst>
        <pc:spChg chg="mod">
          <ac:chgData name="sujatha s" userId="16e5d6df1050d5eb" providerId="LiveId" clId="{D4238371-03B0-4C62-A4A1-A0D14EE95B42}" dt="2024-07-13T04:48:13.885" v="157" actId="2711"/>
          <ac:spMkLst>
            <pc:docMk/>
            <pc:sldMk cId="2919232797" sldId="881"/>
            <ac:spMk id="2" creationId="{00000000-0000-0000-0000-000000000000}"/>
          </ac:spMkLst>
        </pc:spChg>
        <pc:spChg chg="mod">
          <ac:chgData name="sujatha s" userId="16e5d6df1050d5eb" providerId="LiveId" clId="{D4238371-03B0-4C62-A4A1-A0D14EE95B42}" dt="2024-07-13T04:48:20.815" v="159" actId="14100"/>
          <ac:spMkLst>
            <pc:docMk/>
            <pc:sldMk cId="2919232797" sldId="881"/>
            <ac:spMk id="3" creationId="{00000000-0000-0000-0000-000000000000}"/>
          </ac:spMkLst>
        </pc:spChg>
      </pc:sldChg>
      <pc:sldChg chg="delSp modSp mod">
        <pc:chgData name="sujatha s" userId="16e5d6df1050d5eb" providerId="LiveId" clId="{D4238371-03B0-4C62-A4A1-A0D14EE95B42}" dt="2024-07-13T04:49:16.080" v="175" actId="20577"/>
        <pc:sldMkLst>
          <pc:docMk/>
          <pc:sldMk cId="2831884741" sldId="882"/>
        </pc:sldMkLst>
        <pc:spChg chg="mod">
          <ac:chgData name="sujatha s" userId="16e5d6df1050d5eb" providerId="LiveId" clId="{D4238371-03B0-4C62-A4A1-A0D14EE95B42}" dt="2024-07-13T04:49:16.080" v="175" actId="20577"/>
          <ac:spMkLst>
            <pc:docMk/>
            <pc:sldMk cId="2831884741" sldId="882"/>
            <ac:spMk id="2" creationId="{00000000-0000-0000-0000-000000000000}"/>
          </ac:spMkLst>
        </pc:spChg>
        <pc:spChg chg="del mod">
          <ac:chgData name="sujatha s" userId="16e5d6df1050d5eb" providerId="LiveId" clId="{D4238371-03B0-4C62-A4A1-A0D14EE95B42}" dt="2024-07-13T04:49:01.914" v="170"/>
          <ac:spMkLst>
            <pc:docMk/>
            <pc:sldMk cId="2831884741" sldId="882"/>
            <ac:spMk id="4" creationId="{00000000-0000-0000-0000-000000000000}"/>
          </ac:spMkLst>
        </pc:spChg>
        <pc:spChg chg="del mod">
          <ac:chgData name="sujatha s" userId="16e5d6df1050d5eb" providerId="LiveId" clId="{D4238371-03B0-4C62-A4A1-A0D14EE95B42}" dt="2024-07-13T04:49:01.914" v="172"/>
          <ac:spMkLst>
            <pc:docMk/>
            <pc:sldMk cId="2831884741" sldId="882"/>
            <ac:spMk id="5" creationId="{00000000-0000-0000-0000-000000000000}"/>
          </ac:spMkLst>
        </pc:spChg>
      </pc:sldChg>
      <pc:sldChg chg="modSp mod">
        <pc:chgData name="sujatha s" userId="16e5d6df1050d5eb" providerId="LiveId" clId="{D4238371-03B0-4C62-A4A1-A0D14EE95B42}" dt="2024-07-13T04:34:33.740" v="36" actId="21"/>
        <pc:sldMkLst>
          <pc:docMk/>
          <pc:sldMk cId="3857110780" sldId="886"/>
        </pc:sldMkLst>
        <pc:spChg chg="mod">
          <ac:chgData name="sujatha s" userId="16e5d6df1050d5eb" providerId="LiveId" clId="{D4238371-03B0-4C62-A4A1-A0D14EE95B42}" dt="2024-07-13T04:34:28.678" v="35"/>
          <ac:spMkLst>
            <pc:docMk/>
            <pc:sldMk cId="3857110780" sldId="886"/>
            <ac:spMk id="4" creationId="{33278EB6-050B-4B6A-922D-B3C2CA0AEB00}"/>
          </ac:spMkLst>
        </pc:spChg>
        <pc:spChg chg="mod">
          <ac:chgData name="sujatha s" userId="16e5d6df1050d5eb" providerId="LiveId" clId="{D4238371-03B0-4C62-A4A1-A0D14EE95B42}" dt="2024-07-13T04:34:33.740" v="36" actId="21"/>
          <ac:spMkLst>
            <pc:docMk/>
            <pc:sldMk cId="3857110780" sldId="886"/>
            <ac:spMk id="84994" creationId="{4BD40871-9364-456F-BCCD-5B2E471D69BB}"/>
          </ac:spMkLst>
        </pc:spChg>
      </pc:sldChg>
      <pc:sldChg chg="delSp modSp mod">
        <pc:chgData name="sujatha s" userId="16e5d6df1050d5eb" providerId="LiveId" clId="{D4238371-03B0-4C62-A4A1-A0D14EE95B42}" dt="2024-07-13T04:35:00.431" v="42" actId="2710"/>
        <pc:sldMkLst>
          <pc:docMk/>
          <pc:sldMk cId="3621742578" sldId="887"/>
        </pc:sldMkLst>
        <pc:spChg chg="del mod">
          <ac:chgData name="sujatha s" userId="16e5d6df1050d5eb" providerId="LiveId" clId="{D4238371-03B0-4C62-A4A1-A0D14EE95B42}" dt="2024-07-13T04:33:09.410" v="20" actId="478"/>
          <ac:spMkLst>
            <pc:docMk/>
            <pc:sldMk cId="3621742578" sldId="887"/>
            <ac:spMk id="2" creationId="{00000000-0000-0000-0000-000000000000}"/>
          </ac:spMkLst>
        </pc:spChg>
        <pc:spChg chg="mod">
          <ac:chgData name="sujatha s" userId="16e5d6df1050d5eb" providerId="LiveId" clId="{D4238371-03B0-4C62-A4A1-A0D14EE95B42}" dt="2024-07-13T04:34:48.373" v="40" actId="113"/>
          <ac:spMkLst>
            <pc:docMk/>
            <pc:sldMk cId="3621742578" sldId="887"/>
            <ac:spMk id="4" creationId="{02E33CBF-B40C-42A7-99FA-6EF711ACAAE9}"/>
          </ac:spMkLst>
        </pc:spChg>
        <pc:spChg chg="mod">
          <ac:chgData name="sujatha s" userId="16e5d6df1050d5eb" providerId="LiveId" clId="{D4238371-03B0-4C62-A4A1-A0D14EE95B42}" dt="2024-07-13T04:35:00.431" v="42" actId="2710"/>
          <ac:spMkLst>
            <pc:docMk/>
            <pc:sldMk cId="3621742578" sldId="887"/>
            <ac:spMk id="87042" creationId="{AA0A75AA-78D1-481B-A0F1-2F0266E896F9}"/>
          </ac:spMkLst>
        </pc:spChg>
      </pc:sldChg>
      <pc:sldChg chg="modSp mod">
        <pc:chgData name="sujatha s" userId="16e5d6df1050d5eb" providerId="LiveId" clId="{D4238371-03B0-4C62-A4A1-A0D14EE95B42}" dt="2024-07-13T04:35:25.903" v="47"/>
        <pc:sldMkLst>
          <pc:docMk/>
          <pc:sldMk cId="2600536116" sldId="888"/>
        </pc:sldMkLst>
        <pc:spChg chg="mod">
          <ac:chgData name="sujatha s" userId="16e5d6df1050d5eb" providerId="LiveId" clId="{D4238371-03B0-4C62-A4A1-A0D14EE95B42}" dt="2024-07-13T04:35:25.903" v="47"/>
          <ac:spMkLst>
            <pc:docMk/>
            <pc:sldMk cId="2600536116" sldId="888"/>
            <ac:spMk id="4" creationId="{64E3A005-77BC-4B73-AD7D-53CD9BB4DB21}"/>
          </ac:spMkLst>
        </pc:spChg>
        <pc:spChg chg="mod">
          <ac:chgData name="sujatha s" userId="16e5d6df1050d5eb" providerId="LiveId" clId="{D4238371-03B0-4C62-A4A1-A0D14EE95B42}" dt="2024-07-13T04:34:00.696" v="31" actId="6549"/>
          <ac:spMkLst>
            <pc:docMk/>
            <pc:sldMk cId="2600536116" sldId="888"/>
            <ac:spMk id="84994" creationId="{5A3A4715-93C9-4052-8548-C0E4544CDDFF}"/>
          </ac:spMkLst>
        </pc:spChg>
      </pc:sldChg>
      <pc:sldChg chg="modSp mod">
        <pc:chgData name="sujatha s" userId="16e5d6df1050d5eb" providerId="LiveId" clId="{D4238371-03B0-4C62-A4A1-A0D14EE95B42}" dt="2024-07-13T04:35:43.169" v="57" actId="20577"/>
        <pc:sldMkLst>
          <pc:docMk/>
          <pc:sldMk cId="3289973429" sldId="889"/>
        </pc:sldMkLst>
        <pc:spChg chg="mod">
          <ac:chgData name="sujatha s" userId="16e5d6df1050d5eb" providerId="LiveId" clId="{D4238371-03B0-4C62-A4A1-A0D14EE95B42}" dt="2024-07-13T04:35:43.169" v="57" actId="20577"/>
          <ac:spMkLst>
            <pc:docMk/>
            <pc:sldMk cId="3289973429" sldId="889"/>
            <ac:spMk id="4" creationId="{AAE93FBE-530B-4430-A64E-7922C04E9A85}"/>
          </ac:spMkLst>
        </pc:spChg>
      </pc:sldChg>
      <pc:sldChg chg="modSp mod">
        <pc:chgData name="sujatha s" userId="16e5d6df1050d5eb" providerId="LiveId" clId="{D4238371-03B0-4C62-A4A1-A0D14EE95B42}" dt="2024-07-13T04:35:52.614" v="59"/>
        <pc:sldMkLst>
          <pc:docMk/>
          <pc:sldMk cId="2866931169" sldId="890"/>
        </pc:sldMkLst>
        <pc:spChg chg="mod">
          <ac:chgData name="sujatha s" userId="16e5d6df1050d5eb" providerId="LiveId" clId="{D4238371-03B0-4C62-A4A1-A0D14EE95B42}" dt="2024-07-13T04:35:52.614" v="59"/>
          <ac:spMkLst>
            <pc:docMk/>
            <pc:sldMk cId="2866931169" sldId="890"/>
            <ac:spMk id="4" creationId="{003F8B0B-2BAB-4E09-8F2C-70446DE8942D}"/>
          </ac:spMkLst>
        </pc:spChg>
      </pc:sldChg>
      <pc:sldChg chg="delSp modSp mod">
        <pc:chgData name="sujatha s" userId="16e5d6df1050d5eb" providerId="LiveId" clId="{D4238371-03B0-4C62-A4A1-A0D14EE95B42}" dt="2024-07-13T04:50:08.695" v="189" actId="6549"/>
        <pc:sldMkLst>
          <pc:docMk/>
          <pc:sldMk cId="4185056596" sldId="891"/>
        </pc:sldMkLst>
        <pc:spChg chg="del mod">
          <ac:chgData name="sujatha s" userId="16e5d6df1050d5eb" providerId="LiveId" clId="{D4238371-03B0-4C62-A4A1-A0D14EE95B42}" dt="2024-07-13T04:49:40.329" v="180" actId="478"/>
          <ac:spMkLst>
            <pc:docMk/>
            <pc:sldMk cId="4185056596" sldId="891"/>
            <ac:spMk id="2" creationId="{00000000-0000-0000-0000-000000000000}"/>
          </ac:spMkLst>
        </pc:spChg>
        <pc:spChg chg="mod">
          <ac:chgData name="sujatha s" userId="16e5d6df1050d5eb" providerId="LiveId" clId="{D4238371-03B0-4C62-A4A1-A0D14EE95B42}" dt="2024-07-13T04:50:08.695" v="189" actId="6549"/>
          <ac:spMkLst>
            <pc:docMk/>
            <pc:sldMk cId="4185056596" sldId="891"/>
            <ac:spMk id="284675" creationId="{00000000-0000-0000-0000-000000000000}"/>
          </ac:spMkLst>
        </pc:spChg>
      </pc:sldChg>
      <pc:sldChg chg="modSp mod">
        <pc:chgData name="sujatha s" userId="16e5d6df1050d5eb" providerId="LiveId" clId="{D4238371-03B0-4C62-A4A1-A0D14EE95B42}" dt="2024-07-13T04:36:08.892" v="62" actId="113"/>
        <pc:sldMkLst>
          <pc:docMk/>
          <pc:sldMk cId="481098272" sldId="896"/>
        </pc:sldMkLst>
        <pc:spChg chg="mod">
          <ac:chgData name="sujatha s" userId="16e5d6df1050d5eb" providerId="LiveId" clId="{D4238371-03B0-4C62-A4A1-A0D14EE95B42}" dt="2024-07-13T04:36:08.892" v="62" actId="113"/>
          <ac:spMkLst>
            <pc:docMk/>
            <pc:sldMk cId="481098272" sldId="896"/>
            <ac:spMk id="4" creationId="{CDB93805-7E2A-4726-96D0-6E0027E12627}"/>
          </ac:spMkLst>
        </pc:spChg>
      </pc:sldChg>
      <pc:sldChg chg="modSp mod">
        <pc:chgData name="sujatha s" userId="16e5d6df1050d5eb" providerId="LiveId" clId="{D4238371-03B0-4C62-A4A1-A0D14EE95B42}" dt="2024-07-13T04:36:21.277" v="73" actId="20577"/>
        <pc:sldMkLst>
          <pc:docMk/>
          <pc:sldMk cId="3936745458" sldId="897"/>
        </pc:sldMkLst>
        <pc:spChg chg="mod">
          <ac:chgData name="sujatha s" userId="16e5d6df1050d5eb" providerId="LiveId" clId="{D4238371-03B0-4C62-A4A1-A0D14EE95B42}" dt="2024-07-13T04:36:21.277" v="73" actId="20577"/>
          <ac:spMkLst>
            <pc:docMk/>
            <pc:sldMk cId="3936745458" sldId="897"/>
            <ac:spMk id="4" creationId="{97D162AE-E16B-4A91-B06A-5CB8E9B66531}"/>
          </ac:spMkLst>
        </pc:spChg>
      </pc:sldChg>
      <pc:sldChg chg="modSp mod">
        <pc:chgData name="sujatha s" userId="16e5d6df1050d5eb" providerId="LiveId" clId="{D4238371-03B0-4C62-A4A1-A0D14EE95B42}" dt="2024-07-13T04:36:31.162" v="84" actId="20577"/>
        <pc:sldMkLst>
          <pc:docMk/>
          <pc:sldMk cId="4052514791" sldId="898"/>
        </pc:sldMkLst>
        <pc:spChg chg="mod">
          <ac:chgData name="sujatha s" userId="16e5d6df1050d5eb" providerId="LiveId" clId="{D4238371-03B0-4C62-A4A1-A0D14EE95B42}" dt="2024-07-13T04:36:31.162" v="84" actId="20577"/>
          <ac:spMkLst>
            <pc:docMk/>
            <pc:sldMk cId="4052514791" sldId="898"/>
            <ac:spMk id="4" creationId="{65ED643E-F630-476A-9504-CFEA2146EFE7}"/>
          </ac:spMkLst>
        </pc:spChg>
      </pc:sldChg>
      <pc:sldChg chg="delSp modSp add mod">
        <pc:chgData name="sujatha s" userId="16e5d6df1050d5eb" providerId="LiveId" clId="{D4238371-03B0-4C62-A4A1-A0D14EE95B42}" dt="2024-07-13T04:35:14.435" v="46" actId="115"/>
        <pc:sldMkLst>
          <pc:docMk/>
          <pc:sldMk cId="3740707742" sldId="904"/>
        </pc:sldMkLst>
        <pc:spChg chg="del mod">
          <ac:chgData name="sujatha s" userId="16e5d6df1050d5eb" providerId="LiveId" clId="{D4238371-03B0-4C62-A4A1-A0D14EE95B42}" dt="2024-07-13T04:32:13.489" v="7" actId="478"/>
          <ac:spMkLst>
            <pc:docMk/>
            <pc:sldMk cId="3740707742" sldId="904"/>
            <ac:spMk id="2" creationId="{00000000-0000-0000-0000-000000000000}"/>
          </ac:spMkLst>
        </pc:spChg>
        <pc:spChg chg="mod">
          <ac:chgData name="sujatha s" userId="16e5d6df1050d5eb" providerId="LiveId" clId="{D4238371-03B0-4C62-A4A1-A0D14EE95B42}" dt="2024-07-13T04:35:14.435" v="46" actId="115"/>
          <ac:spMkLst>
            <pc:docMk/>
            <pc:sldMk cId="3740707742" sldId="904"/>
            <ac:spMk id="4" creationId="{02E33CBF-B40C-42A7-99FA-6EF711ACAAE9}"/>
          </ac:spMkLst>
        </pc:spChg>
        <pc:spChg chg="mod">
          <ac:chgData name="sujatha s" userId="16e5d6df1050d5eb" providerId="LiveId" clId="{D4238371-03B0-4C62-A4A1-A0D14EE95B42}" dt="2024-07-13T04:32:47.270" v="18" actId="6549"/>
          <ac:spMkLst>
            <pc:docMk/>
            <pc:sldMk cId="3740707742" sldId="904"/>
            <ac:spMk id="87042" creationId="{AA0A75AA-78D1-481B-A0F1-2F0266E896F9}"/>
          </ac:spMkLst>
        </pc:spChg>
      </pc:sldChg>
    </pc:docChg>
  </pc:docChgLst>
</pc:chgInfo>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4-11-24T11:32:17.585"/>
    </inkml:context>
    <inkml:brush xml:id="br0">
      <inkml:brushProperty name="width" value="0.05292" units="cm"/>
      <inkml:brushProperty name="height" value="0.05292" units="cm"/>
      <inkml:brushProperty name="color" value="#00B0F0"/>
    </inkml:brush>
  </inkml:definitions>
  <inkml:trace contextRef="#ctx0" brushRef="#br0">15478 8756 0,'100'0'31,"197"-50"0,-98 1-15,-75 24 0,124 25-1,-149 0-15,75 0 16,-149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54CD02D1-7632-4228-93AB-BE7B6FC83F89}" type="datetimeFigureOut">
              <a:rPr lang="en-IN" smtClean="0"/>
              <a:t>28-11-2025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F3163B7-A804-424A-B286-7B3923456BF7}" type="slidenum">
              <a:rPr lang="en-IN" smtClean="0"/>
              <a:t>‹#›</a:t>
            </a:fld>
            <a:endParaRPr lang="en-IN"/>
          </a:p>
        </p:txBody>
      </p:sp>
    </p:spTree>
    <p:extLst>
      <p:ext uri="{BB962C8B-B14F-4D97-AF65-F5344CB8AC3E}">
        <p14:creationId xmlns:p14="http://schemas.microsoft.com/office/powerpoint/2010/main" val="1388203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3C92A782-C79A-4348-A88B-19F539FC9CBE}" type="slidenum">
              <a:rPr lang="en-US" altLang="en-US" smtClean="0">
                <a:solidFill>
                  <a:srgbClr val="000000"/>
                </a:solidFill>
                <a:latin typeface="Arial" panose="020B0604020202020204" pitchFamily="34" charset="0"/>
              </a:rPr>
              <a:pPr/>
              <a:t>4</a:t>
            </a:fld>
            <a:endParaRPr lang="en-US" altLang="en-US">
              <a:solidFill>
                <a:srgbClr val="000000"/>
              </a:solidFill>
              <a:latin typeface="Arial" panose="020B0604020202020204" pitchFamily="34" charset="0"/>
            </a:endParaRPr>
          </a:p>
        </p:txBody>
      </p:sp>
      <p:sp>
        <p:nvSpPr>
          <p:cNvPr id="271363" name="Rectangle 2"/>
          <p:cNvSpPr>
            <a:spLocks noGrp="1" noRot="1" noChangeAspect="1" noChangeArrowheads="1" noTextEdit="1"/>
          </p:cNvSpPr>
          <p:nvPr>
            <p:ph type="sldImg"/>
          </p:nvPr>
        </p:nvSpPr>
        <p:spPr>
          <a:xfrm>
            <a:off x="1266825" y="727075"/>
            <a:ext cx="4781550" cy="3586163"/>
          </a:xfrm>
          <a:ln/>
        </p:spPr>
      </p:sp>
      <p:sp>
        <p:nvSpPr>
          <p:cNvPr id="27136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926229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3C92A782-C79A-4348-A88B-19F539FC9CBE}" type="slidenum">
              <a:rPr lang="en-US" altLang="en-US" smtClean="0">
                <a:solidFill>
                  <a:srgbClr val="000000"/>
                </a:solidFill>
                <a:latin typeface="Arial" panose="020B0604020202020204" pitchFamily="34" charset="0"/>
              </a:rPr>
              <a:pPr/>
              <a:t>5</a:t>
            </a:fld>
            <a:endParaRPr lang="en-US" altLang="en-US">
              <a:solidFill>
                <a:srgbClr val="000000"/>
              </a:solidFill>
              <a:latin typeface="Arial" panose="020B0604020202020204" pitchFamily="34" charset="0"/>
            </a:endParaRPr>
          </a:p>
        </p:txBody>
      </p:sp>
      <p:sp>
        <p:nvSpPr>
          <p:cNvPr id="271363" name="Rectangle 2"/>
          <p:cNvSpPr>
            <a:spLocks noGrp="1" noRot="1" noChangeAspect="1" noChangeArrowheads="1" noTextEdit="1"/>
          </p:cNvSpPr>
          <p:nvPr>
            <p:ph type="sldImg"/>
          </p:nvPr>
        </p:nvSpPr>
        <p:spPr>
          <a:xfrm>
            <a:off x="1266825" y="727075"/>
            <a:ext cx="4781550" cy="3586163"/>
          </a:xfrm>
          <a:ln/>
        </p:spPr>
      </p:sp>
      <p:sp>
        <p:nvSpPr>
          <p:cNvPr id="27136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44143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3C92A782-C79A-4348-A88B-19F539FC9CBE}" type="slidenum">
              <a:rPr lang="en-US" altLang="en-US" smtClean="0">
                <a:solidFill>
                  <a:srgbClr val="000000"/>
                </a:solidFill>
                <a:latin typeface="Arial" panose="020B0604020202020204" pitchFamily="34" charset="0"/>
              </a:rPr>
              <a:pPr/>
              <a:t>6</a:t>
            </a:fld>
            <a:endParaRPr lang="en-US" altLang="en-US">
              <a:solidFill>
                <a:srgbClr val="000000"/>
              </a:solidFill>
              <a:latin typeface="Arial" panose="020B0604020202020204" pitchFamily="34" charset="0"/>
            </a:endParaRPr>
          </a:p>
        </p:txBody>
      </p:sp>
      <p:sp>
        <p:nvSpPr>
          <p:cNvPr id="271363" name="Rectangle 2"/>
          <p:cNvSpPr>
            <a:spLocks noGrp="1" noRot="1" noChangeAspect="1" noChangeArrowheads="1" noTextEdit="1"/>
          </p:cNvSpPr>
          <p:nvPr>
            <p:ph type="sldImg"/>
          </p:nvPr>
        </p:nvSpPr>
        <p:spPr>
          <a:xfrm>
            <a:off x="1266825" y="727075"/>
            <a:ext cx="4781550" cy="3586163"/>
          </a:xfrm>
          <a:ln/>
        </p:spPr>
      </p:sp>
      <p:sp>
        <p:nvSpPr>
          <p:cNvPr id="27136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5886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7</a:t>
            </a:fld>
            <a:endParaRPr lang="en-US" altLang="en-US"/>
          </a:p>
        </p:txBody>
      </p:sp>
    </p:spTree>
    <p:extLst>
      <p:ext uri="{BB962C8B-B14F-4D97-AF65-F5344CB8AC3E}">
        <p14:creationId xmlns:p14="http://schemas.microsoft.com/office/powerpoint/2010/main" val="53790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63779F5B-BBA8-405F-97B1-B77060F6ED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6D38042D-1AD4-4AA6-A38B-7E50282B95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3732" name="Slide Number Placeholder 3">
            <a:extLst>
              <a:ext uri="{FF2B5EF4-FFF2-40B4-BE49-F238E27FC236}">
                <a16:creationId xmlns:a16="http://schemas.microsoft.com/office/drawing/2014/main" id="{73B1730A-53D7-46C5-9180-FF8CAE4328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73AD85A-F01D-4AF0-BF80-D6E4959EB212}" type="slidenum">
              <a:rPr lang="en-US" altLang="en-US"/>
              <a:pPr/>
              <a:t>8</a:t>
            </a:fld>
            <a:endParaRPr lang="en-US" altLang="en-US"/>
          </a:p>
        </p:txBody>
      </p:sp>
    </p:spTree>
    <p:extLst>
      <p:ext uri="{BB962C8B-B14F-4D97-AF65-F5344CB8AC3E}">
        <p14:creationId xmlns:p14="http://schemas.microsoft.com/office/powerpoint/2010/main" val="1857867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9</a:t>
            </a:fld>
            <a:endParaRPr lang="en-US" altLang="en-US"/>
          </a:p>
        </p:txBody>
      </p:sp>
    </p:spTree>
    <p:extLst>
      <p:ext uri="{BB962C8B-B14F-4D97-AF65-F5344CB8AC3E}">
        <p14:creationId xmlns:p14="http://schemas.microsoft.com/office/powerpoint/2010/main" val="3288247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10</a:t>
            </a:fld>
            <a:endParaRPr lang="en-US" altLang="en-US"/>
          </a:p>
        </p:txBody>
      </p:sp>
    </p:spTree>
    <p:extLst>
      <p:ext uri="{BB962C8B-B14F-4D97-AF65-F5344CB8AC3E}">
        <p14:creationId xmlns:p14="http://schemas.microsoft.com/office/powerpoint/2010/main" val="1430606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BC4C3B54-309B-4B76-81EB-EABD2CCCC67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0285F769-7406-4E37-A480-FF9E84CD35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5780" name="Slide Number Placeholder 3">
            <a:extLst>
              <a:ext uri="{FF2B5EF4-FFF2-40B4-BE49-F238E27FC236}">
                <a16:creationId xmlns:a16="http://schemas.microsoft.com/office/drawing/2014/main" id="{DF02C093-9870-49A7-86D5-08486300F8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CE4F44-D001-4179-A234-4418538F1157}" type="slidenum">
              <a:rPr lang="en-US" altLang="en-US"/>
              <a:pPr/>
              <a:t>11</a:t>
            </a:fld>
            <a:endParaRPr lang="en-US" altLang="en-US"/>
          </a:p>
        </p:txBody>
      </p:sp>
    </p:spTree>
    <p:extLst>
      <p:ext uri="{BB962C8B-B14F-4D97-AF65-F5344CB8AC3E}">
        <p14:creationId xmlns:p14="http://schemas.microsoft.com/office/powerpoint/2010/main" val="2265051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577FB2CA-0659-4E26-85A0-0AD99985F5F5}" type="slidenum">
              <a:rPr lang="en-US" altLang="en-US" smtClean="0">
                <a:solidFill>
                  <a:srgbClr val="000000"/>
                </a:solidFill>
                <a:latin typeface="Arial" panose="020B0604020202020204" pitchFamily="34" charset="0"/>
              </a:rPr>
              <a:pPr/>
              <a:t>16</a:t>
            </a:fld>
            <a:endParaRPr lang="en-US" altLang="en-US">
              <a:solidFill>
                <a:srgbClr val="000000"/>
              </a:solidFill>
              <a:latin typeface="Arial" panose="020B0604020202020204" pitchFamily="34" charset="0"/>
            </a:endParaRPr>
          </a:p>
        </p:txBody>
      </p:sp>
      <p:sp>
        <p:nvSpPr>
          <p:cNvPr id="285699" name="Rectangle 2"/>
          <p:cNvSpPr>
            <a:spLocks noGrp="1" noRot="1" noChangeAspect="1" noChangeArrowheads="1" noTextEdit="1"/>
          </p:cNvSpPr>
          <p:nvPr>
            <p:ph type="sldImg"/>
          </p:nvPr>
        </p:nvSpPr>
        <p:spPr>
          <a:xfrm>
            <a:off x="1266825" y="727075"/>
            <a:ext cx="4781550" cy="3586163"/>
          </a:xfrm>
          <a:ln/>
        </p:spPr>
      </p:sp>
      <p:sp>
        <p:nvSpPr>
          <p:cNvPr id="2857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666804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9C5CACF3-972D-4DCE-A393-2078EB3EA65F}" type="slidenum">
              <a:rPr lang="en-US" altLang="en-US" smtClean="0">
                <a:solidFill>
                  <a:srgbClr val="000000"/>
                </a:solidFill>
                <a:latin typeface="Arial" panose="020B0604020202020204" pitchFamily="34" charset="0"/>
              </a:rPr>
              <a:pPr/>
              <a:t>17</a:t>
            </a:fld>
            <a:endParaRPr lang="en-US" altLang="en-US">
              <a:solidFill>
                <a:srgbClr val="000000"/>
              </a:solidFill>
              <a:latin typeface="Arial" panose="020B0604020202020204" pitchFamily="34" charset="0"/>
            </a:endParaRPr>
          </a:p>
        </p:txBody>
      </p:sp>
      <p:sp>
        <p:nvSpPr>
          <p:cNvPr id="310275" name="Rectangle 2"/>
          <p:cNvSpPr>
            <a:spLocks noGrp="1" noRot="1" noChangeAspect="1" noChangeArrowheads="1" noTextEdit="1"/>
          </p:cNvSpPr>
          <p:nvPr>
            <p:ph type="sldImg"/>
          </p:nvPr>
        </p:nvSpPr>
        <p:spPr>
          <a:xfrm>
            <a:off x="1266825" y="727075"/>
            <a:ext cx="4781550" cy="3586163"/>
          </a:xfrm>
          <a:ln/>
        </p:spPr>
      </p:sp>
      <p:sp>
        <p:nvSpPr>
          <p:cNvPr id="31027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862465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55BF7FB1-0E90-4E86-AFC9-08ECBBA769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BD8BE155-2AA8-42A8-9547-C8B9A31384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7828" name="Slide Number Placeholder 3">
            <a:extLst>
              <a:ext uri="{FF2B5EF4-FFF2-40B4-BE49-F238E27FC236}">
                <a16:creationId xmlns:a16="http://schemas.microsoft.com/office/drawing/2014/main" id="{A676D525-B850-4BA2-998E-0CB222DA9D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D1809C-FB0C-4571-9188-E01B94A22ADD}" type="slidenum">
              <a:rPr lang="en-US" altLang="en-US"/>
              <a:pPr/>
              <a:t>18</a:t>
            </a:fld>
            <a:endParaRPr lang="en-US" altLang="en-US"/>
          </a:p>
        </p:txBody>
      </p:sp>
    </p:spTree>
    <p:extLst>
      <p:ext uri="{BB962C8B-B14F-4D97-AF65-F5344CB8AC3E}">
        <p14:creationId xmlns:p14="http://schemas.microsoft.com/office/powerpoint/2010/main" val="193268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8FACB799-3CA4-42D0-9363-51434394B8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DA4E7DE9-FF2D-455D-9EAB-19D259D909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79876" name="Slide Number Placeholder 3">
            <a:extLst>
              <a:ext uri="{FF2B5EF4-FFF2-40B4-BE49-F238E27FC236}">
                <a16:creationId xmlns:a16="http://schemas.microsoft.com/office/drawing/2014/main" id="{C2A98D7B-7656-4705-BD54-A6C348001B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7857909-A93F-4094-A689-3E193E076AE5}" type="slidenum">
              <a:rPr lang="en-US" altLang="en-US"/>
              <a:pPr/>
              <a:t>19</a:t>
            </a:fld>
            <a:endParaRPr lang="en-US" altLang="en-US"/>
          </a:p>
        </p:txBody>
      </p:sp>
    </p:spTree>
    <p:extLst>
      <p:ext uri="{BB962C8B-B14F-4D97-AF65-F5344CB8AC3E}">
        <p14:creationId xmlns:p14="http://schemas.microsoft.com/office/powerpoint/2010/main" val="9185642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26723D2C-591C-4454-8530-765051EF8A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a:extLst>
              <a:ext uri="{FF2B5EF4-FFF2-40B4-BE49-F238E27FC236}">
                <a16:creationId xmlns:a16="http://schemas.microsoft.com/office/drawing/2014/main" id="{5E322707-F6B7-44D5-B89A-67D2032B9F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1924" name="Slide Number Placeholder 3">
            <a:extLst>
              <a:ext uri="{FF2B5EF4-FFF2-40B4-BE49-F238E27FC236}">
                <a16:creationId xmlns:a16="http://schemas.microsoft.com/office/drawing/2014/main" id="{45418A93-FFAB-4DCD-9B53-D13B51EAFA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6157B6-6764-4208-AE01-EEBE0317A675}" type="slidenum">
              <a:rPr lang="en-US" altLang="en-US"/>
              <a:pPr/>
              <a:t>22</a:t>
            </a:fld>
            <a:endParaRPr lang="en-US" altLang="en-US"/>
          </a:p>
        </p:txBody>
      </p:sp>
    </p:spTree>
    <p:extLst>
      <p:ext uri="{BB962C8B-B14F-4D97-AF65-F5344CB8AC3E}">
        <p14:creationId xmlns:p14="http://schemas.microsoft.com/office/powerpoint/2010/main" val="372684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440FEB4E-BD9B-4CA1-BCDB-C1C7FDB425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7BEE79A6-071A-4F27-A4BF-00FAEE1CE2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3972" name="Slide Number Placeholder 3">
            <a:extLst>
              <a:ext uri="{FF2B5EF4-FFF2-40B4-BE49-F238E27FC236}">
                <a16:creationId xmlns:a16="http://schemas.microsoft.com/office/drawing/2014/main" id="{8BA49C0D-7CC6-49F5-8DAF-2009431205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0F9254-F8E2-4C4C-9FAC-1822FC76FA41}" type="slidenum">
              <a:rPr lang="en-US" altLang="en-US"/>
              <a:pPr/>
              <a:t>23</a:t>
            </a:fld>
            <a:endParaRPr lang="en-US" altLang="en-US"/>
          </a:p>
        </p:txBody>
      </p:sp>
    </p:spTree>
    <p:extLst>
      <p:ext uri="{BB962C8B-B14F-4D97-AF65-F5344CB8AC3E}">
        <p14:creationId xmlns:p14="http://schemas.microsoft.com/office/powerpoint/2010/main" val="7628635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440FEB4E-BD9B-4CA1-BCDB-C1C7FDB425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7BEE79A6-071A-4F27-A4BF-00FAEE1CE2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3972" name="Slide Number Placeholder 3">
            <a:extLst>
              <a:ext uri="{FF2B5EF4-FFF2-40B4-BE49-F238E27FC236}">
                <a16:creationId xmlns:a16="http://schemas.microsoft.com/office/drawing/2014/main" id="{8BA49C0D-7CC6-49F5-8DAF-2009431205C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90F9254-F8E2-4C4C-9FAC-1822FC76FA41}" type="slidenum">
              <a:rPr lang="en-US" altLang="en-US"/>
              <a:pPr/>
              <a:t>24</a:t>
            </a:fld>
            <a:endParaRPr lang="en-US" altLang="en-US"/>
          </a:p>
        </p:txBody>
      </p:sp>
    </p:spTree>
    <p:extLst>
      <p:ext uri="{BB962C8B-B14F-4D97-AF65-F5344CB8AC3E}">
        <p14:creationId xmlns:p14="http://schemas.microsoft.com/office/powerpoint/2010/main" val="3151078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77B5F66A-FF1C-46ED-BB33-6AE7471E24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a:extLst>
              <a:ext uri="{FF2B5EF4-FFF2-40B4-BE49-F238E27FC236}">
                <a16:creationId xmlns:a16="http://schemas.microsoft.com/office/drawing/2014/main" id="{20545B2D-A9CF-4132-9332-2546E2E7165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6020" name="Slide Number Placeholder 3">
            <a:extLst>
              <a:ext uri="{FF2B5EF4-FFF2-40B4-BE49-F238E27FC236}">
                <a16:creationId xmlns:a16="http://schemas.microsoft.com/office/drawing/2014/main" id="{CF93A0BF-B0BE-4EBB-A037-22971398118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2BE53C6-CE77-44FA-BC34-FDCDA8E40985}" type="slidenum">
              <a:rPr lang="en-US" altLang="en-US"/>
              <a:pPr/>
              <a:t>25</a:t>
            </a:fld>
            <a:endParaRPr lang="en-US" altLang="en-US"/>
          </a:p>
        </p:txBody>
      </p:sp>
    </p:spTree>
    <p:extLst>
      <p:ext uri="{BB962C8B-B14F-4D97-AF65-F5344CB8AC3E}">
        <p14:creationId xmlns:p14="http://schemas.microsoft.com/office/powerpoint/2010/main" val="11388356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492E3D72-B7B4-492D-8770-A3CA01E864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a:extLst>
              <a:ext uri="{FF2B5EF4-FFF2-40B4-BE49-F238E27FC236}">
                <a16:creationId xmlns:a16="http://schemas.microsoft.com/office/drawing/2014/main" id="{FAFF3627-C883-40CE-B24F-47538B7377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8068" name="Slide Number Placeholder 3">
            <a:extLst>
              <a:ext uri="{FF2B5EF4-FFF2-40B4-BE49-F238E27FC236}">
                <a16:creationId xmlns:a16="http://schemas.microsoft.com/office/drawing/2014/main" id="{F1454F35-8FD2-48E7-A037-7CF691C6CFA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C96FB1-1DC0-41FF-ABCB-AA291A3B48D3}" type="slidenum">
              <a:rPr lang="en-US" altLang="en-US"/>
              <a:pPr/>
              <a:t>26</a:t>
            </a:fld>
            <a:endParaRPr lang="en-US" altLang="en-US"/>
          </a:p>
        </p:txBody>
      </p:sp>
    </p:spTree>
    <p:extLst>
      <p:ext uri="{BB962C8B-B14F-4D97-AF65-F5344CB8AC3E}">
        <p14:creationId xmlns:p14="http://schemas.microsoft.com/office/powerpoint/2010/main" val="891981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F7221B99-D0CB-4A8F-B5CB-D0AFC3B5A2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a:extLst>
              <a:ext uri="{FF2B5EF4-FFF2-40B4-BE49-F238E27FC236}">
                <a16:creationId xmlns:a16="http://schemas.microsoft.com/office/drawing/2014/main" id="{3A43635F-DC57-484D-B1A2-A2E4C2BAD4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0116" name="Slide Number Placeholder 3">
            <a:extLst>
              <a:ext uri="{FF2B5EF4-FFF2-40B4-BE49-F238E27FC236}">
                <a16:creationId xmlns:a16="http://schemas.microsoft.com/office/drawing/2014/main" id="{7EAAAE59-728A-4876-8491-78BDDA4FB4A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34238E-0529-4ED3-82A4-225C79311291}" type="slidenum">
              <a:rPr lang="en-US" altLang="en-US"/>
              <a:pPr/>
              <a:t>27</a:t>
            </a:fld>
            <a:endParaRPr lang="en-US" altLang="en-US"/>
          </a:p>
        </p:txBody>
      </p:sp>
    </p:spTree>
    <p:extLst>
      <p:ext uri="{BB962C8B-B14F-4D97-AF65-F5344CB8AC3E}">
        <p14:creationId xmlns:p14="http://schemas.microsoft.com/office/powerpoint/2010/main" val="858053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6FD50791-7387-4159-9CDA-EE039831FE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a:extLst>
              <a:ext uri="{FF2B5EF4-FFF2-40B4-BE49-F238E27FC236}">
                <a16:creationId xmlns:a16="http://schemas.microsoft.com/office/drawing/2014/main" id="{735ED17B-5E6D-4E5A-B4A9-2E4847BEF16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4212" name="Slide Number Placeholder 3">
            <a:extLst>
              <a:ext uri="{FF2B5EF4-FFF2-40B4-BE49-F238E27FC236}">
                <a16:creationId xmlns:a16="http://schemas.microsoft.com/office/drawing/2014/main" id="{1A8E536E-FAE0-40E3-BD34-F8494A6910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AA8F44-7E0D-4D58-ADC0-62AA82EB8991}" type="slidenum">
              <a:rPr lang="en-US" altLang="en-US"/>
              <a:pPr/>
              <a:t>28</a:t>
            </a:fld>
            <a:endParaRPr lang="en-US" altLang="en-US"/>
          </a:p>
        </p:txBody>
      </p:sp>
    </p:spTree>
    <p:extLst>
      <p:ext uri="{BB962C8B-B14F-4D97-AF65-F5344CB8AC3E}">
        <p14:creationId xmlns:p14="http://schemas.microsoft.com/office/powerpoint/2010/main" val="2172097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059DC844-8A94-45B5-ACE0-01FF1922AB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a:extLst>
              <a:ext uri="{FF2B5EF4-FFF2-40B4-BE49-F238E27FC236}">
                <a16:creationId xmlns:a16="http://schemas.microsoft.com/office/drawing/2014/main" id="{1125CA50-BD96-4964-91E2-0930DB7FB3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6260" name="Slide Number Placeholder 3">
            <a:extLst>
              <a:ext uri="{FF2B5EF4-FFF2-40B4-BE49-F238E27FC236}">
                <a16:creationId xmlns:a16="http://schemas.microsoft.com/office/drawing/2014/main" id="{7ABC1BAA-3E2E-4B1F-9456-44D664209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E916DEC-D898-44EB-867D-0C66A33403EC}" type="slidenum">
              <a:rPr lang="en-US" altLang="en-US"/>
              <a:pPr/>
              <a:t>29</a:t>
            </a:fld>
            <a:endParaRPr lang="en-US" altLang="en-US"/>
          </a:p>
        </p:txBody>
      </p:sp>
    </p:spTree>
    <p:extLst>
      <p:ext uri="{BB962C8B-B14F-4D97-AF65-F5344CB8AC3E}">
        <p14:creationId xmlns:p14="http://schemas.microsoft.com/office/powerpoint/2010/main" val="2082725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1CD29E39-E889-4C9B-8F01-5C15A8788B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a:extLst>
              <a:ext uri="{FF2B5EF4-FFF2-40B4-BE49-F238E27FC236}">
                <a16:creationId xmlns:a16="http://schemas.microsoft.com/office/drawing/2014/main" id="{2F65796A-21EA-47F2-9BCB-C7E1ADCA1D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8308" name="Slide Number Placeholder 3">
            <a:extLst>
              <a:ext uri="{FF2B5EF4-FFF2-40B4-BE49-F238E27FC236}">
                <a16:creationId xmlns:a16="http://schemas.microsoft.com/office/drawing/2014/main" id="{762D4ED4-4F0D-4A94-8BBE-01BD885685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A921CBD-4671-4E02-91A5-0DFA4E9E81D0}" type="slidenum">
              <a:rPr lang="en-US" altLang="en-US"/>
              <a:pPr/>
              <a:t>30</a:t>
            </a:fld>
            <a:endParaRPr lang="en-US" altLang="en-US"/>
          </a:p>
        </p:txBody>
      </p:sp>
    </p:spTree>
    <p:extLst>
      <p:ext uri="{BB962C8B-B14F-4D97-AF65-F5344CB8AC3E}">
        <p14:creationId xmlns:p14="http://schemas.microsoft.com/office/powerpoint/2010/main" val="1514089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2898" name="Rectangle 1"/>
          <p:cNvSpPr>
            <a:spLocks noGrp="1" noRot="1" noChangeAspect="1" noChangeArrowheads="1" noTextEdit="1"/>
          </p:cNvSpPr>
          <p:nvPr>
            <p:ph type="sldImg"/>
          </p:nvPr>
        </p:nvSpPr>
        <p:spPr>
          <a:xfrm>
            <a:off x="1597025" y="1004888"/>
            <a:ext cx="4576763" cy="3432175"/>
          </a:xfrm>
          <a:solidFill>
            <a:srgbClr val="FFFFFF"/>
          </a:solidFill>
          <a:ln/>
        </p:spPr>
      </p:sp>
      <p:sp>
        <p:nvSpPr>
          <p:cNvPr id="592899" name="Rectangle 2"/>
          <p:cNvSpPr txBox="1">
            <a:spLocks noGrp="1" noChangeArrowheads="1"/>
          </p:cNvSpPr>
          <p:nvPr>
            <p:ph type="body" idx="1"/>
          </p:nvPr>
        </p:nvSpPr>
        <p:spPr>
          <a:xfrm>
            <a:off x="1185863" y="4772025"/>
            <a:ext cx="5405437"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endParaRPr lang="en-US" altLang="en-US"/>
          </a:p>
        </p:txBody>
      </p:sp>
    </p:spTree>
    <p:extLst>
      <p:ext uri="{BB962C8B-B14F-4D97-AF65-F5344CB8AC3E}">
        <p14:creationId xmlns:p14="http://schemas.microsoft.com/office/powerpoint/2010/main" val="40192539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4946" name="Rectangle 1"/>
          <p:cNvSpPr>
            <a:spLocks noGrp="1" noRot="1" noChangeAspect="1" noChangeArrowheads="1" noTextEdit="1"/>
          </p:cNvSpPr>
          <p:nvPr>
            <p:ph type="sldImg"/>
          </p:nvPr>
        </p:nvSpPr>
        <p:spPr>
          <a:xfrm>
            <a:off x="1597025" y="1004888"/>
            <a:ext cx="4576763" cy="3432175"/>
          </a:xfrm>
          <a:solidFill>
            <a:srgbClr val="FFFFFF"/>
          </a:solidFill>
          <a:ln/>
        </p:spPr>
      </p:sp>
      <p:sp>
        <p:nvSpPr>
          <p:cNvPr id="594947" name="Rectangle 2"/>
          <p:cNvSpPr txBox="1">
            <a:spLocks noGrp="1" noChangeArrowheads="1"/>
          </p:cNvSpPr>
          <p:nvPr>
            <p:ph type="body" idx="1"/>
          </p:nvPr>
        </p:nvSpPr>
        <p:spPr>
          <a:xfrm>
            <a:off x="1185863" y="4772025"/>
            <a:ext cx="5405437"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endParaRPr lang="en-US" altLang="en-US"/>
          </a:p>
        </p:txBody>
      </p:sp>
    </p:spTree>
    <p:extLst>
      <p:ext uri="{BB962C8B-B14F-4D97-AF65-F5344CB8AC3E}">
        <p14:creationId xmlns:p14="http://schemas.microsoft.com/office/powerpoint/2010/main" val="3383159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1090" name="Rectangle 1"/>
          <p:cNvSpPr>
            <a:spLocks noGrp="1" noRot="1" noChangeAspect="1" noChangeArrowheads="1" noTextEdit="1"/>
          </p:cNvSpPr>
          <p:nvPr>
            <p:ph type="sldImg"/>
          </p:nvPr>
        </p:nvSpPr>
        <p:spPr>
          <a:xfrm>
            <a:off x="1597025" y="1004888"/>
            <a:ext cx="4576763" cy="3432175"/>
          </a:xfrm>
          <a:solidFill>
            <a:srgbClr val="FFFFFF"/>
          </a:solidFill>
          <a:ln/>
        </p:spPr>
      </p:sp>
      <p:sp>
        <p:nvSpPr>
          <p:cNvPr id="601091" name="Rectangle 2"/>
          <p:cNvSpPr txBox="1">
            <a:spLocks noGrp="1" noChangeArrowheads="1"/>
          </p:cNvSpPr>
          <p:nvPr>
            <p:ph type="body" idx="1"/>
          </p:nvPr>
        </p:nvSpPr>
        <p:spPr>
          <a:xfrm>
            <a:off x="1185863" y="4772025"/>
            <a:ext cx="5405437" cy="381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endParaRPr lang="en-US" altLang="en-US"/>
          </a:p>
        </p:txBody>
      </p:sp>
    </p:spTree>
    <p:extLst>
      <p:ext uri="{BB962C8B-B14F-4D97-AF65-F5344CB8AC3E}">
        <p14:creationId xmlns:p14="http://schemas.microsoft.com/office/powerpoint/2010/main" val="32936062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C395CDA9-AA41-4FB1-A581-FE492672B805}" type="slidenum">
              <a:rPr lang="en-US" altLang="en-US" smtClean="0">
                <a:solidFill>
                  <a:srgbClr val="000000"/>
                </a:solidFill>
                <a:latin typeface="Arial" panose="020B0604020202020204" pitchFamily="34" charset="0"/>
              </a:rPr>
              <a:pPr/>
              <a:t>37</a:t>
            </a:fld>
            <a:endParaRPr lang="en-US" altLang="en-US">
              <a:solidFill>
                <a:srgbClr val="000000"/>
              </a:solidFill>
              <a:latin typeface="Arial" panose="020B0604020202020204" pitchFamily="34" charset="0"/>
            </a:endParaRPr>
          </a:p>
        </p:txBody>
      </p:sp>
      <p:sp>
        <p:nvSpPr>
          <p:cNvPr id="273411" name="Rectangle 2"/>
          <p:cNvSpPr>
            <a:spLocks noGrp="1" noRot="1" noChangeAspect="1" noChangeArrowheads="1" noTextEdit="1"/>
          </p:cNvSpPr>
          <p:nvPr>
            <p:ph type="sldImg"/>
          </p:nvPr>
        </p:nvSpPr>
        <p:spPr>
          <a:xfrm>
            <a:off x="1266825" y="727075"/>
            <a:ext cx="4781550" cy="3586163"/>
          </a:xfrm>
          <a:ln/>
        </p:spPr>
      </p:sp>
      <p:sp>
        <p:nvSpPr>
          <p:cNvPr id="27341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94341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7"/>
          <p:cNvSpPr>
            <a:spLocks noGrp="1" noChangeArrowheads="1"/>
          </p:cNvSpPr>
          <p:nvPr>
            <p:ph type="sldNum" sz="quarter" idx="5"/>
          </p:nvPr>
        </p:nvSpPr>
        <p:spPr>
          <a:noFill/>
        </p:spPr>
        <p:txBody>
          <a:bodyPr/>
          <a:lstStyle>
            <a:lvl1pPr defTabSz="931863">
              <a:defRPr sz="1200">
                <a:solidFill>
                  <a:srgbClr val="275AFF"/>
                </a:solidFill>
                <a:latin typeface="Times New Roman" panose="02020603050405020304" pitchFamily="18" charset="0"/>
                <a:cs typeface="Times New Roman" panose="02020603050405020304" pitchFamily="18" charset="0"/>
              </a:defRPr>
            </a:lvl1pPr>
            <a:lvl2pPr marL="742950" indent="-285750" defTabSz="931863">
              <a:defRPr sz="1200">
                <a:solidFill>
                  <a:srgbClr val="275AFF"/>
                </a:solidFill>
                <a:latin typeface="Times New Roman" panose="02020603050405020304" pitchFamily="18" charset="0"/>
                <a:cs typeface="Times New Roman" panose="02020603050405020304" pitchFamily="18" charset="0"/>
              </a:defRPr>
            </a:lvl2pPr>
            <a:lvl3pPr marL="1143000" indent="-228600" defTabSz="931863">
              <a:defRPr sz="1200">
                <a:solidFill>
                  <a:srgbClr val="275AFF"/>
                </a:solidFill>
                <a:latin typeface="Times New Roman" panose="02020603050405020304" pitchFamily="18" charset="0"/>
                <a:cs typeface="Times New Roman" panose="02020603050405020304" pitchFamily="18" charset="0"/>
              </a:defRPr>
            </a:lvl3pPr>
            <a:lvl4pPr marL="1600200" indent="-228600" defTabSz="931863">
              <a:defRPr sz="1200">
                <a:solidFill>
                  <a:srgbClr val="275AFF"/>
                </a:solidFill>
                <a:latin typeface="Times New Roman" panose="02020603050405020304" pitchFamily="18" charset="0"/>
                <a:cs typeface="Times New Roman" panose="02020603050405020304" pitchFamily="18" charset="0"/>
              </a:defRPr>
            </a:lvl4pPr>
            <a:lvl5pPr marL="2057400" indent="-228600" defTabSz="931863">
              <a:defRPr sz="1200">
                <a:solidFill>
                  <a:srgbClr val="275AFF"/>
                </a:solidFill>
                <a:latin typeface="Times New Roman" panose="02020603050405020304" pitchFamily="18" charset="0"/>
                <a:cs typeface="Times New Roman" panose="02020603050405020304" pitchFamily="18" charset="0"/>
              </a:defRPr>
            </a:lvl5pPr>
            <a:lvl6pPr marL="25146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defTabSz="931863"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9A95330F-535B-4E17-9459-C7D126B70546}" type="slidenum">
              <a:rPr lang="en-US" altLang="en-US" smtClean="0">
                <a:solidFill>
                  <a:srgbClr val="000000"/>
                </a:solidFill>
                <a:latin typeface="Arial" panose="020B0604020202020204" pitchFamily="34" charset="0"/>
              </a:rPr>
              <a:pPr/>
              <a:t>38</a:t>
            </a:fld>
            <a:endParaRPr lang="en-US" altLang="en-US">
              <a:solidFill>
                <a:srgbClr val="000000"/>
              </a:solidFill>
              <a:latin typeface="Arial" panose="020B0604020202020204" pitchFamily="34" charset="0"/>
            </a:endParaRPr>
          </a:p>
        </p:txBody>
      </p:sp>
      <p:sp>
        <p:nvSpPr>
          <p:cNvPr id="275459" name="Rectangle 2"/>
          <p:cNvSpPr>
            <a:spLocks noGrp="1" noRot="1" noChangeAspect="1" noChangeArrowheads="1" noTextEdit="1"/>
          </p:cNvSpPr>
          <p:nvPr>
            <p:ph type="sldImg"/>
          </p:nvPr>
        </p:nvSpPr>
        <p:spPr>
          <a:xfrm>
            <a:off x="1266825" y="727075"/>
            <a:ext cx="4781550" cy="3586163"/>
          </a:xfrm>
          <a:ln/>
        </p:spPr>
      </p:sp>
      <p:sp>
        <p:nvSpPr>
          <p:cNvPr id="27546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626481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B11B07D-383B-44C2-97A3-8049B68F8E22}" type="datetime1">
              <a:rPr lang="en-US" smtClean="0"/>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24000" y="315213"/>
            <a:ext cx="5059680" cy="696594"/>
          </a:xfrm>
        </p:spPr>
        <p:txBody>
          <a:bodyPr lIns="0" tIns="0" rIns="0" bIns="0"/>
          <a:lstStyle>
            <a:lvl1pPr>
              <a:defRPr sz="4400" b="0" i="0">
                <a:solidFill>
                  <a:schemeClr val="tx1"/>
                </a:solidFill>
                <a:latin typeface="Calibri"/>
                <a:cs typeface="Calibri"/>
              </a:defRPr>
            </a:lvl1pPr>
          </a:lstStyle>
          <a:p>
            <a:endParaRPr dirty="0"/>
          </a:p>
        </p:txBody>
      </p:sp>
      <p:sp>
        <p:nvSpPr>
          <p:cNvPr id="3" name="Holder 3"/>
          <p:cNvSpPr>
            <a:spLocks noGrp="1"/>
          </p:cNvSpPr>
          <p:nvPr>
            <p:ph type="body" idx="1"/>
          </p:nvPr>
        </p:nvSpPr>
        <p:spPr/>
        <p:txBody>
          <a:bodyPr lIns="0" tIns="0" rIns="0" bIns="0"/>
          <a:lstStyle>
            <a:lvl1pPr>
              <a:defRPr sz="25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7F85622-C219-4D96-A4D1-24ADB75AF8EB}" type="datetime1">
              <a:rPr lang="en-US" smtClean="0"/>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B9CFC000-72E1-4C7E-AD33-7CCF47D185FC}" type="datetime1">
              <a:rPr lang="en-US" smtClean="0"/>
              <a:t>11/28/2025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C4617A5E-7184-480A-9B03-157BA7602D6E}" type="datetime1">
              <a:rPr lang="en-US" smtClean="0"/>
              <a:t>11/28/2025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B6A06C3-87D8-4E07-9FE9-9EE932C71E9E}" type="datetime1">
              <a:rPr lang="en-US" smtClean="0"/>
              <a:t>11/28/2025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95084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192172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24535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7223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763687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67070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97866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76951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01721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397421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783088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0B4C62-2842-4767-8CBD-0D849CD77A71}"/>
              </a:ext>
            </a:extLst>
          </p:cNvPr>
          <p:cNvSpPr txBox="1">
            <a:spLocks noChangeArrowheads="1"/>
          </p:cNvSpPr>
          <p:nvPr/>
        </p:nvSpPr>
        <p:spPr bwMode="auto">
          <a:xfrm>
            <a:off x="3276600" y="6596065"/>
            <a:ext cx="5867400" cy="219291"/>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825" b="1">
                <a:solidFill>
                  <a:srgbClr val="101141"/>
                </a:solidFill>
                <a:cs typeface="Arial" charset="0"/>
              </a:rPr>
              <a:t>BITS </a:t>
            </a:r>
            <a:r>
              <a:rPr lang="en-US" sz="825">
                <a:solidFill>
                  <a:srgbClr val="101141"/>
                </a:solidFill>
                <a:cs typeface="Arial" charset="0"/>
              </a:rPr>
              <a:t>Pilani, Pilani Campus</a:t>
            </a:r>
          </a:p>
        </p:txBody>
      </p:sp>
      <p:grpSp>
        <p:nvGrpSpPr>
          <p:cNvPr id="5" name="Group 11">
            <a:extLst>
              <a:ext uri="{FF2B5EF4-FFF2-40B4-BE49-F238E27FC236}">
                <a16:creationId xmlns:a16="http://schemas.microsoft.com/office/drawing/2014/main" id="{52A99861-16D0-4117-9257-3A3354D64B78}"/>
              </a:ext>
            </a:extLst>
          </p:cNvPr>
          <p:cNvGrpSpPr>
            <a:grpSpLocks/>
          </p:cNvGrpSpPr>
          <p:nvPr/>
        </p:nvGrpSpPr>
        <p:grpSpPr bwMode="auto">
          <a:xfrm>
            <a:off x="2084388" y="6550027"/>
            <a:ext cx="7059612" cy="49213"/>
            <a:chOff x="2083888" y="6550671"/>
            <a:chExt cx="7060112" cy="48665"/>
          </a:xfrm>
        </p:grpSpPr>
        <p:sp>
          <p:nvSpPr>
            <p:cNvPr id="6" name="Rectangle 5">
              <a:extLst>
                <a:ext uri="{FF2B5EF4-FFF2-40B4-BE49-F238E27FC236}">
                  <a16:creationId xmlns:a16="http://schemas.microsoft.com/office/drawing/2014/main" id="{8CDE249F-6E84-46F9-92A6-F06877678CE3}"/>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7" name="Rectangle 6">
              <a:extLst>
                <a:ext uri="{FF2B5EF4-FFF2-40B4-BE49-F238E27FC236}">
                  <a16:creationId xmlns:a16="http://schemas.microsoft.com/office/drawing/2014/main" id="{C8C6D309-47BA-4A3A-A0C0-69DC995500F8}"/>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8" name="Rectangle 7">
              <a:extLst>
                <a:ext uri="{FF2B5EF4-FFF2-40B4-BE49-F238E27FC236}">
                  <a16:creationId xmlns:a16="http://schemas.microsoft.com/office/drawing/2014/main" id="{5B0D3E15-F336-47A6-9B47-D298AD170823}"/>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pic>
        <p:nvPicPr>
          <p:cNvPr id="9" name="Picture 11" descr="Picture 7.png">
            <a:extLst>
              <a:ext uri="{FF2B5EF4-FFF2-40B4-BE49-F238E27FC236}">
                <a16:creationId xmlns:a16="http://schemas.microsoft.com/office/drawing/2014/main" id="{2E0FB5CA-05FC-40A5-9DF6-0CF0AE768131}"/>
              </a:ext>
            </a:extLst>
          </p:cNvPr>
          <p:cNvPicPr>
            <a:picLocks noChangeAspect="1"/>
          </p:cNvPicPr>
          <p:nvPr/>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8">
            <a:extLst>
              <a:ext uri="{FF2B5EF4-FFF2-40B4-BE49-F238E27FC236}">
                <a16:creationId xmlns:a16="http://schemas.microsoft.com/office/drawing/2014/main" id="{5153E015-5CAD-4344-B986-BED29E7C3D9C}"/>
              </a:ext>
            </a:extLst>
          </p:cNvPr>
          <p:cNvGrpSpPr>
            <a:grpSpLocks/>
          </p:cNvGrpSpPr>
          <p:nvPr/>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718A5E40-5AE4-4BD2-B486-2D982604B2B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2" name="Rectangle 11">
              <a:extLst>
                <a:ext uri="{FF2B5EF4-FFF2-40B4-BE49-F238E27FC236}">
                  <a16:creationId xmlns:a16="http://schemas.microsoft.com/office/drawing/2014/main" id="{3EAB7398-FA24-41AC-A50F-9F8A090EB7A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3" name="Rectangle 12">
              <a:extLst>
                <a:ext uri="{FF2B5EF4-FFF2-40B4-BE49-F238E27FC236}">
                  <a16:creationId xmlns:a16="http://schemas.microsoft.com/office/drawing/2014/main" id="{F044EE86-0273-4426-BF39-A0205C754FE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grpSp>
        <p:nvGrpSpPr>
          <p:cNvPr id="14" name="Group 22">
            <a:extLst>
              <a:ext uri="{FF2B5EF4-FFF2-40B4-BE49-F238E27FC236}">
                <a16:creationId xmlns:a16="http://schemas.microsoft.com/office/drawing/2014/main" id="{E1AFD123-4D87-41B7-813A-2A5AE4FD2D4D}"/>
              </a:ext>
            </a:extLst>
          </p:cNvPr>
          <p:cNvGrpSpPr>
            <a:grpSpLocks/>
          </p:cNvGrpSpPr>
          <p:nvPr/>
        </p:nvGrpSpPr>
        <p:grpSpPr bwMode="auto">
          <a:xfrm>
            <a:off x="0" y="1295400"/>
            <a:ext cx="7010400" cy="46038"/>
            <a:chOff x="1905000" y="6553200"/>
            <a:chExt cx="7010400" cy="45719"/>
          </a:xfrm>
        </p:grpSpPr>
        <p:sp>
          <p:nvSpPr>
            <p:cNvPr id="15" name="Rectangle 14">
              <a:extLst>
                <a:ext uri="{FF2B5EF4-FFF2-40B4-BE49-F238E27FC236}">
                  <a16:creationId xmlns:a16="http://schemas.microsoft.com/office/drawing/2014/main" id="{EF13209B-54A9-4A47-B335-DA08FC15979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6" name="Rectangle 15">
              <a:extLst>
                <a:ext uri="{FF2B5EF4-FFF2-40B4-BE49-F238E27FC236}">
                  <a16:creationId xmlns:a16="http://schemas.microsoft.com/office/drawing/2014/main" id="{98734A40-34FB-4F22-8B34-D06935B7487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17" name="Rectangle 16">
              <a:extLst>
                <a:ext uri="{FF2B5EF4-FFF2-40B4-BE49-F238E27FC236}">
                  <a16:creationId xmlns:a16="http://schemas.microsoft.com/office/drawing/2014/main" id="{C2CC8620-4C65-44BE-9B9D-EB3949C54F0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grpSp>
      <p:sp>
        <p:nvSpPr>
          <p:cNvPr id="3" name="Content Placeholder 2"/>
          <p:cNvSpPr>
            <a:spLocks noGrp="1"/>
          </p:cNvSpPr>
          <p:nvPr>
            <p:ph idx="1"/>
          </p:nvPr>
        </p:nvSpPr>
        <p:spPr>
          <a:xfrm>
            <a:off x="304800" y="1600202"/>
            <a:ext cx="8229600" cy="1329595"/>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7484551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3D2F31-780F-3A93-06B8-81691B353FA3}"/>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6D57CB00-7FF9-018D-63BA-6CE43676366B}"/>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C95BF1C1-F1FB-495F-1048-F7510A605982}"/>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F21EF4D-330A-BD41-2F92-F56FD1C471E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5428B64-9414-24E0-E067-A150ECF38FB8}"/>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8B793E7D-86AA-0696-CCC5-DBFD48D69F9A}"/>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CE3D1701-5331-1104-1924-B0AC3960320A}"/>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ctr">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508743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89698F-2BE9-74C4-A2E8-CE611F808D01}"/>
              </a:ext>
            </a:extLst>
          </p:cNvPr>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BA7083BB-0576-B56A-821C-5FEC97FBBC17}"/>
              </a:ext>
            </a:extLst>
          </p:cNvPr>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26A1780D-E7FC-95E5-FE39-A3283677569F}"/>
              </a:ext>
            </a:extLst>
          </p:cNvPr>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17E8558-DFE4-4633-F75E-7973D2DFB05D}"/>
              </a:ext>
            </a:extLst>
          </p:cNvPr>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90D22DD-2F4E-9DF2-C1FD-09BA0B74F161}"/>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D62C0FF4-9075-0615-AA8D-B1196F49DA77}"/>
              </a:ext>
            </a:extLst>
          </p:cNvPr>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6FFF3C7B-7D78-2778-7694-EC45A2F7EB97}"/>
              </a:ext>
            </a:extLst>
          </p:cNvPr>
          <p:cNvSpPr txBox="1">
            <a:spLocks noChangeArrowheads="1"/>
          </p:cNvSpPr>
          <p:nvPr userDrawn="1"/>
        </p:nvSpPr>
        <p:spPr bwMode="auto">
          <a:xfrm>
            <a:off x="152400" y="56673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4422302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BCF791C7-726C-8E84-7872-FE8AA4CA732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2EC83615-E269-8423-8AED-FA69FEB4E61E}"/>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3A68D957-DEBF-B80F-BB4D-BA95EA6BE98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E290557-CDDE-5E5E-B3F1-8DDCEAB73E3B}"/>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1590930B-2914-848E-2956-D7E8E668B025}"/>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0EFB1FAB-481A-6DC1-718D-D6CD52A0CE74}"/>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794BB935-79E0-9C77-FC1A-E90584166384}"/>
              </a:ext>
            </a:extLst>
          </p:cNvPr>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1C9835B-E329-CF53-A671-86B6991C3A46}"/>
              </a:ext>
            </a:extLst>
          </p:cNvPr>
          <p:cNvSpPr txBox="1">
            <a:spLocks noChangeArrowheads="1"/>
          </p:cNvSpPr>
          <p:nvPr userDrawn="1"/>
        </p:nvSpPr>
        <p:spPr bwMode="auto">
          <a:xfrm>
            <a:off x="7086600" y="1171575"/>
            <a:ext cx="1905000" cy="276225"/>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51577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9962B3-B0FA-7ACB-BADB-8C57F5828D3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4" name="Group 11">
            <a:extLst>
              <a:ext uri="{FF2B5EF4-FFF2-40B4-BE49-F238E27FC236}">
                <a16:creationId xmlns:a16="http://schemas.microsoft.com/office/drawing/2014/main" id="{5A3F60FF-DADB-3FEB-DE6F-68A49F44F898}"/>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9389637-2014-8CAB-512B-0402228D156A}"/>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9D2CC9D-345F-A820-148F-29D7E5066271}"/>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AD358C06-5B3D-4FDB-A844-BA3824C76E6F}"/>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DAE63506-FE50-D6BE-6090-E475C08B004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7BA044BF-32D7-F6A5-B7BF-7EF7936F8ACA}"/>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68C9D937-1399-BF58-F9BD-3465295B0B7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E6C6DEC7-0688-AEE3-A278-C1C64362AA6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C8758B83-0390-FB5F-7200-67A20822452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BA87D3C-A073-531F-A1C7-535ACADB7BE6}"/>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3E17A165-FD08-B408-49A1-0191125871E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3A7B3042-44AF-3E9F-B665-08523455027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6DF3BA92-E294-2A4F-E315-3BB25773AD27}"/>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5319542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768DD7B-FCF9-C3C3-F51E-F73F817B8C8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06EFEB7A-C6DC-C8F2-B099-A93E788E9C7B}"/>
              </a:ext>
            </a:extLst>
          </p:cNvPr>
          <p:cNvGrpSpPr>
            <a:grpSpLocks/>
          </p:cNvGrpSpPr>
          <p:nvPr userDrawn="1"/>
        </p:nvGrpSpPr>
        <p:grpSpPr bwMode="auto">
          <a:xfrm>
            <a:off x="0" y="1295400"/>
            <a:ext cx="7010400" cy="46038"/>
            <a:chOff x="1905000" y="6553200"/>
            <a:chExt cx="7010400" cy="45719"/>
          </a:xfrm>
        </p:grpSpPr>
        <p:sp>
          <p:nvSpPr>
            <p:cNvPr id="6" name="Rectangle 5">
              <a:extLst>
                <a:ext uri="{FF2B5EF4-FFF2-40B4-BE49-F238E27FC236}">
                  <a16:creationId xmlns:a16="http://schemas.microsoft.com/office/drawing/2014/main" id="{2C135F59-CF4B-63CF-E4E6-E8D36EE483F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034883A-BAD3-2416-7778-C9EFC9666E2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2E056742-0E35-6ED2-BA18-C5D4821E6EB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28">
            <a:extLst>
              <a:ext uri="{FF2B5EF4-FFF2-40B4-BE49-F238E27FC236}">
                <a16:creationId xmlns:a16="http://schemas.microsoft.com/office/drawing/2014/main" id="{C8706305-4A7B-9D21-D29B-48100022BD86}"/>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1FDA4114-157C-BDA1-0A07-D6A79DD316A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BEBF9E64-F97A-4CB8-E325-8723FFFC33D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805994CF-9984-7C66-E6FC-6BD42AA824E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13" name="TextBox 12">
            <a:extLst>
              <a:ext uri="{FF2B5EF4-FFF2-40B4-BE49-F238E27FC236}">
                <a16:creationId xmlns:a16="http://schemas.microsoft.com/office/drawing/2014/main" id="{70268226-22F3-DEA7-D141-02B3785E5A8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sz="half" idx="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637287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9164FA94-BCAD-057A-427E-965529451B25}"/>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91E9B8F7-5671-7D86-C56F-0F2D0178B2DA}"/>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FE6CF87F-D6CC-87FB-A40F-2AA2D171BF3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06E1A3F-7A69-9FFC-7210-03B9CB6387B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1" name="Group 15">
            <a:extLst>
              <a:ext uri="{FF2B5EF4-FFF2-40B4-BE49-F238E27FC236}">
                <a16:creationId xmlns:a16="http://schemas.microsoft.com/office/drawing/2014/main" id="{602ED944-785E-2D42-438A-AC8FCB731B9D}"/>
              </a:ext>
            </a:extLst>
          </p:cNvPr>
          <p:cNvGrpSpPr>
            <a:grpSpLocks/>
          </p:cNvGrpSpPr>
          <p:nvPr userDrawn="1"/>
        </p:nvGrpSpPr>
        <p:grpSpPr bwMode="auto">
          <a:xfrm>
            <a:off x="2133600" y="6553200"/>
            <a:ext cx="7010400" cy="46038"/>
            <a:chOff x="1905000" y="6553200"/>
            <a:chExt cx="7010400" cy="45719"/>
          </a:xfrm>
        </p:grpSpPr>
        <p:sp>
          <p:nvSpPr>
            <p:cNvPr id="12" name="Rectangle 11">
              <a:extLst>
                <a:ext uri="{FF2B5EF4-FFF2-40B4-BE49-F238E27FC236}">
                  <a16:creationId xmlns:a16="http://schemas.microsoft.com/office/drawing/2014/main" id="{B84269D8-F709-50C0-2B19-9F9B5A5506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A35D7C33-AFB2-7DF2-0F04-6E9E67B6D8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a:extLst>
                <a:ext uri="{FF2B5EF4-FFF2-40B4-BE49-F238E27FC236}">
                  <a16:creationId xmlns:a16="http://schemas.microsoft.com/office/drawing/2014/main" id="{851D8A46-8D93-FA10-043B-EE60B601F63B}"/>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5" name="Picture 13" descr="Picture 7.png">
            <a:extLst>
              <a:ext uri="{FF2B5EF4-FFF2-40B4-BE49-F238E27FC236}">
                <a16:creationId xmlns:a16="http://schemas.microsoft.com/office/drawing/2014/main" id="{6E005737-8205-E040-1BE4-7A9395D97014}"/>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AB5F34AA-3A58-E825-FDB3-AEFD14C5A80E}"/>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414010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A3D3F42-0D36-DFF9-0EB5-6371E8229B4A}"/>
              </a:ext>
            </a:extLst>
          </p:cNvPr>
          <p:cNvGrpSpPr>
            <a:grpSpLocks/>
          </p:cNvGrpSpPr>
          <p:nvPr userDrawn="1"/>
        </p:nvGrpSpPr>
        <p:grpSpPr bwMode="auto">
          <a:xfrm>
            <a:off x="0" y="1295400"/>
            <a:ext cx="7010400" cy="46038"/>
            <a:chOff x="1905000" y="6553200"/>
            <a:chExt cx="7010400" cy="45719"/>
          </a:xfrm>
        </p:grpSpPr>
        <p:sp>
          <p:nvSpPr>
            <p:cNvPr id="3" name="Rectangle 2">
              <a:extLst>
                <a:ext uri="{FF2B5EF4-FFF2-40B4-BE49-F238E27FC236}">
                  <a16:creationId xmlns:a16="http://schemas.microsoft.com/office/drawing/2014/main" id="{190D3E31-89D1-2457-D73F-478FA2B5AEA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D379A579-F031-6A8D-A252-B6A953B92F6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D4CC4CA-F073-0A30-74A2-B7A1C4288FD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10">
            <a:extLst>
              <a:ext uri="{FF2B5EF4-FFF2-40B4-BE49-F238E27FC236}">
                <a16:creationId xmlns:a16="http://schemas.microsoft.com/office/drawing/2014/main" id="{8F84F4BF-B44D-2C28-F81F-5C53A65ED015}"/>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42125B84-B2B8-DD21-ADD2-3DCCE8DB4C9D}"/>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7F814E11-055E-7DF7-0D85-39EB67962CA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73F09244-8093-6D3E-00EC-AB9D6B40585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C9378DDA-09BD-66A0-DBF2-3A8AE287B81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2D0CC58-7B2A-FA7C-9F38-0474081480E2}"/>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428542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8765FB91-C32C-21B8-C8F8-F1C32ACEA29C}"/>
              </a:ext>
            </a:extLst>
          </p:cNvPr>
          <p:cNvGrpSpPr>
            <a:grpSpLocks/>
          </p:cNvGrpSpPr>
          <p:nvPr userDrawn="1"/>
        </p:nvGrpSpPr>
        <p:grpSpPr bwMode="auto">
          <a:xfrm>
            <a:off x="0" y="1295400"/>
            <a:ext cx="7010400" cy="46038"/>
            <a:chOff x="1905000" y="6553200"/>
            <a:chExt cx="7010400" cy="45719"/>
          </a:xfrm>
        </p:grpSpPr>
        <p:sp>
          <p:nvSpPr>
            <p:cNvPr id="5" name="Rectangle 4">
              <a:extLst>
                <a:ext uri="{FF2B5EF4-FFF2-40B4-BE49-F238E27FC236}">
                  <a16:creationId xmlns:a16="http://schemas.microsoft.com/office/drawing/2014/main" id="{35155572-0C9B-4A98-6C86-DD4696E81B1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F65695AD-D8D1-44BA-7030-B5F4DA1787F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CC50E30-90A8-67FF-40E0-C6B1A7D77DC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3">
            <a:extLst>
              <a:ext uri="{FF2B5EF4-FFF2-40B4-BE49-F238E27FC236}">
                <a16:creationId xmlns:a16="http://schemas.microsoft.com/office/drawing/2014/main" id="{563219FC-BF31-A7EF-590F-380743CC31CA}"/>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CE6CA1FF-3819-8BD1-163B-0E25900BF14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87F2347-EBA9-1866-58AC-4ECCC76275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67F80CC5-4402-ACB1-4EDF-604C9EC5415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95DF0734-E45E-E908-0705-1006F060799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4E1FD027-02F2-F1B4-BD56-46D38483DEC3}"/>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157962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092EEAC6-00EC-650D-4B04-55F7D9F2E2A9}"/>
              </a:ext>
            </a:extLst>
          </p:cNvPr>
          <p:cNvGrpSpPr>
            <a:grpSpLocks/>
          </p:cNvGrpSpPr>
          <p:nvPr userDrawn="1"/>
        </p:nvGrpSpPr>
        <p:grpSpPr bwMode="auto">
          <a:xfrm>
            <a:off x="0" y="1295400"/>
            <a:ext cx="7010400" cy="46038"/>
            <a:chOff x="1905000" y="6553200"/>
            <a:chExt cx="7010400" cy="45719"/>
          </a:xfrm>
        </p:grpSpPr>
        <p:sp>
          <p:nvSpPr>
            <p:cNvPr id="7" name="Rectangle 6">
              <a:extLst>
                <a:ext uri="{FF2B5EF4-FFF2-40B4-BE49-F238E27FC236}">
                  <a16:creationId xmlns:a16="http://schemas.microsoft.com/office/drawing/2014/main" id="{CDCBADFB-A57D-5D14-D37E-1D3B79F3CDB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9F8B2E83-010B-8C67-EE90-2CB1E797C6E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63D18854-1B0D-6021-6365-20E94A1B4D1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10">
            <a:extLst>
              <a:ext uri="{FF2B5EF4-FFF2-40B4-BE49-F238E27FC236}">
                <a16:creationId xmlns:a16="http://schemas.microsoft.com/office/drawing/2014/main" id="{A9D01C2B-0153-0B55-CB8C-98F390AA9233}"/>
              </a:ext>
            </a:extLst>
          </p:cNvPr>
          <p:cNvGrpSpPr>
            <a:grpSpLocks/>
          </p:cNvGrpSpPr>
          <p:nvPr userDrawn="1"/>
        </p:nvGrpSpPr>
        <p:grpSpPr bwMode="auto">
          <a:xfrm>
            <a:off x="2133600" y="6553200"/>
            <a:ext cx="7010400" cy="46038"/>
            <a:chOff x="1905000" y="6553200"/>
            <a:chExt cx="7010400" cy="45719"/>
          </a:xfrm>
        </p:grpSpPr>
        <p:sp>
          <p:nvSpPr>
            <p:cNvPr id="11" name="Rectangle 10">
              <a:extLst>
                <a:ext uri="{FF2B5EF4-FFF2-40B4-BE49-F238E27FC236}">
                  <a16:creationId xmlns:a16="http://schemas.microsoft.com/office/drawing/2014/main" id="{20219917-48AD-E0B5-5F38-1E1723A22A71}"/>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28E1DE18-14E5-66E5-D9E4-FA526D24034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a:extLst>
                <a:ext uri="{FF2B5EF4-FFF2-40B4-BE49-F238E27FC236}">
                  <a16:creationId xmlns:a16="http://schemas.microsoft.com/office/drawing/2014/main" id="{7224B2F3-38D2-BABA-81F8-937A8837ABB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7ECBE88E-FC10-D75B-0B8A-8FC59D53C83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8E4FA241-7380-5CE4-E223-22740E3FB881}"/>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390635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35E1E351-2F0E-8BA1-7E11-D2FD7AB06755}"/>
              </a:ext>
            </a:extLst>
          </p:cNvPr>
          <p:cNvGrpSpPr>
            <a:grpSpLocks/>
          </p:cNvGrpSpPr>
          <p:nvPr userDrawn="1"/>
        </p:nvGrpSpPr>
        <p:grpSpPr bwMode="auto">
          <a:xfrm>
            <a:off x="0" y="1295400"/>
            <a:ext cx="7010400" cy="46038"/>
            <a:chOff x="1905000" y="6553200"/>
            <a:chExt cx="7010400" cy="45719"/>
          </a:xfrm>
        </p:grpSpPr>
        <p:sp>
          <p:nvSpPr>
            <p:cNvPr id="4" name="Rectangle 3">
              <a:extLst>
                <a:ext uri="{FF2B5EF4-FFF2-40B4-BE49-F238E27FC236}">
                  <a16:creationId xmlns:a16="http://schemas.microsoft.com/office/drawing/2014/main" id="{88C45386-1DAC-B685-49DA-FDDD80DB9ECF}"/>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7C36B6BA-C270-7D4B-759E-023E13139E7E}"/>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4FBF6EDC-084A-EBCE-4645-978681553CD2}"/>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7" name="Group 24">
            <a:extLst>
              <a:ext uri="{FF2B5EF4-FFF2-40B4-BE49-F238E27FC236}">
                <a16:creationId xmlns:a16="http://schemas.microsoft.com/office/drawing/2014/main" id="{DAC62562-50D7-C2BE-89B8-C0652435446F}"/>
              </a:ext>
            </a:extLst>
          </p:cNvPr>
          <p:cNvGrpSpPr>
            <a:grpSpLocks/>
          </p:cNvGrpSpPr>
          <p:nvPr userDrawn="1"/>
        </p:nvGrpSpPr>
        <p:grpSpPr bwMode="auto">
          <a:xfrm>
            <a:off x="2133600" y="6553200"/>
            <a:ext cx="7010400" cy="46038"/>
            <a:chOff x="1905000" y="6553200"/>
            <a:chExt cx="7010400" cy="45719"/>
          </a:xfrm>
        </p:grpSpPr>
        <p:sp>
          <p:nvSpPr>
            <p:cNvPr id="8" name="Rectangle 7">
              <a:extLst>
                <a:ext uri="{FF2B5EF4-FFF2-40B4-BE49-F238E27FC236}">
                  <a16:creationId xmlns:a16="http://schemas.microsoft.com/office/drawing/2014/main" id="{81881FB1-95E1-E85A-DBA3-329248E5591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a:extLst>
                <a:ext uri="{FF2B5EF4-FFF2-40B4-BE49-F238E27FC236}">
                  <a16:creationId xmlns:a16="http://schemas.microsoft.com/office/drawing/2014/main" id="{81C33162-69E6-8E4F-BFC0-D582B513E4CC}"/>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a:extLst>
                <a:ext uri="{FF2B5EF4-FFF2-40B4-BE49-F238E27FC236}">
                  <a16:creationId xmlns:a16="http://schemas.microsoft.com/office/drawing/2014/main" id="{5E717241-0DC5-5B2F-767D-1F59757C407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DAFFA84F-FA16-6763-4D10-D4B19DD3BB5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751FAF1B-F753-BEFB-BD65-CEBEC925EB5C}"/>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576598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EE48EF3E-DE87-0E87-971A-A50A357F9AEC}"/>
              </a:ext>
            </a:extLst>
          </p:cNvPr>
          <p:cNvGrpSpPr>
            <a:grpSpLocks/>
          </p:cNvGrpSpPr>
          <p:nvPr userDrawn="1"/>
        </p:nvGrpSpPr>
        <p:grpSpPr bwMode="auto">
          <a:xfrm rot="5400000">
            <a:off x="5006182" y="2567781"/>
            <a:ext cx="5181600" cy="46037"/>
            <a:chOff x="1905000" y="6553200"/>
            <a:chExt cx="7010400" cy="45719"/>
          </a:xfrm>
        </p:grpSpPr>
        <p:sp>
          <p:nvSpPr>
            <p:cNvPr id="4" name="Rectangle 3">
              <a:extLst>
                <a:ext uri="{FF2B5EF4-FFF2-40B4-BE49-F238E27FC236}">
                  <a16:creationId xmlns:a16="http://schemas.microsoft.com/office/drawing/2014/main" id="{A03734C1-F40F-B99A-E7D7-8175CEBB6B63}"/>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3E900D06-AB1D-2DEE-7C87-7C0EB1A6902C}"/>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3D517F8-3D5A-5BD3-A731-7D3356A9B9D8}"/>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4B372EFE-F5E3-3B17-55DB-B550703E5D2D}"/>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7938" y="381000"/>
            <a:ext cx="692151"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539213C5-2D83-9E32-6A36-8B9D6D7032AA}"/>
              </a:ext>
            </a:extLst>
          </p:cNvPr>
          <p:cNvSpPr txBox="1">
            <a:spLocks noChangeArrowheads="1"/>
          </p:cNvSpPr>
          <p:nvPr userDrawn="1"/>
        </p:nvSpPr>
        <p:spPr bwMode="auto">
          <a:xfrm rot="5400000">
            <a:off x="-2794793" y="3809206"/>
            <a:ext cx="5867400" cy="23018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900" b="1">
                <a:solidFill>
                  <a:srgbClr val="101141"/>
                </a:solidFill>
                <a:cs typeface="Arial" charset="0"/>
              </a:rPr>
              <a:t>BITS </a:t>
            </a:r>
            <a:r>
              <a:rPr lang="en-US" sz="900">
                <a:solidFill>
                  <a:srgbClr val="101141"/>
                </a:solidFill>
                <a:cs typeface="Arial" charset="0"/>
              </a:rPr>
              <a:t>Pilani, Pilani Campus</a:t>
            </a:r>
          </a:p>
        </p:txBody>
      </p:sp>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866543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94E4E3-3BAF-6A6A-4FCD-A07199BDC5AA}"/>
              </a:ext>
            </a:extLst>
          </p:cNvPr>
          <p:cNvSpPr txBox="1">
            <a:spLocks noChangeArrowheads="1"/>
          </p:cNvSpPr>
          <p:nvPr userDrawn="1"/>
        </p:nvSpPr>
        <p:spPr bwMode="auto">
          <a:xfrm>
            <a:off x="3276600" y="6596063"/>
            <a:ext cx="5867400" cy="261937"/>
          </a:xfrm>
          <a:prstGeom prst="rect">
            <a:avLst/>
          </a:prstGeom>
          <a:noFill/>
          <a:ln>
            <a:noFill/>
          </a:ln>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r>
              <a:rPr lang="en-US" sz="1100" b="1">
                <a:solidFill>
                  <a:srgbClr val="101141"/>
                </a:solidFill>
                <a:cs typeface="Arial" charset="0"/>
              </a:rPr>
              <a:t>BITS </a:t>
            </a:r>
            <a:r>
              <a:rPr lang="en-US" sz="1100">
                <a:solidFill>
                  <a:srgbClr val="101141"/>
                </a:solidFill>
                <a:cs typeface="Arial" charset="0"/>
              </a:rPr>
              <a:t>Pilani, Pilani Campus</a:t>
            </a:r>
          </a:p>
        </p:txBody>
      </p:sp>
      <p:grpSp>
        <p:nvGrpSpPr>
          <p:cNvPr id="4" name="Group 11">
            <a:extLst>
              <a:ext uri="{FF2B5EF4-FFF2-40B4-BE49-F238E27FC236}">
                <a16:creationId xmlns:a16="http://schemas.microsoft.com/office/drawing/2014/main" id="{1E1E98AC-F8D3-F1C9-D1A2-B498A39C3DC8}"/>
              </a:ext>
            </a:extLst>
          </p:cNvPr>
          <p:cNvGrpSpPr>
            <a:grpSpLocks/>
          </p:cNvGrpSpPr>
          <p:nvPr userDrawn="1"/>
        </p:nvGrpSpPr>
        <p:grpSpPr bwMode="auto">
          <a:xfrm>
            <a:off x="2084388" y="6550025"/>
            <a:ext cx="7059612" cy="49213"/>
            <a:chOff x="2083888" y="6550671"/>
            <a:chExt cx="7060112" cy="48665"/>
          </a:xfrm>
        </p:grpSpPr>
        <p:sp>
          <p:nvSpPr>
            <p:cNvPr id="5" name="Rectangle 4">
              <a:extLst>
                <a:ext uri="{FF2B5EF4-FFF2-40B4-BE49-F238E27FC236}">
                  <a16:creationId xmlns:a16="http://schemas.microsoft.com/office/drawing/2014/main" id="{42F71EA6-E530-C4B1-3F8C-0596D144A649}"/>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79FBA980-A763-DF18-E68C-2423EF4A3FEF}"/>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F804117-B3D0-C494-57B6-22F50CA9F6C5}"/>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ECFC12DC-C0A3-8076-285F-3B336499C6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5F0EC896-BE6B-ABE6-B155-F0DB12EC8108}"/>
              </a:ext>
            </a:extLst>
          </p:cNvPr>
          <p:cNvGrpSpPr>
            <a:grpSpLocks/>
          </p:cNvGrpSpPr>
          <p:nvPr userDrawn="1"/>
        </p:nvGrpSpPr>
        <p:grpSpPr bwMode="auto">
          <a:xfrm>
            <a:off x="2133600" y="6553200"/>
            <a:ext cx="7010400" cy="46038"/>
            <a:chOff x="1905000" y="6553200"/>
            <a:chExt cx="7010400" cy="45719"/>
          </a:xfrm>
        </p:grpSpPr>
        <p:sp>
          <p:nvSpPr>
            <p:cNvPr id="10" name="Rectangle 9">
              <a:extLst>
                <a:ext uri="{FF2B5EF4-FFF2-40B4-BE49-F238E27FC236}">
                  <a16:creationId xmlns:a16="http://schemas.microsoft.com/office/drawing/2014/main" id="{F9FDEDFA-BBA1-7B1D-DE25-DCE801622B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406043E-B4CA-4A24-A33B-626548D6B15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3D3751B9-4180-9DA9-BC8E-9ADD437B6AF0}"/>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460F296D-4DF1-0EDD-D9A5-C42BDEA82CB2}"/>
              </a:ext>
            </a:extLst>
          </p:cNvPr>
          <p:cNvGrpSpPr>
            <a:grpSpLocks/>
          </p:cNvGrpSpPr>
          <p:nvPr userDrawn="1"/>
        </p:nvGrpSpPr>
        <p:grpSpPr bwMode="auto">
          <a:xfrm>
            <a:off x="0" y="1295400"/>
            <a:ext cx="7010400" cy="46038"/>
            <a:chOff x="1905000" y="6553200"/>
            <a:chExt cx="7010400" cy="45719"/>
          </a:xfrm>
        </p:grpSpPr>
        <p:sp>
          <p:nvSpPr>
            <p:cNvPr id="14" name="Rectangle 13">
              <a:extLst>
                <a:ext uri="{FF2B5EF4-FFF2-40B4-BE49-F238E27FC236}">
                  <a16:creationId xmlns:a16="http://schemas.microsoft.com/office/drawing/2014/main" id="{F6BE085E-8FA1-DF4F-B886-B6EA78983C66}"/>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8ADAD0B0-1C80-C500-A21B-AB5214F8E32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C9945315-FD6C-FEDA-3890-480BC3A5F92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
        <p:nvSpPr>
          <p:cNvPr id="21" name="Title 20"/>
          <p:cNvSpPr>
            <a:spLocks noGrp="1"/>
          </p:cNvSpPr>
          <p:nvPr>
            <p:ph type="title"/>
          </p:nvPr>
        </p:nvSpPr>
        <p:spPr/>
        <p:txBody>
          <a:bodyPr/>
          <a:lstStyle/>
          <a:p>
            <a:r>
              <a:rPr lang="en-US"/>
              <a:t>Click to edit Master title style</a:t>
            </a:r>
          </a:p>
        </p:txBody>
      </p:sp>
      <p:sp>
        <p:nvSpPr>
          <p:cNvPr id="17" name="Date Placeholder 17">
            <a:extLst>
              <a:ext uri="{FF2B5EF4-FFF2-40B4-BE49-F238E27FC236}">
                <a16:creationId xmlns:a16="http://schemas.microsoft.com/office/drawing/2014/main" id="{3EC6D0CC-3E5A-9F30-8239-7D3811F523D1}"/>
              </a:ext>
            </a:extLst>
          </p:cNvPr>
          <p:cNvSpPr>
            <a:spLocks noGrp="1"/>
          </p:cNvSpPr>
          <p:nvPr>
            <p:ph type="dt" sz="half" idx="11"/>
          </p:nvPr>
        </p:nvSpPr>
        <p:spPr/>
        <p:txBody>
          <a:bodyPr/>
          <a:lstStyle>
            <a:lvl1pPr>
              <a:defRPr/>
            </a:lvl1pPr>
          </a:lstStyle>
          <a:p>
            <a:pPr>
              <a:defRPr/>
            </a:pPr>
            <a:endParaRPr lang="en-US"/>
          </a:p>
        </p:txBody>
      </p:sp>
      <p:sp>
        <p:nvSpPr>
          <p:cNvPr id="18" name="Slide Number Placeholder 18">
            <a:extLst>
              <a:ext uri="{FF2B5EF4-FFF2-40B4-BE49-F238E27FC236}">
                <a16:creationId xmlns:a16="http://schemas.microsoft.com/office/drawing/2014/main" id="{EBEFDC80-A374-65D6-3A66-367A465663A2}"/>
              </a:ext>
            </a:extLst>
          </p:cNvPr>
          <p:cNvSpPr>
            <a:spLocks noGrp="1"/>
          </p:cNvSpPr>
          <p:nvPr>
            <p:ph type="sldNum" sz="quarter" idx="12"/>
          </p:nvPr>
        </p:nvSpPr>
        <p:spPr/>
        <p:txBody>
          <a:bodyPr/>
          <a:lstStyle>
            <a:lvl1pPr>
              <a:defRPr/>
            </a:lvl1pPr>
          </a:lstStyle>
          <a:p>
            <a:pPr>
              <a:defRPr/>
            </a:pPr>
            <a:fld id="{B824DBDA-2CA4-4380-BED9-ACFB6FE98218}" type="slidenum">
              <a:rPr lang="en-US" altLang="en-US"/>
              <a:pPr>
                <a:defRPr/>
              </a:pPr>
              <a:t>‹#›</a:t>
            </a:fld>
            <a:endParaRPr lang="en-US" altLang="en-US"/>
          </a:p>
        </p:txBody>
      </p:sp>
      <p:sp>
        <p:nvSpPr>
          <p:cNvPr id="19" name="Footer Placeholder 19">
            <a:extLst>
              <a:ext uri="{FF2B5EF4-FFF2-40B4-BE49-F238E27FC236}">
                <a16:creationId xmlns:a16="http://schemas.microsoft.com/office/drawing/2014/main" id="{758E596B-3958-CCF4-C4B4-BB66D11831D3}"/>
              </a:ext>
            </a:extLst>
          </p:cNvPr>
          <p:cNvSpPr>
            <a:spLocks noGrp="1"/>
          </p:cNvSpPr>
          <p:nvPr>
            <p:ph type="ftr" sz="quarter" idx="13"/>
          </p:nvPr>
        </p:nvSpPr>
        <p:spPr/>
        <p:txBody>
          <a:bodyPr/>
          <a:lstStyle>
            <a:lvl1pPr>
              <a:defRPr/>
            </a:lvl1pPr>
          </a:lstStyle>
          <a:p>
            <a:pPr>
              <a:defRPr/>
            </a:pPr>
            <a:endParaRPr lang="en-US"/>
          </a:p>
        </p:txBody>
      </p:sp>
    </p:spTree>
    <p:extLst>
      <p:ext uri="{BB962C8B-B14F-4D97-AF65-F5344CB8AC3E}">
        <p14:creationId xmlns:p14="http://schemas.microsoft.com/office/powerpoint/2010/main" val="21271784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31"/>
        <p:cNvGrpSpPr/>
        <p:nvPr/>
      </p:nvGrpSpPr>
      <p:grpSpPr>
        <a:xfrm>
          <a:off x="0" y="0"/>
          <a:ext cx="0" cy="0"/>
          <a:chOff x="0" y="0"/>
          <a:chExt cx="0" cy="0"/>
        </a:xfrm>
      </p:grpSpPr>
      <p:sp>
        <p:nvSpPr>
          <p:cNvPr id="32" name="Google Shape;32;g1844f2ff692_0_95"/>
          <p:cNvSpPr txBox="1">
            <a:spLocks noGrp="1"/>
          </p:cNvSpPr>
          <p:nvPr>
            <p:ph type="body" idx="1"/>
          </p:nvPr>
        </p:nvSpPr>
        <p:spPr>
          <a:xfrm>
            <a:off x="152401" y="1417319"/>
            <a:ext cx="8839200" cy="4907400"/>
          </a:xfrm>
          <a:prstGeom prst="rect">
            <a:avLst/>
          </a:prstGeom>
          <a:gradFill>
            <a:gsLst>
              <a:gs pos="0">
                <a:srgbClr val="F9F7FB">
                  <a:alpha val="34509"/>
                </a:srgbClr>
              </a:gs>
              <a:gs pos="35000">
                <a:srgbClr val="F5F8EF">
                  <a:alpha val="37647"/>
                </a:srgbClr>
              </a:gs>
              <a:gs pos="100000">
                <a:srgbClr val="FFFFFF">
                  <a:alpha val="52549"/>
                </a:srgbClr>
              </a:gs>
            </a:gsLst>
            <a:lin ang="16200038" scaled="0"/>
          </a:gradFill>
          <a:ln>
            <a:noFill/>
          </a:ln>
        </p:spPr>
        <p:txBody>
          <a:bodyPr spcFirstLastPara="1" wrap="square" lIns="72000" tIns="36000" rIns="72000" bIns="36000" anchor="t" anchorCtr="0">
            <a:normAutofit/>
          </a:bodyPr>
          <a:lstStyle>
            <a:lvl1pPr marL="430790" marR="0" lvl="0" indent="-215395" algn="l">
              <a:lnSpc>
                <a:spcPct val="100000"/>
              </a:lnSpc>
              <a:spcBef>
                <a:spcPts val="452"/>
              </a:spcBef>
              <a:spcAft>
                <a:spcPts val="0"/>
              </a:spcAft>
              <a:buClr>
                <a:srgbClr val="101141"/>
              </a:buClr>
              <a:buSzPts val="2400"/>
              <a:buFont typeface="Arial"/>
              <a:buNone/>
              <a:defRPr sz="2262">
                <a:latin typeface="Arial"/>
                <a:ea typeface="Arial"/>
                <a:cs typeface="Arial"/>
                <a:sym typeface="Arial"/>
              </a:defRPr>
            </a:lvl1pPr>
            <a:lvl2pPr marL="861579" marR="0" lvl="1" indent="-358992" algn="l">
              <a:lnSpc>
                <a:spcPct val="100000"/>
              </a:lnSpc>
              <a:spcBef>
                <a:spcPts val="452"/>
              </a:spcBef>
              <a:spcAft>
                <a:spcPts val="0"/>
              </a:spcAft>
              <a:buClr>
                <a:schemeClr val="dk1"/>
              </a:buClr>
              <a:buSzPts val="2400"/>
              <a:buFont typeface="Arial"/>
              <a:buChar char="–"/>
              <a:defRPr sz="2262">
                <a:latin typeface="Arial"/>
                <a:ea typeface="Arial"/>
                <a:cs typeface="Arial"/>
                <a:sym typeface="Arial"/>
              </a:defRPr>
            </a:lvl2pPr>
            <a:lvl3pPr marL="1292369" lvl="2" indent="-335059" algn="l">
              <a:lnSpc>
                <a:spcPct val="100000"/>
              </a:lnSpc>
              <a:spcBef>
                <a:spcPts val="377"/>
              </a:spcBef>
              <a:spcAft>
                <a:spcPts val="0"/>
              </a:spcAft>
              <a:buClr>
                <a:schemeClr val="dk1"/>
              </a:buClr>
              <a:buSzPts val="2000"/>
              <a:buChar char="•"/>
              <a:defRPr sz="1885"/>
            </a:lvl3pPr>
            <a:lvl4pPr marL="1723159" lvl="3" indent="-335059" algn="l">
              <a:lnSpc>
                <a:spcPct val="100000"/>
              </a:lnSpc>
              <a:spcBef>
                <a:spcPts val="377"/>
              </a:spcBef>
              <a:spcAft>
                <a:spcPts val="0"/>
              </a:spcAft>
              <a:buClr>
                <a:schemeClr val="dk1"/>
              </a:buClr>
              <a:buSzPts val="2000"/>
              <a:buChar char="–"/>
              <a:defRPr/>
            </a:lvl4pPr>
            <a:lvl5pPr marL="2153948" lvl="4" indent="-335059" algn="l">
              <a:lnSpc>
                <a:spcPct val="100000"/>
              </a:lnSpc>
              <a:spcBef>
                <a:spcPts val="377"/>
              </a:spcBef>
              <a:spcAft>
                <a:spcPts val="0"/>
              </a:spcAft>
              <a:buClr>
                <a:schemeClr val="dk1"/>
              </a:buClr>
              <a:buSzPts val="2000"/>
              <a:buChar char="»"/>
              <a:defRPr/>
            </a:lvl5pPr>
            <a:lvl6pPr marL="2584738" lvl="5" indent="-323093" algn="l">
              <a:lnSpc>
                <a:spcPct val="100000"/>
              </a:lnSpc>
              <a:spcBef>
                <a:spcPts val="339"/>
              </a:spcBef>
              <a:spcAft>
                <a:spcPts val="0"/>
              </a:spcAft>
              <a:buClr>
                <a:schemeClr val="dk1"/>
              </a:buClr>
              <a:buSzPts val="1800"/>
              <a:buChar char="•"/>
              <a:defRPr/>
            </a:lvl6pPr>
            <a:lvl7pPr marL="3015528" lvl="6" indent="-323093" algn="l">
              <a:lnSpc>
                <a:spcPct val="100000"/>
              </a:lnSpc>
              <a:spcBef>
                <a:spcPts val="339"/>
              </a:spcBef>
              <a:spcAft>
                <a:spcPts val="0"/>
              </a:spcAft>
              <a:buClr>
                <a:schemeClr val="dk1"/>
              </a:buClr>
              <a:buSzPts val="1800"/>
              <a:buChar char="•"/>
              <a:defRPr/>
            </a:lvl7pPr>
            <a:lvl8pPr marL="3446317" lvl="7" indent="-323093" algn="l">
              <a:lnSpc>
                <a:spcPct val="100000"/>
              </a:lnSpc>
              <a:spcBef>
                <a:spcPts val="339"/>
              </a:spcBef>
              <a:spcAft>
                <a:spcPts val="0"/>
              </a:spcAft>
              <a:buClr>
                <a:schemeClr val="dk1"/>
              </a:buClr>
              <a:buSzPts val="1800"/>
              <a:buChar char="•"/>
              <a:defRPr/>
            </a:lvl8pPr>
            <a:lvl9pPr marL="3877107" lvl="8" indent="-323093" algn="l">
              <a:lnSpc>
                <a:spcPct val="100000"/>
              </a:lnSpc>
              <a:spcBef>
                <a:spcPts val="339"/>
              </a:spcBef>
              <a:spcAft>
                <a:spcPts val="0"/>
              </a:spcAft>
              <a:buClr>
                <a:schemeClr val="dk1"/>
              </a:buClr>
              <a:buSzPts val="1800"/>
              <a:buChar char="•"/>
              <a:defRPr/>
            </a:lvl9pPr>
          </a:lstStyle>
          <a:p>
            <a:endParaRPr/>
          </a:p>
        </p:txBody>
      </p:sp>
      <p:grpSp>
        <p:nvGrpSpPr>
          <p:cNvPr id="33" name="Google Shape;33;g1844f2ff692_0_95"/>
          <p:cNvGrpSpPr/>
          <p:nvPr/>
        </p:nvGrpSpPr>
        <p:grpSpPr>
          <a:xfrm>
            <a:off x="2083888" y="6550672"/>
            <a:ext cx="7060186" cy="48601"/>
            <a:chOff x="2083888" y="6550671"/>
            <a:chExt cx="7060186" cy="48601"/>
          </a:xfrm>
        </p:grpSpPr>
        <p:sp>
          <p:nvSpPr>
            <p:cNvPr id="34" name="Google Shape;34;g1844f2ff692_0_95"/>
            <p:cNvSpPr/>
            <p:nvPr/>
          </p:nvSpPr>
          <p:spPr>
            <a:xfrm>
              <a:off x="4630476" y="6550672"/>
              <a:ext cx="2328600" cy="48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35" name="Google Shape;35;g1844f2ff692_0_95"/>
            <p:cNvSpPr/>
            <p:nvPr/>
          </p:nvSpPr>
          <p:spPr>
            <a:xfrm>
              <a:off x="6907874" y="6550671"/>
              <a:ext cx="2236200" cy="45600"/>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36" name="Google Shape;36;g1844f2ff692_0_95"/>
            <p:cNvSpPr/>
            <p:nvPr/>
          </p:nvSpPr>
          <p:spPr>
            <a:xfrm>
              <a:off x="2083888" y="6550672"/>
              <a:ext cx="2580600" cy="48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pic>
        <p:nvPicPr>
          <p:cNvPr id="37" name="Google Shape;37;g1844f2ff692_0_95" descr="Picture 7.png"/>
          <p:cNvPicPr preferRelativeResize="0"/>
          <p:nvPr/>
        </p:nvPicPr>
        <p:blipFill rotWithShape="1">
          <a:blip r:embed="rId2">
            <a:alphaModFix/>
          </a:blip>
          <a:srcRect l="1921" b="5338"/>
          <a:stretch/>
        </p:blipFill>
        <p:spPr>
          <a:xfrm>
            <a:off x="6950808" y="0"/>
            <a:ext cx="2193193" cy="692697"/>
          </a:xfrm>
          <a:prstGeom prst="rect">
            <a:avLst/>
          </a:prstGeom>
          <a:noFill/>
          <a:ln>
            <a:noFill/>
          </a:ln>
        </p:spPr>
      </p:pic>
      <p:grpSp>
        <p:nvGrpSpPr>
          <p:cNvPr id="38" name="Google Shape;38;g1844f2ff692_0_95"/>
          <p:cNvGrpSpPr/>
          <p:nvPr/>
        </p:nvGrpSpPr>
        <p:grpSpPr>
          <a:xfrm>
            <a:off x="2133600" y="6553200"/>
            <a:ext cx="7010409" cy="45600"/>
            <a:chOff x="1905000" y="6553200"/>
            <a:chExt cx="7010409" cy="45600"/>
          </a:xfrm>
        </p:grpSpPr>
        <p:sp>
          <p:nvSpPr>
            <p:cNvPr id="39" name="Google Shape;39;g1844f2ff692_0_95"/>
            <p:cNvSpPr/>
            <p:nvPr/>
          </p:nvSpPr>
          <p:spPr>
            <a:xfrm>
              <a:off x="4267200" y="6553200"/>
              <a:ext cx="23286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0" name="Google Shape;40;g1844f2ff692_0_95"/>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1" name="Google Shape;41;g1844f2ff692_0_95"/>
            <p:cNvSpPr/>
            <p:nvPr/>
          </p:nvSpPr>
          <p:spPr>
            <a:xfrm>
              <a:off x="6586809" y="6553200"/>
              <a:ext cx="23286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grpSp>
        <p:nvGrpSpPr>
          <p:cNvPr id="42" name="Google Shape;42;g1844f2ff692_0_95"/>
          <p:cNvGrpSpPr/>
          <p:nvPr/>
        </p:nvGrpSpPr>
        <p:grpSpPr>
          <a:xfrm>
            <a:off x="1" y="1295400"/>
            <a:ext cx="7010409" cy="45600"/>
            <a:chOff x="1905000" y="6553200"/>
            <a:chExt cx="7010409" cy="45600"/>
          </a:xfrm>
        </p:grpSpPr>
        <p:sp>
          <p:nvSpPr>
            <p:cNvPr id="43" name="Google Shape;43;g1844f2ff692_0_95"/>
            <p:cNvSpPr/>
            <p:nvPr/>
          </p:nvSpPr>
          <p:spPr>
            <a:xfrm>
              <a:off x="4267200" y="6553200"/>
              <a:ext cx="2328600" cy="45600"/>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4" name="Google Shape;44;g1844f2ff692_0_95"/>
            <p:cNvSpPr/>
            <p:nvPr/>
          </p:nvSpPr>
          <p:spPr>
            <a:xfrm>
              <a:off x="1905000" y="6553200"/>
              <a:ext cx="2362200" cy="45600"/>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sp>
          <p:nvSpPr>
            <p:cNvPr id="45" name="Google Shape;45;g1844f2ff692_0_95"/>
            <p:cNvSpPr/>
            <p:nvPr/>
          </p:nvSpPr>
          <p:spPr>
            <a:xfrm>
              <a:off x="6586809" y="6553200"/>
              <a:ext cx="2328600" cy="456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696" b="0" i="0" u="none" strike="noStrike" cap="none">
                <a:solidFill>
                  <a:schemeClr val="lt1"/>
                </a:solidFill>
                <a:latin typeface="Calibri"/>
                <a:ea typeface="Calibri"/>
                <a:cs typeface="Calibri"/>
                <a:sym typeface="Calibri"/>
              </a:endParaRPr>
            </a:p>
          </p:txBody>
        </p:sp>
      </p:grpSp>
      <p:sp>
        <p:nvSpPr>
          <p:cNvPr id="46" name="Google Shape;46;g1844f2ff692_0_95" descr="Large confetti"/>
          <p:cNvSpPr txBox="1">
            <a:spLocks noGrp="1"/>
          </p:cNvSpPr>
          <p:nvPr>
            <p:ph type="title"/>
          </p:nvPr>
        </p:nvSpPr>
        <p:spPr>
          <a:xfrm>
            <a:off x="66239" y="26442"/>
            <a:ext cx="6791700" cy="11928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3600"/>
              <a:buFont typeface="Arial"/>
              <a:buNone/>
              <a:defRPr sz="3392">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574749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629400" y="0"/>
            <a:ext cx="2193925" cy="692150"/>
          </a:xfrm>
          <a:prstGeom prst="rect">
            <a:avLst/>
          </a:prstGeom>
          <a:blipFill>
            <a:blip r:embed="rId19" cstate="print"/>
            <a:stretch>
              <a:fillRect/>
            </a:stretch>
          </a:blipFill>
        </p:spPr>
        <p:txBody>
          <a:bodyPr wrap="square" lIns="0" tIns="0" rIns="0" bIns="0" rtlCol="0"/>
          <a:lstStyle/>
          <a:p>
            <a:endParaRPr/>
          </a:p>
        </p:txBody>
      </p:sp>
      <p:sp>
        <p:nvSpPr>
          <p:cNvPr id="17" name="bk object 17"/>
          <p:cNvSpPr/>
          <p:nvPr/>
        </p:nvSpPr>
        <p:spPr>
          <a:xfrm>
            <a:off x="4495800" y="6576217"/>
            <a:ext cx="2329180" cy="0"/>
          </a:xfrm>
          <a:custGeom>
            <a:avLst/>
            <a:gdLst/>
            <a:ahLst/>
            <a:cxnLst/>
            <a:rect l="l" t="t" r="r" b="b"/>
            <a:pathLst>
              <a:path w="2329179">
                <a:moveTo>
                  <a:pt x="0" y="0"/>
                </a:moveTo>
                <a:lnTo>
                  <a:pt x="2328926" y="0"/>
                </a:lnTo>
              </a:path>
            </a:pathLst>
          </a:custGeom>
          <a:ln w="46038">
            <a:solidFill>
              <a:srgbClr val="76C2E4"/>
            </a:solidFill>
          </a:ln>
        </p:spPr>
        <p:txBody>
          <a:bodyPr wrap="square" lIns="0" tIns="0" rIns="0" bIns="0" rtlCol="0"/>
          <a:lstStyle/>
          <a:p>
            <a:endParaRPr/>
          </a:p>
        </p:txBody>
      </p:sp>
      <p:sp>
        <p:nvSpPr>
          <p:cNvPr id="18" name="bk object 18"/>
          <p:cNvSpPr/>
          <p:nvPr/>
        </p:nvSpPr>
        <p:spPr>
          <a:xfrm>
            <a:off x="2133600" y="6576217"/>
            <a:ext cx="2362200" cy="0"/>
          </a:xfrm>
          <a:custGeom>
            <a:avLst/>
            <a:gdLst/>
            <a:ahLst/>
            <a:cxnLst/>
            <a:rect l="l" t="t" r="r" b="b"/>
            <a:pathLst>
              <a:path w="2362200">
                <a:moveTo>
                  <a:pt x="0" y="0"/>
                </a:moveTo>
                <a:lnTo>
                  <a:pt x="2362200" y="0"/>
                </a:lnTo>
              </a:path>
            </a:pathLst>
          </a:custGeom>
          <a:ln w="46038">
            <a:solidFill>
              <a:srgbClr val="FBAF17"/>
            </a:solidFill>
          </a:ln>
        </p:spPr>
        <p:txBody>
          <a:bodyPr wrap="square" lIns="0" tIns="0" rIns="0" bIns="0" rtlCol="0"/>
          <a:lstStyle/>
          <a:p>
            <a:endParaRPr/>
          </a:p>
        </p:txBody>
      </p:sp>
      <p:sp>
        <p:nvSpPr>
          <p:cNvPr id="19" name="bk object 19"/>
          <p:cNvSpPr/>
          <p:nvPr/>
        </p:nvSpPr>
        <p:spPr>
          <a:xfrm>
            <a:off x="6815201" y="6576217"/>
            <a:ext cx="2329180" cy="0"/>
          </a:xfrm>
          <a:custGeom>
            <a:avLst/>
            <a:gdLst/>
            <a:ahLst/>
            <a:cxnLst/>
            <a:rect l="l" t="t" r="r" b="b"/>
            <a:pathLst>
              <a:path w="2329179">
                <a:moveTo>
                  <a:pt x="0" y="0"/>
                </a:moveTo>
                <a:lnTo>
                  <a:pt x="2328799" y="0"/>
                </a:lnTo>
              </a:path>
            </a:pathLst>
          </a:custGeom>
          <a:ln w="46038">
            <a:solidFill>
              <a:srgbClr val="FF0000"/>
            </a:solidFill>
          </a:ln>
        </p:spPr>
        <p:txBody>
          <a:bodyPr wrap="square" lIns="0" tIns="0" rIns="0" bIns="0" rtlCol="0"/>
          <a:lstStyle/>
          <a:p>
            <a:endParaRPr/>
          </a:p>
        </p:txBody>
      </p:sp>
      <p:sp>
        <p:nvSpPr>
          <p:cNvPr id="20" name="bk object 20"/>
          <p:cNvSpPr/>
          <p:nvPr/>
        </p:nvSpPr>
        <p:spPr>
          <a:xfrm>
            <a:off x="2362200" y="1318482"/>
            <a:ext cx="2329180" cy="0"/>
          </a:xfrm>
          <a:custGeom>
            <a:avLst/>
            <a:gdLst/>
            <a:ahLst/>
            <a:cxnLst/>
            <a:rect l="l" t="t" r="r" b="b"/>
            <a:pathLst>
              <a:path w="2329179">
                <a:moveTo>
                  <a:pt x="0" y="0"/>
                </a:moveTo>
                <a:lnTo>
                  <a:pt x="2328926" y="0"/>
                </a:lnTo>
              </a:path>
            </a:pathLst>
          </a:custGeom>
          <a:ln w="46037">
            <a:solidFill>
              <a:srgbClr val="76C2E4"/>
            </a:solidFill>
          </a:ln>
        </p:spPr>
        <p:txBody>
          <a:bodyPr wrap="square" lIns="0" tIns="0" rIns="0" bIns="0" rtlCol="0"/>
          <a:lstStyle/>
          <a:p>
            <a:endParaRPr/>
          </a:p>
        </p:txBody>
      </p:sp>
      <p:sp>
        <p:nvSpPr>
          <p:cNvPr id="21" name="bk object 21"/>
          <p:cNvSpPr/>
          <p:nvPr/>
        </p:nvSpPr>
        <p:spPr>
          <a:xfrm>
            <a:off x="0" y="1318482"/>
            <a:ext cx="2362200" cy="0"/>
          </a:xfrm>
          <a:custGeom>
            <a:avLst/>
            <a:gdLst/>
            <a:ahLst/>
            <a:cxnLst/>
            <a:rect l="l" t="t" r="r" b="b"/>
            <a:pathLst>
              <a:path w="2362200">
                <a:moveTo>
                  <a:pt x="0" y="0"/>
                </a:moveTo>
                <a:lnTo>
                  <a:pt x="2362200" y="0"/>
                </a:lnTo>
              </a:path>
            </a:pathLst>
          </a:custGeom>
          <a:ln w="46037">
            <a:solidFill>
              <a:srgbClr val="FBAF17"/>
            </a:solidFill>
          </a:ln>
        </p:spPr>
        <p:txBody>
          <a:bodyPr wrap="square" lIns="0" tIns="0" rIns="0" bIns="0" rtlCol="0"/>
          <a:lstStyle/>
          <a:p>
            <a:endParaRPr/>
          </a:p>
        </p:txBody>
      </p:sp>
      <p:sp>
        <p:nvSpPr>
          <p:cNvPr id="22" name="bk object 22"/>
          <p:cNvSpPr/>
          <p:nvPr/>
        </p:nvSpPr>
        <p:spPr>
          <a:xfrm>
            <a:off x="4681601" y="1318482"/>
            <a:ext cx="2329180" cy="0"/>
          </a:xfrm>
          <a:custGeom>
            <a:avLst/>
            <a:gdLst/>
            <a:ahLst/>
            <a:cxnLst/>
            <a:rect l="l" t="t" r="r" b="b"/>
            <a:pathLst>
              <a:path w="2329179">
                <a:moveTo>
                  <a:pt x="0" y="0"/>
                </a:moveTo>
                <a:lnTo>
                  <a:pt x="2328799" y="0"/>
                </a:lnTo>
              </a:path>
            </a:pathLst>
          </a:custGeom>
          <a:ln w="46037">
            <a:solidFill>
              <a:srgbClr val="FF0000"/>
            </a:solidFill>
          </a:ln>
        </p:spPr>
        <p:txBody>
          <a:bodyPr wrap="square" lIns="0" tIns="0" rIns="0" bIns="0" rtlCol="0"/>
          <a:lstStyle/>
          <a:p>
            <a:endParaRPr/>
          </a:p>
        </p:txBody>
      </p:sp>
      <p:sp>
        <p:nvSpPr>
          <p:cNvPr id="2" name="Holder 2"/>
          <p:cNvSpPr>
            <a:spLocks noGrp="1"/>
          </p:cNvSpPr>
          <p:nvPr>
            <p:ph type="title"/>
          </p:nvPr>
        </p:nvSpPr>
        <p:spPr>
          <a:xfrm>
            <a:off x="1295400" y="315213"/>
            <a:ext cx="5288280" cy="696594"/>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dirty="0"/>
          </a:p>
        </p:txBody>
      </p:sp>
      <p:sp>
        <p:nvSpPr>
          <p:cNvPr id="3" name="Holder 3"/>
          <p:cNvSpPr>
            <a:spLocks noGrp="1"/>
          </p:cNvSpPr>
          <p:nvPr>
            <p:ph type="body" idx="1"/>
          </p:nvPr>
        </p:nvSpPr>
        <p:spPr>
          <a:xfrm>
            <a:off x="1464450" y="2121337"/>
            <a:ext cx="5422265" cy="1495425"/>
          </a:xfrm>
          <a:prstGeom prst="rect">
            <a:avLst/>
          </a:prstGeom>
        </p:spPr>
        <p:txBody>
          <a:bodyPr wrap="square" lIns="0" tIns="0" rIns="0" bIns="0">
            <a:spAutoFit/>
          </a:bodyPr>
          <a:lstStyle>
            <a:lvl1pPr>
              <a:defRPr sz="25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586096" y="6639430"/>
            <a:ext cx="4478020" cy="182245"/>
          </a:xfrm>
          <a:prstGeom prst="rect">
            <a:avLst/>
          </a:prstGeom>
        </p:spPr>
        <p:txBody>
          <a:bodyPr wrap="square" lIns="0" tIns="0" rIns="0" bIns="0">
            <a:spAutoFit/>
          </a:bodyPr>
          <a:lstStyle>
            <a:lvl1pPr>
              <a:defRPr sz="1100" b="0" i="0">
                <a:solidFill>
                  <a:srgbClr val="0F1141"/>
                </a:solidFill>
                <a:latin typeface="Arial"/>
                <a:cs typeface="Arial"/>
              </a:defRPr>
            </a:lvl1pPr>
          </a:lstStyle>
          <a:p>
            <a:pPr marL="12700">
              <a:lnSpc>
                <a:spcPct val="100000"/>
              </a:lnSpc>
            </a:pPr>
            <a:r>
              <a:rPr lang="en-GB"/>
              <a:t>© 2004 Pearson Addison-Wesley. All rights reserved</a:t>
            </a:r>
            <a:endParaRPr dirty="0"/>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265F8A43-EDCC-40AF-A8A3-E7D30A3D55DC}" type="datetime1">
              <a:rPr lang="en-US" smtClean="0"/>
              <a:t>11/28/2025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6B3F27-A009-3C37-F7B8-23962E435EC0}"/>
              </a:ext>
            </a:extLst>
          </p:cNvPr>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4A666154-CEF0-BC63-F349-5773762BD2F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EC8770D-23B0-423B-1986-44F24B9613C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5" name="Footer Placeholder 4">
            <a:extLst>
              <a:ext uri="{FF2B5EF4-FFF2-40B4-BE49-F238E27FC236}">
                <a16:creationId xmlns:a16="http://schemas.microsoft.com/office/drawing/2014/main" id="{60ADC0C5-8256-D32D-3793-F5C628C3DFA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1AB31777-1B0D-AF52-6AA8-64314F36D69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cs typeface="Arial" panose="020B0604020202020204" pitchFamily="34" charset="0"/>
              </a:defRPr>
            </a:lvl1pPr>
          </a:lstStyle>
          <a:p>
            <a:pPr>
              <a:defRPr/>
            </a:pPr>
            <a:fld id="{F67F5692-F8CD-46C3-934B-C91DAD78F1E2}" type="slidenum">
              <a:rPr lang="en-US" altLang="en-US"/>
              <a:pPr>
                <a:defRPr/>
              </a:pPr>
              <a:t>‹#›</a:t>
            </a:fld>
            <a:endParaRPr lang="en-US" altLang="en-US"/>
          </a:p>
        </p:txBody>
      </p:sp>
    </p:spTree>
    <p:extLst>
      <p:ext uri="{BB962C8B-B14F-4D97-AF65-F5344CB8AC3E}">
        <p14:creationId xmlns:p14="http://schemas.microsoft.com/office/powerpoint/2010/main" val="65442093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p:hf hdr="0" ftr="0" dt="0"/>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7CAF60-8228-80A9-9DB1-A0F0F47586B7}"/>
              </a:ext>
            </a:extLst>
          </p:cNvPr>
          <p:cNvSpPr>
            <a:spLocks noGrp="1"/>
          </p:cNvSpPr>
          <p:nvPr>
            <p:ph type="title"/>
          </p:nvPr>
        </p:nvSpPr>
        <p:spPr>
          <a:xfrm>
            <a:off x="1905000" y="3429000"/>
            <a:ext cx="6732588" cy="1524000"/>
          </a:xfrm>
        </p:spPr>
        <p:txBody>
          <a:bodyPr/>
          <a:lstStyle/>
          <a:p>
            <a:pPr algn="ctr" eaLnBrk="1" fontAlgn="auto" hangingPunct="1">
              <a:spcAft>
                <a:spcPts val="0"/>
              </a:spcAft>
              <a:defRPr/>
            </a:pPr>
            <a:r>
              <a:rPr lang="en-US" sz="3400" dirty="0"/>
              <a:t>Object Oriented Programming </a:t>
            </a:r>
            <a:br>
              <a:rPr lang="en-US" sz="3400" dirty="0"/>
            </a:br>
            <a:r>
              <a:rPr lang="en-US" sz="3400" dirty="0"/>
              <a:t>and Design</a:t>
            </a:r>
          </a:p>
        </p:txBody>
      </p:sp>
      <p:sp>
        <p:nvSpPr>
          <p:cNvPr id="2" name="Google Shape;339;p1">
            <a:extLst>
              <a:ext uri="{FF2B5EF4-FFF2-40B4-BE49-F238E27FC236}">
                <a16:creationId xmlns:a16="http://schemas.microsoft.com/office/drawing/2014/main" id="{47EBC2A6-2ED9-C7D7-6E2A-7EAFF88D6656}"/>
              </a:ext>
            </a:extLst>
          </p:cNvPr>
          <p:cNvSpPr txBox="1">
            <a:spLocks/>
          </p:cNvSpPr>
          <p:nvPr/>
        </p:nvSpPr>
        <p:spPr bwMode="auto">
          <a:xfrm>
            <a:off x="4114800" y="5410200"/>
            <a:ext cx="4514850"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69" tIns="34275" rIns="68569" bIns="34275" anchor="b"/>
          <a:lstStyle>
            <a:lvl1pPr defTabSz="6858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914400" indent="-342900" defTabSz="68580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371600" indent="-342900" defTabSz="6858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828800" indent="-342900" defTabSz="6858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286000" indent="-342900" defTabSz="6858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7432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32004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6576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4114800" indent="-342900" defTabSz="6858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marL="0" marR="0" lvl="0" indent="0" algn="r" defTabSz="685800" rtl="0" eaLnBrk="1" fontAlgn="auto" latinLnBrk="0" hangingPunct="1">
              <a:lnSpc>
                <a:spcPct val="100000"/>
              </a:lnSpc>
              <a:spcBef>
                <a:spcPct val="0"/>
              </a:spcBef>
              <a:spcAft>
                <a:spcPts val="0"/>
              </a:spcAft>
              <a:buClr>
                <a:srgbClr val="FFFFFF"/>
              </a:buClr>
              <a:buSzPts val="24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Presented by </a:t>
            </a:r>
          </a:p>
          <a:p>
            <a:pPr marL="0" marR="0" lvl="0" indent="0" algn="r" defTabSz="685800" rtl="0" eaLnBrk="1" fontAlgn="auto" latinLnBrk="0" hangingPunct="1">
              <a:lnSpc>
                <a:spcPct val="100000"/>
              </a:lnSpc>
              <a:spcBef>
                <a:spcPct val="0"/>
              </a:spcBef>
              <a:spcAft>
                <a:spcPts val="0"/>
              </a:spcAft>
              <a:buClr>
                <a:srgbClr val="FFFFFF"/>
              </a:buClr>
              <a:buSzPts val="24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Dr Ramya Devi M</a:t>
            </a:r>
          </a:p>
          <a:p>
            <a:pPr marL="0" marR="0" lvl="0" indent="0" algn="r" defTabSz="685800" rtl="0" eaLnBrk="1" fontAlgn="auto" latinLnBrk="0" hangingPunct="1">
              <a:lnSpc>
                <a:spcPct val="100000"/>
              </a:lnSpc>
              <a:spcBef>
                <a:spcPct val="0"/>
              </a:spcBef>
              <a:spcAft>
                <a:spcPts val="0"/>
              </a:spcAft>
              <a:buClr>
                <a:srgbClr val="FFFFFF"/>
              </a:buClr>
              <a:buSzPts val="24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mramyadevi@wilp.bits-pilani.ac.in </a:t>
            </a:r>
          </a:p>
          <a:p>
            <a:pPr marL="0" marR="0" lvl="0" indent="0" algn="r" defTabSz="685800" rtl="0" eaLnBrk="1" fontAlgn="auto" latinLnBrk="0" hangingPunct="1">
              <a:lnSpc>
                <a:spcPct val="100000"/>
              </a:lnSpc>
              <a:spcBef>
                <a:spcPct val="0"/>
              </a:spcBef>
              <a:spcAft>
                <a:spcPts val="0"/>
              </a:spcAft>
              <a:buClr>
                <a:srgbClr val="FFFFFF"/>
              </a:buClr>
              <a:buSzPts val="2000"/>
              <a:buFont typeface="Arial" panose="020B0604020202020204" pitchFamily="34" charset="0"/>
              <a:buNone/>
              <a:tabLst/>
              <a:defRPr/>
            </a:pP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CS - 08 : 23</a:t>
            </a:r>
            <a:r>
              <a:rPr kumimoji="0" lang="en-US" altLang="en-US" sz="1600" b="1" i="0" u="none" strike="noStrike" kern="1200" cap="none" spc="0" normalizeH="0" baseline="30000" noProof="0" dirty="0">
                <a:ln>
                  <a:noFill/>
                </a:ln>
                <a:solidFill>
                  <a:srgbClr val="FFFFFF"/>
                </a:solidFill>
                <a:effectLst/>
                <a:uLnTx/>
                <a:uFillTx/>
                <a:latin typeface="Arial" panose="020B0604020202020204" pitchFamily="34" charset="0"/>
                <a:ea typeface="+mn-ea"/>
                <a:cs typeface="Arial" panose="020B0604020202020204" pitchFamily="34" charset="0"/>
              </a:rPr>
              <a:t>rd</a:t>
            </a:r>
            <a:r>
              <a:rPr kumimoji="0" lang="en-US" alt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Aug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Streams</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102771" y="1676400"/>
            <a:ext cx="9030343" cy="4524113"/>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6164EA7-CEE2-10E4-6C35-B2477952E04B}"/>
                  </a:ext>
                </a:extLst>
              </p14:cNvPr>
              <p14:cNvContentPartPr/>
              <p14:nvPr/>
            </p14:nvContentPartPr>
            <p14:xfrm>
              <a:off x="5572080" y="3107520"/>
              <a:ext cx="456120" cy="45000"/>
            </p14:xfrm>
          </p:contentPart>
        </mc:Choice>
        <mc:Fallback xmlns="">
          <p:pic>
            <p:nvPicPr>
              <p:cNvPr id="4" name="Ink 3">
                <a:extLst>
                  <a:ext uri="{FF2B5EF4-FFF2-40B4-BE49-F238E27FC236}">
                    <a16:creationId xmlns:a16="http://schemas.microsoft.com/office/drawing/2014/main" id="{C6164EA7-CEE2-10E4-6C35-B2477952E04B}"/>
                  </a:ext>
                </a:extLst>
              </p:cNvPr>
              <p:cNvPicPr/>
              <p:nvPr/>
            </p:nvPicPr>
            <p:blipFill>
              <a:blip r:embed="rId6"/>
              <a:stretch>
                <a:fillRect/>
              </a:stretch>
            </p:blipFill>
            <p:spPr>
              <a:xfrm>
                <a:off x="5562720" y="3098160"/>
                <a:ext cx="474840" cy="63720"/>
              </a:xfrm>
              <a:prstGeom prst="rect">
                <a:avLst/>
              </a:prstGeom>
            </p:spPr>
          </p:pic>
        </mc:Fallback>
      </mc:AlternateContent>
    </p:spTree>
    <p:extLst>
      <p:ext uri="{BB962C8B-B14F-4D97-AF65-F5344CB8AC3E}">
        <p14:creationId xmlns:p14="http://schemas.microsoft.com/office/powerpoint/2010/main" val="26903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E095BD98-868F-42DB-9207-724615C9AEE4}" type="slidenum">
              <a:rPr lang="en-US" altLang="en-US">
                <a:solidFill>
                  <a:srgbClr val="000000"/>
                </a:solidFill>
              </a:rPr>
              <a:pPr/>
              <a:t>3</a:t>
            </a:fld>
            <a:endParaRPr lang="en-US" altLang="en-US">
              <a:solidFill>
                <a:srgbClr val="000000"/>
              </a:solidFill>
            </a:endParaRPr>
          </a:p>
        </p:txBody>
      </p:sp>
      <p:sp>
        <p:nvSpPr>
          <p:cNvPr id="420867" name="Rectangle 2"/>
          <p:cNvSpPr>
            <a:spLocks noGrp="1" noChangeArrowheads="1"/>
          </p:cNvSpPr>
          <p:nvPr>
            <p:ph type="title"/>
          </p:nvPr>
        </p:nvSpPr>
        <p:spPr>
          <a:noFill/>
        </p:spPr>
        <p:txBody>
          <a:bodyPr/>
          <a:lstStyle/>
          <a:p>
            <a:pPr eaLnBrk="1" hangingPunct="1"/>
            <a:r>
              <a:rPr lang="en-US" altLang="en-US" dirty="0"/>
              <a:t>Files and Streams</a:t>
            </a:r>
          </a:p>
        </p:txBody>
      </p:sp>
      <p:sp>
        <p:nvSpPr>
          <p:cNvPr id="420868" name="Rectangle 3"/>
          <p:cNvSpPr>
            <a:spLocks noGrp="1" noChangeArrowheads="1"/>
          </p:cNvSpPr>
          <p:nvPr>
            <p:ph type="body" idx="1"/>
          </p:nvPr>
        </p:nvSpPr>
        <p:spPr>
          <a:xfrm>
            <a:off x="304800" y="1447801"/>
            <a:ext cx="8382000" cy="4401205"/>
          </a:xfrm>
        </p:spPr>
        <p:txBody>
          <a:bodyPr/>
          <a:lstStyle/>
          <a:p>
            <a:pPr marL="354013" indent="-354013" eaLnBrk="1" hangingPunct="1"/>
            <a:r>
              <a:rPr lang="en-US" altLang="en-US" sz="2200" dirty="0">
                <a:latin typeface="Rockwell" panose="02060603020205020403" pitchFamily="18" charset="0"/>
              </a:rPr>
              <a:t>Java views each files as a sequential stream of bytes</a:t>
            </a:r>
          </a:p>
          <a:p>
            <a:pPr marL="354013" indent="-354013" eaLnBrk="1" hangingPunct="1"/>
            <a:r>
              <a:rPr lang="en-US" altLang="en-US" sz="2200" dirty="0">
                <a:latin typeface="Rockwell" panose="02060603020205020403" pitchFamily="18" charset="0"/>
              </a:rPr>
              <a:t>Operating system provides mechanism to determine end of file</a:t>
            </a:r>
          </a:p>
          <a:p>
            <a:pPr marL="354013" lvl="1" indent="-354013" eaLnBrk="1" hangingPunct="1"/>
            <a:r>
              <a:rPr lang="en-US" altLang="en-US" sz="2200" dirty="0">
                <a:latin typeface="Rockwell" panose="02060603020205020403" pitchFamily="18" charset="0"/>
              </a:rPr>
              <a:t>	-	End-of-file marker</a:t>
            </a:r>
          </a:p>
          <a:p>
            <a:pPr marL="354013" lvl="1" indent="-354013" eaLnBrk="1" hangingPunct="1"/>
            <a:r>
              <a:rPr lang="en-US" altLang="en-US" sz="2200" dirty="0">
                <a:latin typeface="Rockwell" panose="02060603020205020403" pitchFamily="18" charset="0"/>
              </a:rPr>
              <a:t>	-	Count of total bytes in file</a:t>
            </a:r>
          </a:p>
          <a:p>
            <a:pPr marL="354013" lvl="1" indent="-354013" eaLnBrk="1" hangingPunct="1"/>
            <a:r>
              <a:rPr lang="en-US" altLang="en-US" sz="2200" dirty="0">
                <a:latin typeface="Rockwell" panose="02060603020205020403" pitchFamily="18" charset="0"/>
              </a:rPr>
              <a:t>Java program processing a stream of bytes receives an indication from the operating system when program reaches end of stream</a:t>
            </a:r>
          </a:p>
          <a:p>
            <a:pPr marL="354013" indent="-354013"/>
            <a:r>
              <a:rPr lang="en-GB" sz="2200" dirty="0">
                <a:solidFill>
                  <a:srgbClr val="333333"/>
                </a:solidFill>
                <a:latin typeface="Rockwell" panose="02060603020205020403" pitchFamily="18" charset="0"/>
              </a:rPr>
              <a:t>The </a:t>
            </a:r>
            <a:r>
              <a:rPr lang="en-GB" sz="2200" dirty="0">
                <a:solidFill>
                  <a:srgbClr val="7A0029"/>
                </a:solidFill>
                <a:latin typeface="Rockwell" panose="02060603020205020403" pitchFamily="18" charset="0"/>
              </a:rPr>
              <a:t>java.io </a:t>
            </a:r>
            <a:r>
              <a:rPr lang="en-GB" sz="2200" dirty="0">
                <a:solidFill>
                  <a:srgbClr val="333333"/>
                </a:solidFill>
                <a:latin typeface="Rockwell" panose="02060603020205020403" pitchFamily="18" charset="0"/>
              </a:rPr>
              <a:t>package defines I/O in terms of </a:t>
            </a:r>
            <a:r>
              <a:rPr lang="en-GB" sz="2200" i="1" dirty="0">
                <a:solidFill>
                  <a:srgbClr val="333333"/>
                </a:solidFill>
                <a:latin typeface="Rockwell" panose="02060603020205020403" pitchFamily="18" charset="0"/>
              </a:rPr>
              <a:t>streams. </a:t>
            </a:r>
          </a:p>
          <a:p>
            <a:pPr marL="354013" indent="-354013"/>
            <a:r>
              <a:rPr lang="en-GB" sz="2200" dirty="0">
                <a:solidFill>
                  <a:srgbClr val="333333"/>
                </a:solidFill>
                <a:latin typeface="Rockwell" panose="02060603020205020403" pitchFamily="18" charset="0"/>
              </a:rPr>
              <a:t>Streams are ordered sequences of data that have  a </a:t>
            </a:r>
            <a:r>
              <a:rPr lang="en-GB" sz="2200" i="1" dirty="0">
                <a:solidFill>
                  <a:srgbClr val="333333"/>
                </a:solidFill>
                <a:latin typeface="Rockwell" panose="02060603020205020403" pitchFamily="18" charset="0"/>
              </a:rPr>
              <a:t>source </a:t>
            </a:r>
            <a:r>
              <a:rPr lang="en-GB" sz="2200" dirty="0">
                <a:solidFill>
                  <a:srgbClr val="333333"/>
                </a:solidFill>
                <a:latin typeface="Rockwell" panose="02060603020205020403" pitchFamily="18" charset="0"/>
              </a:rPr>
              <a:t>(input streams) or </a:t>
            </a:r>
            <a:r>
              <a:rPr lang="en-GB" sz="2200" i="1" dirty="0">
                <a:solidFill>
                  <a:srgbClr val="333333"/>
                </a:solidFill>
                <a:latin typeface="Rockwell" panose="02060603020205020403" pitchFamily="18" charset="0"/>
              </a:rPr>
              <a:t>destination </a:t>
            </a:r>
            <a:r>
              <a:rPr lang="en-GB" sz="2200" dirty="0">
                <a:solidFill>
                  <a:srgbClr val="333333"/>
                </a:solidFill>
                <a:latin typeface="Rockwell" panose="02060603020205020403" pitchFamily="18" charset="0"/>
              </a:rPr>
              <a:t>(output streams). </a:t>
            </a:r>
          </a:p>
          <a:p>
            <a:pPr marL="354013" indent="-354013"/>
            <a:r>
              <a:rPr lang="en-GB" sz="2200" dirty="0">
                <a:solidFill>
                  <a:srgbClr val="333333"/>
                </a:solidFill>
                <a:latin typeface="Rockwell" panose="02060603020205020403" pitchFamily="18" charset="0"/>
              </a:rPr>
              <a:t>The I/O classes isolate programmers from the specific details of the underlying operating system, while enabling access to system resources through </a:t>
            </a:r>
            <a:r>
              <a:rPr lang="en-IN" sz="2200" dirty="0">
                <a:solidFill>
                  <a:srgbClr val="333333"/>
                </a:solidFill>
                <a:latin typeface="Rockwell" panose="02060603020205020403" pitchFamily="18" charset="0"/>
              </a:rPr>
              <a:t>files and other means.</a:t>
            </a:r>
            <a:endParaRPr lang="en-US" altLang="en-US" sz="2200" dirty="0">
              <a:latin typeface="Rockwell" panose="02060603020205020403" pitchFamily="18" charset="0"/>
            </a:endParaRPr>
          </a:p>
        </p:txBody>
      </p:sp>
    </p:spTree>
    <p:extLst>
      <p:ext uri="{BB962C8B-B14F-4D97-AF65-F5344CB8AC3E}">
        <p14:creationId xmlns:p14="http://schemas.microsoft.com/office/powerpoint/2010/main" val="445086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a:t>Streams</a:t>
            </a:r>
          </a:p>
        </p:txBody>
      </p:sp>
      <p:sp>
        <p:nvSpPr>
          <p:cNvPr id="270339" name="Rectangle 3"/>
          <p:cNvSpPr>
            <a:spLocks noGrp="1" noChangeArrowheads="1"/>
          </p:cNvSpPr>
          <p:nvPr>
            <p:ph type="body" idx="1"/>
          </p:nvPr>
        </p:nvSpPr>
        <p:spPr>
          <a:xfrm>
            <a:off x="381000" y="1572905"/>
            <a:ext cx="6839585" cy="615553"/>
          </a:xfrm>
        </p:spPr>
        <p:txBody>
          <a:bodyPr/>
          <a:lstStyle/>
          <a:p>
            <a:pPr lvl="1"/>
            <a:endParaRPr lang="en-US" altLang="en-US" sz="2000" dirty="0"/>
          </a:p>
          <a:p>
            <a:endParaRPr lang="en-US" altLang="en-US" sz="2000" dirty="0"/>
          </a:p>
        </p:txBody>
      </p:sp>
      <p:sp>
        <p:nvSpPr>
          <p:cNvPr id="3" name="Rectangle 2"/>
          <p:cNvSpPr/>
          <p:nvPr/>
        </p:nvSpPr>
        <p:spPr>
          <a:xfrm>
            <a:off x="228600" y="1447800"/>
            <a:ext cx="8543608" cy="3170099"/>
          </a:xfrm>
          <a:prstGeom prst="rect">
            <a:avLst/>
          </a:prstGeom>
        </p:spPr>
        <p:txBody>
          <a:bodyPr wrap="square">
            <a:spAutoFit/>
          </a:bodyPr>
          <a:lstStyle/>
          <a:p>
            <a:pPr marL="541338" indent="-541338"/>
            <a:r>
              <a:rPr lang="en-GB" sz="2000" dirty="0">
                <a:solidFill>
                  <a:srgbClr val="333333"/>
                </a:solidFill>
                <a:latin typeface="Rockwell" panose="02060603020205020403" pitchFamily="18" charset="0"/>
              </a:rPr>
              <a:t>The package </a:t>
            </a:r>
            <a:r>
              <a:rPr lang="en-GB" sz="2000" dirty="0">
                <a:solidFill>
                  <a:srgbClr val="7A0029"/>
                </a:solidFill>
                <a:latin typeface="Rockwell" panose="02060603020205020403" pitchFamily="18" charset="0"/>
              </a:rPr>
              <a:t>java.io </a:t>
            </a:r>
            <a:r>
              <a:rPr lang="en-GB" sz="2000" dirty="0">
                <a:solidFill>
                  <a:srgbClr val="333333"/>
                </a:solidFill>
                <a:latin typeface="Rockwell" panose="02060603020205020403" pitchFamily="18" charset="0"/>
              </a:rPr>
              <a:t>has two major parts: </a:t>
            </a:r>
            <a:r>
              <a:rPr lang="en-GB" sz="2000" i="1" dirty="0">
                <a:solidFill>
                  <a:srgbClr val="333333"/>
                </a:solidFill>
                <a:latin typeface="Rockwell" panose="02060603020205020403" pitchFamily="18" charset="0"/>
              </a:rPr>
              <a:t>character streams </a:t>
            </a:r>
            <a:r>
              <a:rPr lang="en-GB" sz="2000" dirty="0">
                <a:solidFill>
                  <a:srgbClr val="333333"/>
                </a:solidFill>
                <a:latin typeface="Rockwell" panose="02060603020205020403" pitchFamily="18" charset="0"/>
              </a:rPr>
              <a:t>and </a:t>
            </a:r>
            <a:r>
              <a:rPr lang="en-GB" sz="2000" i="1" dirty="0">
                <a:solidFill>
                  <a:srgbClr val="333333"/>
                </a:solidFill>
                <a:latin typeface="Rockwell" panose="02060603020205020403" pitchFamily="18" charset="0"/>
              </a:rPr>
              <a:t>byte streams. </a:t>
            </a:r>
            <a:r>
              <a:rPr lang="en-GB" sz="2000" dirty="0">
                <a:solidFill>
                  <a:srgbClr val="333333"/>
                </a:solidFill>
                <a:latin typeface="Rockwell" panose="02060603020205020403" pitchFamily="18" charset="0"/>
              </a:rPr>
              <a:t>Characters are 16-bit </a:t>
            </a:r>
            <a:r>
              <a:rPr lang="en-GB" sz="2000" dirty="0">
                <a:solidFill>
                  <a:srgbClr val="7A0029"/>
                </a:solidFill>
                <a:latin typeface="Rockwell" panose="02060603020205020403" pitchFamily="18" charset="0"/>
              </a:rPr>
              <a:t>UTF</a:t>
            </a:r>
            <a:r>
              <a:rPr lang="en-GB" sz="2000" dirty="0">
                <a:solidFill>
                  <a:srgbClr val="333333"/>
                </a:solidFill>
                <a:latin typeface="Rockwell" panose="02060603020205020403" pitchFamily="18" charset="0"/>
              </a:rPr>
              <a:t>-16 characters, whereas bytes are (as always) 8 bits. </a:t>
            </a:r>
          </a:p>
          <a:p>
            <a:pPr marL="541338" indent="-541338"/>
            <a:r>
              <a:rPr lang="en-GB" sz="2000" dirty="0">
                <a:solidFill>
                  <a:srgbClr val="333333"/>
                </a:solidFill>
                <a:latin typeface="Rockwell" panose="02060603020205020403" pitchFamily="18" charset="0"/>
              </a:rPr>
              <a:t>I/O is either text-based or data-based (binary).</a:t>
            </a:r>
          </a:p>
          <a:p>
            <a:pPr marL="541338" indent="-541338"/>
            <a:r>
              <a:rPr lang="en-GB" sz="2000" dirty="0">
                <a:solidFill>
                  <a:srgbClr val="333333"/>
                </a:solidFill>
                <a:latin typeface="Rockwell" panose="02060603020205020403" pitchFamily="18" charset="0"/>
              </a:rPr>
              <a:t>Text-based I/O works with streams of human-readable characters, such as the source code for a program. </a:t>
            </a:r>
          </a:p>
          <a:p>
            <a:pPr marL="541338" indent="-541338"/>
            <a:r>
              <a:rPr lang="en-GB" sz="2000" dirty="0">
                <a:solidFill>
                  <a:srgbClr val="333333"/>
                </a:solidFill>
                <a:latin typeface="Rockwell" panose="02060603020205020403" pitchFamily="18" charset="0"/>
              </a:rPr>
              <a:t>Data-based I/O works with streams of binary data, such as the bit pattern for an image. </a:t>
            </a:r>
          </a:p>
          <a:p>
            <a:pPr marL="541338" indent="-541338"/>
            <a:r>
              <a:rPr lang="en-GB" sz="2000" dirty="0">
                <a:solidFill>
                  <a:srgbClr val="333333"/>
                </a:solidFill>
                <a:latin typeface="Rockwell" panose="02060603020205020403" pitchFamily="18" charset="0"/>
              </a:rPr>
              <a:t>The character streams are used for text-based I/O, while byte streams are used for data-based I/O.</a:t>
            </a:r>
            <a:endParaRPr lang="en-IN" sz="2000" dirty="0">
              <a:latin typeface="Rockwell" panose="02060603020205020403" pitchFamily="18" charset="0"/>
            </a:endParaRPr>
          </a:p>
        </p:txBody>
      </p:sp>
      <p:pic>
        <p:nvPicPr>
          <p:cNvPr id="5" name="Picture 4" descr="byte stream classification">
            <a:extLst>
              <a:ext uri="{FF2B5EF4-FFF2-40B4-BE49-F238E27FC236}">
                <a16:creationId xmlns:a16="http://schemas.microsoft.com/office/drawing/2014/main" id="{45875EC3-691A-4CBD-9022-818937D47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209" y="4743004"/>
            <a:ext cx="3535895" cy="1785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character stream classification">
            <a:extLst>
              <a:ext uri="{FF2B5EF4-FFF2-40B4-BE49-F238E27FC236}">
                <a16:creationId xmlns:a16="http://schemas.microsoft.com/office/drawing/2014/main" id="{1C36D8C0-8146-4EB7-869A-8E0D18F23B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2457" y="4596413"/>
            <a:ext cx="4122445" cy="2079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718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dirty="0"/>
              <a:t>Byte Streams</a:t>
            </a:r>
          </a:p>
        </p:txBody>
      </p:sp>
      <p:sp>
        <p:nvSpPr>
          <p:cNvPr id="270339" name="Rectangle 3"/>
          <p:cNvSpPr>
            <a:spLocks noGrp="1" noChangeArrowheads="1"/>
          </p:cNvSpPr>
          <p:nvPr>
            <p:ph type="body" idx="1"/>
          </p:nvPr>
        </p:nvSpPr>
        <p:spPr>
          <a:xfrm>
            <a:off x="381000" y="1572905"/>
            <a:ext cx="6839585" cy="615553"/>
          </a:xfrm>
        </p:spPr>
        <p:txBody>
          <a:bodyPr/>
          <a:lstStyle/>
          <a:p>
            <a:pPr lvl="1"/>
            <a:endParaRPr lang="en-US" altLang="en-US" sz="2000" dirty="0"/>
          </a:p>
          <a:p>
            <a:endParaRPr lang="en-US" altLang="en-US" sz="2000" dirty="0"/>
          </a:p>
        </p:txBody>
      </p:sp>
      <p:pic>
        <p:nvPicPr>
          <p:cNvPr id="2" name="Picture 1"/>
          <p:cNvPicPr>
            <a:picLocks noChangeAspect="1"/>
          </p:cNvPicPr>
          <p:nvPr/>
        </p:nvPicPr>
        <p:blipFill>
          <a:blip r:embed="rId3"/>
          <a:stretch>
            <a:fillRect/>
          </a:stretch>
        </p:blipFill>
        <p:spPr>
          <a:xfrm>
            <a:off x="32657" y="1551134"/>
            <a:ext cx="5300378" cy="4849666"/>
          </a:xfrm>
          <a:prstGeom prst="rect">
            <a:avLst/>
          </a:prstGeom>
        </p:spPr>
      </p:pic>
      <p:sp>
        <p:nvSpPr>
          <p:cNvPr id="4" name="Rectangle 3"/>
          <p:cNvSpPr/>
          <p:nvPr/>
        </p:nvSpPr>
        <p:spPr>
          <a:xfrm>
            <a:off x="5333035" y="1413116"/>
            <a:ext cx="3573157" cy="5016758"/>
          </a:xfrm>
          <a:prstGeom prst="rect">
            <a:avLst/>
          </a:prstGeom>
        </p:spPr>
        <p:txBody>
          <a:bodyPr wrap="square">
            <a:spAutoFit/>
          </a:bodyPr>
          <a:lstStyle/>
          <a:p>
            <a:r>
              <a:rPr lang="en-GB" sz="2000" dirty="0">
                <a:solidFill>
                  <a:srgbClr val="333333"/>
                </a:solidFill>
                <a:latin typeface="Rockwell" panose="02060603020205020403" pitchFamily="18" charset="0"/>
              </a:rPr>
              <a:t>The </a:t>
            </a:r>
            <a:r>
              <a:rPr lang="en-GB" sz="2000" dirty="0">
                <a:solidFill>
                  <a:srgbClr val="7A0029"/>
                </a:solidFill>
                <a:latin typeface="Rockwell" panose="02060603020205020403" pitchFamily="18" charset="0"/>
              </a:rPr>
              <a:t>java.io </a:t>
            </a:r>
            <a:r>
              <a:rPr lang="en-GB" sz="2000" dirty="0">
                <a:solidFill>
                  <a:srgbClr val="333333"/>
                </a:solidFill>
                <a:latin typeface="Rockwell" panose="02060603020205020403" pitchFamily="18" charset="0"/>
              </a:rPr>
              <a:t>package defines abstract classes(</a:t>
            </a:r>
            <a:r>
              <a:rPr lang="en-GB" sz="2000" dirty="0" err="1">
                <a:latin typeface="Rockwell" panose="02060603020205020403" pitchFamily="18" charset="0"/>
              </a:rPr>
              <a:t>InputStream</a:t>
            </a:r>
            <a:r>
              <a:rPr lang="en-GB" sz="2000" dirty="0">
                <a:latin typeface="Rockwell" panose="02060603020205020403" pitchFamily="18" charset="0"/>
              </a:rPr>
              <a:t> and </a:t>
            </a:r>
            <a:r>
              <a:rPr lang="en-GB" sz="2000" dirty="0" err="1">
                <a:latin typeface="Rockwell" panose="02060603020205020403" pitchFamily="18" charset="0"/>
              </a:rPr>
              <a:t>OutputStream</a:t>
            </a:r>
            <a:r>
              <a:rPr lang="en-GB" sz="2000" dirty="0">
                <a:latin typeface="Rockwell" panose="02060603020205020403" pitchFamily="18" charset="0"/>
              </a:rPr>
              <a:t> abstract classes) </a:t>
            </a:r>
            <a:r>
              <a:rPr lang="en-GB" sz="2000" dirty="0">
                <a:solidFill>
                  <a:srgbClr val="333333"/>
                </a:solidFill>
                <a:latin typeface="Rockwell" panose="02060603020205020403" pitchFamily="18" charset="0"/>
              </a:rPr>
              <a:t> for basic byte input and output streams. </a:t>
            </a:r>
          </a:p>
          <a:p>
            <a:endParaRPr lang="en-GB" sz="2000" dirty="0">
              <a:solidFill>
                <a:srgbClr val="333333"/>
              </a:solidFill>
              <a:latin typeface="Rockwell" panose="02060603020205020403" pitchFamily="18" charset="0"/>
            </a:endParaRPr>
          </a:p>
          <a:p>
            <a:r>
              <a:rPr lang="en-GB" sz="2000" dirty="0">
                <a:solidFill>
                  <a:srgbClr val="333333"/>
                </a:solidFill>
                <a:latin typeface="Rockwell" panose="02060603020205020403" pitchFamily="18" charset="0"/>
              </a:rPr>
              <a:t>These abstract classes are then extended to provide several useful stream types. Stream types are almost always paired: </a:t>
            </a:r>
          </a:p>
          <a:p>
            <a:r>
              <a:rPr lang="en-GB" sz="2000" dirty="0">
                <a:solidFill>
                  <a:srgbClr val="333333"/>
                </a:solidFill>
                <a:latin typeface="Rockwell" panose="02060603020205020403" pitchFamily="18" charset="0"/>
              </a:rPr>
              <a:t>For example, where there is a </a:t>
            </a:r>
            <a:r>
              <a:rPr lang="en-GB" sz="2000" dirty="0" err="1">
                <a:solidFill>
                  <a:srgbClr val="7A0029"/>
                </a:solidFill>
                <a:latin typeface="Rockwell" panose="02060603020205020403" pitchFamily="18" charset="0"/>
              </a:rPr>
              <a:t>FileInputStream</a:t>
            </a:r>
            <a:r>
              <a:rPr lang="en-GB" sz="2000" dirty="0">
                <a:solidFill>
                  <a:srgbClr val="7A0029"/>
                </a:solidFill>
                <a:latin typeface="Rockwell" panose="02060603020205020403" pitchFamily="18" charset="0"/>
              </a:rPr>
              <a:t> </a:t>
            </a:r>
            <a:r>
              <a:rPr lang="en-GB" sz="2000" dirty="0">
                <a:solidFill>
                  <a:srgbClr val="333333"/>
                </a:solidFill>
                <a:latin typeface="Rockwell" panose="02060603020205020403" pitchFamily="18" charset="0"/>
              </a:rPr>
              <a:t>to read from a file, there is usually a </a:t>
            </a:r>
            <a:r>
              <a:rPr lang="en-GB" sz="2000" dirty="0" err="1">
                <a:solidFill>
                  <a:srgbClr val="7A0029"/>
                </a:solidFill>
                <a:latin typeface="Rockwell" panose="02060603020205020403" pitchFamily="18" charset="0"/>
              </a:rPr>
              <a:t>FileOutputStream</a:t>
            </a:r>
            <a:r>
              <a:rPr lang="en-GB" sz="2000" dirty="0">
                <a:solidFill>
                  <a:srgbClr val="7A0029"/>
                </a:solidFill>
                <a:latin typeface="Rockwell" panose="02060603020205020403" pitchFamily="18" charset="0"/>
              </a:rPr>
              <a:t> </a:t>
            </a:r>
            <a:r>
              <a:rPr lang="en-GB" sz="2000" dirty="0">
                <a:solidFill>
                  <a:srgbClr val="333333"/>
                </a:solidFill>
                <a:latin typeface="Rockwell" panose="02060603020205020403" pitchFamily="18" charset="0"/>
              </a:rPr>
              <a:t>to write to a file.</a:t>
            </a:r>
            <a:endParaRPr lang="en-IN" sz="2000" dirty="0">
              <a:latin typeface="Rockwell" panose="02060603020205020403" pitchFamily="18" charset="0"/>
            </a:endParaRPr>
          </a:p>
        </p:txBody>
      </p:sp>
    </p:spTree>
    <p:extLst>
      <p:ext uri="{BB962C8B-B14F-4D97-AF65-F5344CB8AC3E}">
        <p14:creationId xmlns:p14="http://schemas.microsoft.com/office/powerpoint/2010/main" val="3583270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dirty="0"/>
              <a:t>Byte Streams</a:t>
            </a:r>
          </a:p>
        </p:txBody>
      </p:sp>
      <p:sp>
        <p:nvSpPr>
          <p:cNvPr id="270339" name="Rectangle 3"/>
          <p:cNvSpPr>
            <a:spLocks noGrp="1" noChangeArrowheads="1"/>
          </p:cNvSpPr>
          <p:nvPr>
            <p:ph type="body" idx="1"/>
          </p:nvPr>
        </p:nvSpPr>
        <p:spPr>
          <a:xfrm>
            <a:off x="381000" y="1572905"/>
            <a:ext cx="6839585" cy="615553"/>
          </a:xfrm>
        </p:spPr>
        <p:txBody>
          <a:bodyPr/>
          <a:lstStyle/>
          <a:p>
            <a:pPr lvl="1"/>
            <a:endParaRPr lang="en-US" altLang="en-US" sz="2000" dirty="0"/>
          </a:p>
          <a:p>
            <a:endParaRPr lang="en-US" altLang="en-US" sz="2000" dirty="0"/>
          </a:p>
        </p:txBody>
      </p:sp>
      <p:sp>
        <p:nvSpPr>
          <p:cNvPr id="4" name="Rectangle 3"/>
          <p:cNvSpPr/>
          <p:nvPr/>
        </p:nvSpPr>
        <p:spPr>
          <a:xfrm>
            <a:off x="152400" y="1371600"/>
            <a:ext cx="8753792" cy="5016758"/>
          </a:xfrm>
          <a:prstGeom prst="rect">
            <a:avLst/>
          </a:prstGeom>
        </p:spPr>
        <p:txBody>
          <a:bodyPr wrap="square">
            <a:spAutoFit/>
          </a:bodyPr>
          <a:lstStyle/>
          <a:p>
            <a:pPr marL="354013" indent="-354013"/>
            <a:r>
              <a:rPr lang="en-IN" sz="2000" b="1" dirty="0" err="1">
                <a:latin typeface="Rockwell" panose="02060603020205020403" pitchFamily="18" charset="0"/>
                <a:ea typeface="Verdana" panose="020B0604030504040204" pitchFamily="34" charset="0"/>
              </a:rPr>
              <a:t>InputStream</a:t>
            </a:r>
            <a:endParaRPr lang="en-IN" sz="2000" b="1" dirty="0">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The abstract class </a:t>
            </a:r>
            <a:r>
              <a:rPr lang="en-GB" sz="2000" dirty="0" err="1">
                <a:latin typeface="Rockwell" panose="02060603020205020403" pitchFamily="18" charset="0"/>
                <a:ea typeface="Verdana" panose="020B0604030504040204" pitchFamily="34" charset="0"/>
              </a:rPr>
              <a:t>InputStream</a:t>
            </a:r>
            <a:r>
              <a:rPr lang="en-GB" sz="2000" dirty="0">
                <a:latin typeface="Rockwell" panose="02060603020205020403" pitchFamily="18" charset="0"/>
                <a:ea typeface="Verdana" panose="020B0604030504040204" pitchFamily="34" charset="0"/>
              </a:rPr>
              <a:t> declares methods to read bytes from a particular source. </a:t>
            </a:r>
          </a:p>
          <a:p>
            <a:pPr marL="354013" indent="-354013"/>
            <a:r>
              <a:rPr lang="en-GB" sz="2000" dirty="0" err="1">
                <a:latin typeface="Rockwell" panose="02060603020205020403" pitchFamily="18" charset="0"/>
                <a:ea typeface="Verdana" panose="020B0604030504040204" pitchFamily="34" charset="0"/>
              </a:rPr>
              <a:t>InputStream</a:t>
            </a:r>
            <a:r>
              <a:rPr lang="en-GB" sz="2000" dirty="0">
                <a:latin typeface="Rockwell" panose="02060603020205020403" pitchFamily="18" charset="0"/>
                <a:ea typeface="Verdana" panose="020B0604030504040204" pitchFamily="34" charset="0"/>
              </a:rPr>
              <a:t> is the superclass of most byte input streams in java.io, and has the following methods:</a:t>
            </a:r>
          </a:p>
          <a:p>
            <a:pPr marL="354013" indent="-354013"/>
            <a:r>
              <a:rPr lang="en-GB" sz="2000" dirty="0">
                <a:latin typeface="Rockwell" panose="02060603020205020403" pitchFamily="18" charset="0"/>
                <a:ea typeface="Verdana" panose="020B0604030504040204" pitchFamily="34" charset="0"/>
              </a:rPr>
              <a:t>public abstract int </a:t>
            </a:r>
            <a:r>
              <a:rPr lang="en-GB" sz="2000" b="1" dirty="0">
                <a:latin typeface="Rockwell" panose="02060603020205020403" pitchFamily="18" charset="0"/>
                <a:ea typeface="Verdana" panose="020B0604030504040204" pitchFamily="34" charset="0"/>
              </a:rPr>
              <a:t>read() </a:t>
            </a:r>
            <a:r>
              <a:rPr lang="en-GB" sz="2000" dirty="0">
                <a:latin typeface="Rockwell" panose="02060603020205020403" pitchFamily="18" charset="0"/>
                <a:ea typeface="Verdana" panose="020B0604030504040204" pitchFamily="34" charset="0"/>
              </a:rPr>
              <a:t>throws </a:t>
            </a:r>
            <a:r>
              <a:rPr lang="en-GB" sz="2000" dirty="0" err="1">
                <a:latin typeface="Rockwell" panose="02060603020205020403" pitchFamily="18" charset="0"/>
                <a:ea typeface="Verdana" panose="020B0604030504040204" pitchFamily="34" charset="0"/>
              </a:rPr>
              <a:t>IOException</a:t>
            </a:r>
            <a:endParaRPr lang="en-GB" sz="2000" dirty="0">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	-	Reads a single byte of data and returns the byte that was read, as an integer in the range 0 to 255</a:t>
            </a:r>
          </a:p>
          <a:p>
            <a:pPr marL="354013" indent="-354013"/>
            <a:r>
              <a:rPr lang="en-GB" sz="2000" dirty="0">
                <a:solidFill>
                  <a:srgbClr val="7A0029"/>
                </a:solidFill>
                <a:latin typeface="Rockwell" panose="02060603020205020403" pitchFamily="18" charset="0"/>
              </a:rPr>
              <a:t>public int </a:t>
            </a:r>
            <a:r>
              <a:rPr lang="en-GB" sz="2000" b="1" dirty="0">
                <a:solidFill>
                  <a:srgbClr val="7A0029"/>
                </a:solidFill>
                <a:latin typeface="Rockwell" panose="02060603020205020403" pitchFamily="18" charset="0"/>
              </a:rPr>
              <a:t>read(byte[] </a:t>
            </a:r>
            <a:r>
              <a:rPr lang="en-GB" sz="2000" b="1" dirty="0" err="1">
                <a:solidFill>
                  <a:srgbClr val="7A0029"/>
                </a:solidFill>
                <a:latin typeface="Rockwell" panose="02060603020205020403" pitchFamily="18" charset="0"/>
              </a:rPr>
              <a:t>buf</a:t>
            </a:r>
            <a:r>
              <a:rPr lang="en-GB" sz="2000" b="1" dirty="0">
                <a:solidFill>
                  <a:srgbClr val="7A0029"/>
                </a:solidFill>
                <a:latin typeface="Rockwell" panose="02060603020205020403" pitchFamily="18" charset="0"/>
              </a:rPr>
              <a:t>, int offset, int count) </a:t>
            </a:r>
            <a:r>
              <a:rPr lang="en-GB" sz="2000" dirty="0">
                <a:solidFill>
                  <a:srgbClr val="7A0029"/>
                </a:solidFill>
                <a:latin typeface="Rockwell" panose="02060603020205020403" pitchFamily="18" charset="0"/>
              </a:rPr>
              <a:t>throws </a:t>
            </a:r>
            <a:r>
              <a:rPr lang="en-GB" sz="2000" dirty="0" err="1">
                <a:solidFill>
                  <a:srgbClr val="7A0029"/>
                </a:solidFill>
                <a:latin typeface="Rockwell" panose="02060603020205020403" pitchFamily="18" charset="0"/>
              </a:rPr>
              <a:t>IOException</a:t>
            </a:r>
            <a:endParaRPr lang="en-GB" sz="2000" dirty="0">
              <a:solidFill>
                <a:srgbClr val="7A0029"/>
              </a:solidFill>
              <a:latin typeface="Rockwell" panose="02060603020205020403" pitchFamily="18" charset="0"/>
            </a:endParaRPr>
          </a:p>
          <a:p>
            <a:pPr marL="354013" indent="-354013"/>
            <a:r>
              <a:rPr lang="en-GB" sz="2000" dirty="0">
                <a:solidFill>
                  <a:srgbClr val="333333"/>
                </a:solidFill>
                <a:latin typeface="Rockwell" panose="02060603020205020403" pitchFamily="18" charset="0"/>
              </a:rPr>
              <a:t>	-	Reads into a part of a </a:t>
            </a:r>
            <a:r>
              <a:rPr lang="en-GB" sz="2000" dirty="0">
                <a:solidFill>
                  <a:srgbClr val="7A0029"/>
                </a:solidFill>
                <a:latin typeface="Rockwell" panose="02060603020205020403" pitchFamily="18" charset="0"/>
              </a:rPr>
              <a:t>byte </a:t>
            </a:r>
            <a:r>
              <a:rPr lang="en-GB" sz="2000" dirty="0">
                <a:solidFill>
                  <a:srgbClr val="333333"/>
                </a:solidFill>
                <a:latin typeface="Rockwell" panose="02060603020205020403" pitchFamily="18" charset="0"/>
              </a:rPr>
              <a:t>array. </a:t>
            </a:r>
          </a:p>
          <a:p>
            <a:pPr marL="354013" indent="-354013"/>
            <a:r>
              <a:rPr lang="en-GB" sz="2000" dirty="0">
                <a:solidFill>
                  <a:srgbClr val="333333"/>
                </a:solidFill>
                <a:latin typeface="Rockwell" panose="02060603020205020403" pitchFamily="18" charset="0"/>
              </a:rPr>
              <a:t>The maximum number of bytes read is </a:t>
            </a:r>
            <a:r>
              <a:rPr lang="en-GB" sz="2000" dirty="0">
                <a:solidFill>
                  <a:srgbClr val="7A0029"/>
                </a:solidFill>
                <a:latin typeface="Rockwell" panose="02060603020205020403" pitchFamily="18" charset="0"/>
              </a:rPr>
              <a:t>count</a:t>
            </a:r>
            <a:r>
              <a:rPr lang="en-GB" sz="2000" dirty="0">
                <a:solidFill>
                  <a:srgbClr val="333333"/>
                </a:solidFill>
                <a:latin typeface="Rockwell" panose="02060603020205020403" pitchFamily="18" charset="0"/>
              </a:rPr>
              <a:t>. </a:t>
            </a:r>
          </a:p>
          <a:p>
            <a:pPr marL="354013" indent="-354013"/>
            <a:r>
              <a:rPr lang="en-GB" sz="2000" dirty="0">
                <a:solidFill>
                  <a:srgbClr val="333333"/>
                </a:solidFill>
                <a:latin typeface="Rockwell" panose="02060603020205020403" pitchFamily="18" charset="0"/>
              </a:rPr>
              <a:t>The bytes are stored from </a:t>
            </a:r>
            <a:r>
              <a:rPr lang="en-GB" sz="2000" dirty="0" err="1">
                <a:solidFill>
                  <a:srgbClr val="7A0029"/>
                </a:solidFill>
                <a:latin typeface="Rockwell" panose="02060603020205020403" pitchFamily="18" charset="0"/>
              </a:rPr>
              <a:t>buf</a:t>
            </a:r>
            <a:r>
              <a:rPr lang="en-GB" sz="2000" dirty="0">
                <a:solidFill>
                  <a:srgbClr val="7A0029"/>
                </a:solidFill>
                <a:latin typeface="Rockwell" panose="02060603020205020403" pitchFamily="18" charset="0"/>
              </a:rPr>
              <a:t>[offset] </a:t>
            </a:r>
            <a:r>
              <a:rPr lang="en-GB" sz="2000" dirty="0">
                <a:solidFill>
                  <a:srgbClr val="333333"/>
                </a:solidFill>
                <a:latin typeface="Rockwell" panose="02060603020205020403" pitchFamily="18" charset="0"/>
              </a:rPr>
              <a:t>up to a maximum of </a:t>
            </a:r>
            <a:r>
              <a:rPr lang="en-GB" sz="2000" dirty="0" err="1">
                <a:solidFill>
                  <a:srgbClr val="7A0029"/>
                </a:solidFill>
                <a:latin typeface="Rockwell" panose="02060603020205020403" pitchFamily="18" charset="0"/>
              </a:rPr>
              <a:t>buf</a:t>
            </a:r>
            <a:r>
              <a:rPr lang="en-GB" sz="2000" dirty="0">
                <a:solidFill>
                  <a:srgbClr val="7A0029"/>
                </a:solidFill>
                <a:latin typeface="Rockwell" panose="02060603020205020403" pitchFamily="18" charset="0"/>
              </a:rPr>
              <a:t> [offset+count-1]</a:t>
            </a:r>
            <a:r>
              <a:rPr lang="en-GB" sz="2000" dirty="0">
                <a:solidFill>
                  <a:srgbClr val="333333"/>
                </a:solidFill>
                <a:latin typeface="Rockwell" panose="02060603020205020403" pitchFamily="18" charset="0"/>
              </a:rPr>
              <a:t>all other values in </a:t>
            </a:r>
            <a:r>
              <a:rPr lang="en-GB" sz="2000" dirty="0" err="1">
                <a:solidFill>
                  <a:srgbClr val="7A0029"/>
                </a:solidFill>
                <a:latin typeface="Rockwell" panose="02060603020205020403" pitchFamily="18" charset="0"/>
              </a:rPr>
              <a:t>buf</a:t>
            </a:r>
            <a:r>
              <a:rPr lang="en-GB" sz="2000" dirty="0">
                <a:solidFill>
                  <a:srgbClr val="7A0029"/>
                </a:solidFill>
                <a:latin typeface="Rockwell" panose="02060603020205020403" pitchFamily="18" charset="0"/>
              </a:rPr>
              <a:t> </a:t>
            </a:r>
            <a:r>
              <a:rPr lang="en-GB" sz="2000" dirty="0">
                <a:solidFill>
                  <a:srgbClr val="333333"/>
                </a:solidFill>
                <a:latin typeface="Rockwell" panose="02060603020205020403" pitchFamily="18" charset="0"/>
              </a:rPr>
              <a:t>are left unchanged. </a:t>
            </a:r>
          </a:p>
          <a:p>
            <a:pPr marL="354013" indent="-354013"/>
            <a:r>
              <a:rPr lang="en-GB" sz="2000" dirty="0">
                <a:solidFill>
                  <a:srgbClr val="333333"/>
                </a:solidFill>
                <a:latin typeface="Rockwell" panose="02060603020205020403" pitchFamily="18" charset="0"/>
              </a:rPr>
              <a:t>The number of bytes actually read is returned. </a:t>
            </a:r>
          </a:p>
          <a:p>
            <a:pPr marL="354013" indent="-354013"/>
            <a:r>
              <a:rPr lang="en-GB" sz="2000" dirty="0">
                <a:solidFill>
                  <a:srgbClr val="333333"/>
                </a:solidFill>
                <a:latin typeface="Rockwell" panose="02060603020205020403" pitchFamily="18" charset="0"/>
              </a:rPr>
              <a:t>If no bytes are read because the end of the stream was found, the value -1 is returned.</a:t>
            </a:r>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277116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2">
            <a:extLst>
              <a:ext uri="{FF2B5EF4-FFF2-40B4-BE49-F238E27FC236}">
                <a16:creationId xmlns:a16="http://schemas.microsoft.com/office/drawing/2014/main" id="{E02C9024-A489-457F-BA76-A85D711F8ECD}"/>
              </a:ext>
            </a:extLst>
          </p:cNvPr>
          <p:cNvSpPr>
            <a:spLocks noGrp="1"/>
          </p:cNvSpPr>
          <p:nvPr>
            <p:ph idx="1"/>
          </p:nvPr>
        </p:nvSpPr>
        <p:spPr>
          <a:xfrm>
            <a:off x="304800" y="1447800"/>
            <a:ext cx="8534400" cy="5207579"/>
          </a:xfrm>
        </p:spPr>
        <p:txBody>
          <a:bodyPr/>
          <a:lstStyle/>
          <a:p>
            <a:r>
              <a:rPr lang="en-GB" dirty="0">
                <a:latin typeface="Rockwell" panose="02060603020205020403" pitchFamily="18" charset="0"/>
              </a:rPr>
              <a:t>The following program demonstrates the use of input streams to count the total number of bytes in a file, or from System.in if no file is specified:</a:t>
            </a:r>
          </a:p>
          <a:p>
            <a:r>
              <a:rPr lang="en-IN" dirty="0">
                <a:latin typeface="Rockwell" panose="02060603020205020403" pitchFamily="18" charset="0"/>
              </a:rPr>
              <a:t>import java.io.*;</a:t>
            </a:r>
          </a:p>
          <a:p>
            <a:r>
              <a:rPr lang="en-IN" dirty="0">
                <a:latin typeface="Rockwell" panose="02060603020205020403" pitchFamily="18" charset="0"/>
              </a:rPr>
              <a:t>class </a:t>
            </a:r>
            <a:r>
              <a:rPr lang="en-IN" dirty="0" err="1">
                <a:latin typeface="Rockwell" panose="02060603020205020403" pitchFamily="18" charset="0"/>
              </a:rPr>
              <a:t>CountBytes</a:t>
            </a:r>
            <a:r>
              <a:rPr lang="en-IN" dirty="0">
                <a:latin typeface="Rockwell" panose="02060603020205020403" pitchFamily="18" charset="0"/>
              </a:rPr>
              <a:t> {</a:t>
            </a:r>
          </a:p>
          <a:p>
            <a:r>
              <a:rPr lang="en-GB" dirty="0">
                <a:latin typeface="Rockwell" panose="02060603020205020403" pitchFamily="18" charset="0"/>
              </a:rPr>
              <a:t>public static void main(String[] </a:t>
            </a:r>
            <a:r>
              <a:rPr lang="en-GB" dirty="0" err="1">
                <a:latin typeface="Rockwell" panose="02060603020205020403" pitchFamily="18" charset="0"/>
              </a:rPr>
              <a:t>args</a:t>
            </a:r>
            <a:r>
              <a:rPr lang="en-GB" dirty="0">
                <a:latin typeface="Rockwell" panose="02060603020205020403" pitchFamily="18" charset="0"/>
              </a:rPr>
              <a:t>) </a:t>
            </a:r>
            <a:r>
              <a:rPr lang="en-IN" dirty="0">
                <a:latin typeface="Rockwell" panose="02060603020205020403" pitchFamily="18" charset="0"/>
              </a:rPr>
              <a:t>throws </a:t>
            </a:r>
            <a:r>
              <a:rPr lang="en-IN" dirty="0" err="1">
                <a:latin typeface="Rockwell" panose="02060603020205020403" pitchFamily="18" charset="0"/>
              </a:rPr>
              <a:t>IOException</a:t>
            </a:r>
            <a:endParaRPr lang="en-IN" dirty="0">
              <a:latin typeface="Rockwell" panose="02060603020205020403" pitchFamily="18" charset="0"/>
            </a:endParaRPr>
          </a:p>
          <a:p>
            <a:r>
              <a:rPr lang="en-IN" dirty="0">
                <a:latin typeface="Rockwell" panose="02060603020205020403" pitchFamily="18" charset="0"/>
              </a:rPr>
              <a:t>{</a:t>
            </a:r>
          </a:p>
          <a:p>
            <a:r>
              <a:rPr lang="en-IN" dirty="0" err="1">
                <a:latin typeface="Rockwell" panose="02060603020205020403" pitchFamily="18" charset="0"/>
              </a:rPr>
              <a:t>InputStream</a:t>
            </a:r>
            <a:r>
              <a:rPr lang="en-IN" dirty="0">
                <a:latin typeface="Rockwell" panose="02060603020205020403" pitchFamily="18" charset="0"/>
              </a:rPr>
              <a:t> in;</a:t>
            </a:r>
          </a:p>
          <a:p>
            <a:r>
              <a:rPr lang="en-IN" dirty="0">
                <a:latin typeface="Rockwell" panose="02060603020205020403" pitchFamily="18" charset="0"/>
              </a:rPr>
              <a:t>if (</a:t>
            </a:r>
            <a:r>
              <a:rPr lang="en-IN" dirty="0" err="1">
                <a:latin typeface="Rockwell" panose="02060603020205020403" pitchFamily="18" charset="0"/>
              </a:rPr>
              <a:t>args.length</a:t>
            </a:r>
            <a:r>
              <a:rPr lang="en-IN" dirty="0">
                <a:latin typeface="Rockwell" panose="02060603020205020403" pitchFamily="18" charset="0"/>
              </a:rPr>
              <a:t> == 0)</a:t>
            </a:r>
          </a:p>
          <a:p>
            <a:r>
              <a:rPr lang="en-IN" dirty="0">
                <a:latin typeface="Rockwell" panose="02060603020205020403" pitchFamily="18" charset="0"/>
              </a:rPr>
              <a:t>in = System.in;</a:t>
            </a:r>
          </a:p>
          <a:p>
            <a:r>
              <a:rPr lang="en-IN" dirty="0">
                <a:latin typeface="Rockwell" panose="02060603020205020403" pitchFamily="18" charset="0"/>
              </a:rPr>
              <a:t>else</a:t>
            </a:r>
          </a:p>
          <a:p>
            <a:r>
              <a:rPr lang="en-IN" dirty="0">
                <a:latin typeface="Rockwell" panose="02060603020205020403" pitchFamily="18" charset="0"/>
              </a:rPr>
              <a:t>in = new </a:t>
            </a:r>
            <a:r>
              <a:rPr lang="en-IN" dirty="0" err="1">
                <a:latin typeface="Rockwell" panose="02060603020205020403" pitchFamily="18" charset="0"/>
              </a:rPr>
              <a:t>FileInputStream</a:t>
            </a:r>
            <a:r>
              <a:rPr lang="en-IN" dirty="0">
                <a:latin typeface="Rockwell" panose="02060603020205020403" pitchFamily="18" charset="0"/>
              </a:rPr>
              <a:t>(</a:t>
            </a:r>
            <a:r>
              <a:rPr lang="en-IN" dirty="0" err="1">
                <a:latin typeface="Rockwell" panose="02060603020205020403" pitchFamily="18" charset="0"/>
              </a:rPr>
              <a:t>args</a:t>
            </a:r>
            <a:r>
              <a:rPr lang="en-IN" dirty="0">
                <a:latin typeface="Rockwell" panose="02060603020205020403" pitchFamily="18" charset="0"/>
              </a:rPr>
              <a:t>[0]);</a:t>
            </a:r>
          </a:p>
          <a:p>
            <a:r>
              <a:rPr lang="en-IN" dirty="0" err="1">
                <a:latin typeface="Rockwell" panose="02060603020205020403" pitchFamily="18" charset="0"/>
              </a:rPr>
              <a:t>int</a:t>
            </a:r>
            <a:r>
              <a:rPr lang="en-IN" dirty="0">
                <a:latin typeface="Rockwell" panose="02060603020205020403" pitchFamily="18" charset="0"/>
              </a:rPr>
              <a:t> total = 0;</a:t>
            </a:r>
          </a:p>
          <a:p>
            <a:r>
              <a:rPr lang="en-IN" dirty="0">
                <a:latin typeface="Rockwell" panose="02060603020205020403" pitchFamily="18" charset="0"/>
              </a:rPr>
              <a:t>while (</a:t>
            </a:r>
            <a:r>
              <a:rPr lang="en-IN" dirty="0" err="1">
                <a:latin typeface="Rockwell" panose="02060603020205020403" pitchFamily="18" charset="0"/>
              </a:rPr>
              <a:t>in.read</a:t>
            </a:r>
            <a:r>
              <a:rPr lang="en-IN" dirty="0">
                <a:latin typeface="Rockwell" panose="02060603020205020403" pitchFamily="18" charset="0"/>
              </a:rPr>
              <a:t>() != -1)</a:t>
            </a:r>
          </a:p>
          <a:p>
            <a:r>
              <a:rPr lang="en-IN" dirty="0">
                <a:latin typeface="Rockwell" panose="02060603020205020403" pitchFamily="18" charset="0"/>
              </a:rPr>
              <a:t>total++;</a:t>
            </a:r>
          </a:p>
          <a:p>
            <a:r>
              <a:rPr lang="en-IN" dirty="0" err="1">
                <a:latin typeface="Rockwell" panose="02060603020205020403" pitchFamily="18" charset="0"/>
              </a:rPr>
              <a:t>System.out.println</a:t>
            </a:r>
            <a:r>
              <a:rPr lang="en-IN" dirty="0">
                <a:latin typeface="Rockwell" panose="02060603020205020403" pitchFamily="18" charset="0"/>
              </a:rPr>
              <a:t>(total + " bytes");</a:t>
            </a:r>
          </a:p>
          <a:p>
            <a:r>
              <a:rPr lang="en-IN" dirty="0">
                <a:latin typeface="Rockwell" panose="02060603020205020403"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 - </a:t>
            </a:r>
            <a:r>
              <a:rPr lang="en-IN" dirty="0" err="1"/>
              <a:t>InputStream</a:t>
            </a:r>
            <a:endParaRPr lang="en-US" dirty="0"/>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7</a:t>
            </a:fld>
            <a:endParaRPr lang="en-US" altLang="en-US" sz="900"/>
          </a:p>
        </p:txBody>
      </p:sp>
    </p:spTree>
    <p:extLst>
      <p:ext uri="{BB962C8B-B14F-4D97-AF65-F5344CB8AC3E}">
        <p14:creationId xmlns:p14="http://schemas.microsoft.com/office/powerpoint/2010/main" val="542158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a:extLst>
              <a:ext uri="{FF2B5EF4-FFF2-40B4-BE49-F238E27FC236}">
                <a16:creationId xmlns:a16="http://schemas.microsoft.com/office/drawing/2014/main" id="{5F974EED-0DEB-41C2-93BF-EA6F151213AE}"/>
              </a:ext>
            </a:extLst>
          </p:cNvPr>
          <p:cNvSpPr>
            <a:spLocks noGrp="1"/>
          </p:cNvSpPr>
          <p:nvPr>
            <p:ph idx="1"/>
          </p:nvPr>
        </p:nvSpPr>
        <p:spPr>
          <a:xfrm>
            <a:off x="1371600" y="1330662"/>
            <a:ext cx="6172200" cy="5146024"/>
          </a:xfrm>
        </p:spPr>
        <p:txBody>
          <a:bodyPr/>
          <a:lstStyle/>
          <a:p>
            <a:pPr marL="0" indent="0" fontAlgn="base">
              <a:spcAft>
                <a:spcPct val="0"/>
              </a:spcAft>
            </a:pPr>
            <a:r>
              <a:rPr lang="en-US" altLang="en-US" sz="1900" dirty="0">
                <a:solidFill>
                  <a:srgbClr val="000000"/>
                </a:solidFill>
                <a:latin typeface="Rockwell" panose="02060603020205020403" pitchFamily="18" charset="0"/>
              </a:rPr>
              <a:t>Following is an example which makes use of these two classes to copy an input file into an output file:</a:t>
            </a:r>
          </a:p>
          <a:p>
            <a:pPr marL="0" indent="0" fontAlgn="base">
              <a:spcAft>
                <a:spcPct val="0"/>
              </a:spcAft>
            </a:pPr>
            <a:r>
              <a:rPr lang="en-US" altLang="en-US" sz="1900" dirty="0">
                <a:solidFill>
                  <a:srgbClr val="000000"/>
                </a:solidFill>
                <a:latin typeface="Rockwell" panose="02060603020205020403" pitchFamily="18" charset="0"/>
              </a:rPr>
              <a:t>import java.io.*;</a:t>
            </a:r>
          </a:p>
          <a:p>
            <a:pPr marL="0" indent="0" fontAlgn="base">
              <a:spcAft>
                <a:spcPct val="0"/>
              </a:spcAft>
            </a:pPr>
            <a:r>
              <a:rPr lang="en-US" altLang="en-US" sz="1900" dirty="0">
                <a:solidFill>
                  <a:srgbClr val="000000"/>
                </a:solidFill>
                <a:latin typeface="Rockwell" panose="02060603020205020403" pitchFamily="18" charset="0"/>
              </a:rPr>
              <a:t>class StreamDemo1</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a:solidFill>
                  <a:srgbClr val="000000"/>
                </a:solidFill>
                <a:latin typeface="Rockwell" panose="02060603020205020403" pitchFamily="18" charset="0"/>
              </a:rPr>
              <a:t>public static void main(String aa[ ] )</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err="1">
                <a:solidFill>
                  <a:srgbClr val="000000"/>
                </a:solidFill>
                <a:latin typeface="Rockwell" panose="02060603020205020403" pitchFamily="18" charset="0"/>
              </a:rPr>
              <a:t>FileInputStream</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fis</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FileInputStream</a:t>
            </a:r>
            <a:r>
              <a:rPr lang="en-US" altLang="en-US" sz="1900" dirty="0">
                <a:solidFill>
                  <a:srgbClr val="000000"/>
                </a:solidFill>
                <a:latin typeface="Rockwell" panose="02060603020205020403" pitchFamily="18" charset="0"/>
              </a:rPr>
              <a:t>(“A.txt”);</a:t>
            </a:r>
          </a:p>
          <a:p>
            <a:pPr marL="0" indent="0" fontAlgn="base">
              <a:spcAft>
                <a:spcPct val="0"/>
              </a:spcAft>
            </a:pPr>
            <a:r>
              <a:rPr lang="en-US" altLang="en-US" sz="1900" dirty="0" err="1">
                <a:solidFill>
                  <a:srgbClr val="000000"/>
                </a:solidFill>
                <a:latin typeface="Rockwell" panose="02060603020205020403" pitchFamily="18" charset="0"/>
              </a:rPr>
              <a:t>FileOutputStream</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fos</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FileOutputStream</a:t>
            </a:r>
            <a:r>
              <a:rPr lang="en-US" altLang="en-US" sz="1900" dirty="0">
                <a:solidFill>
                  <a:srgbClr val="000000"/>
                </a:solidFill>
                <a:latin typeface="Rockwell" panose="02060603020205020403" pitchFamily="18" charset="0"/>
              </a:rPr>
              <a:t>(“B.txt”);</a:t>
            </a:r>
          </a:p>
          <a:p>
            <a:pPr marL="0" indent="0" fontAlgn="base">
              <a:spcAft>
                <a:spcPct val="0"/>
              </a:spcAft>
            </a:pPr>
            <a:r>
              <a:rPr lang="en-US" altLang="en-US" sz="1900" dirty="0">
                <a:solidFill>
                  <a:srgbClr val="000000"/>
                </a:solidFill>
                <a:latin typeface="Rockwell" panose="02060603020205020403" pitchFamily="18" charset="0"/>
              </a:rPr>
              <a:t>int c;</a:t>
            </a:r>
          </a:p>
          <a:p>
            <a:pPr marL="0" indent="0" fontAlgn="base">
              <a:spcAft>
                <a:spcPct val="0"/>
              </a:spcAft>
            </a:pPr>
            <a:r>
              <a:rPr lang="en-US" altLang="en-US" sz="1900" dirty="0">
                <a:solidFill>
                  <a:srgbClr val="000000"/>
                </a:solidFill>
                <a:latin typeface="Rockwell" panose="02060603020205020403" pitchFamily="18" charset="0"/>
              </a:rPr>
              <a:t>While( (c=</a:t>
            </a:r>
            <a:r>
              <a:rPr lang="en-US" altLang="en-US" sz="1900" dirty="0" err="1">
                <a:solidFill>
                  <a:srgbClr val="000000"/>
                </a:solidFill>
                <a:latin typeface="Rockwell" panose="02060603020205020403" pitchFamily="18" charset="0"/>
              </a:rPr>
              <a:t>fis.read</a:t>
            </a:r>
            <a:r>
              <a:rPr lang="en-US" altLang="en-US" sz="1900" dirty="0">
                <a:solidFill>
                  <a:srgbClr val="000000"/>
                </a:solidFill>
                <a:latin typeface="Rockwell" panose="02060603020205020403" pitchFamily="18" charset="0"/>
              </a:rPr>
              <a:t>()) !=-1) </a:t>
            </a:r>
            <a:r>
              <a:rPr lang="en-US" altLang="en-US" sz="1900" dirty="0" err="1">
                <a:solidFill>
                  <a:srgbClr val="000000"/>
                </a:solidFill>
                <a:latin typeface="Rockwell" panose="02060603020205020403" pitchFamily="18" charset="0"/>
              </a:rPr>
              <a:t>fos.write</a:t>
            </a:r>
            <a:r>
              <a:rPr lang="en-US" altLang="en-US" sz="1900" dirty="0">
                <a:solidFill>
                  <a:srgbClr val="000000"/>
                </a:solidFill>
                <a:latin typeface="Rockwell" panose="02060603020205020403" pitchFamily="18" charset="0"/>
              </a:rPr>
              <a:t>(c);</a:t>
            </a:r>
          </a:p>
          <a:p>
            <a:pPr marL="0" indent="0" fontAlgn="base">
              <a:spcAft>
                <a:spcPct val="0"/>
              </a:spcAft>
            </a:pPr>
            <a:r>
              <a:rPr lang="en-US" altLang="en-US" sz="1900" dirty="0" err="1">
                <a:latin typeface="Rockwell" panose="02060603020205020403" pitchFamily="18" charset="0"/>
              </a:rPr>
              <a:t>fis.close</a:t>
            </a:r>
            <a:r>
              <a:rPr lang="en-US" altLang="en-US" sz="1900" dirty="0">
                <a:latin typeface="Rockwell" panose="02060603020205020403" pitchFamily="18" charset="0"/>
              </a:rPr>
              <a:t>();</a:t>
            </a:r>
          </a:p>
          <a:p>
            <a:pPr marL="0" indent="0" fontAlgn="base">
              <a:spcAft>
                <a:spcPct val="0"/>
              </a:spcAft>
            </a:pPr>
            <a:r>
              <a:rPr lang="en-US" altLang="en-US" sz="1900" dirty="0" err="1">
                <a:latin typeface="Rockwell" panose="02060603020205020403" pitchFamily="18" charset="0"/>
              </a:rPr>
              <a:t>fos.close</a:t>
            </a: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p:txBody>
      </p:sp>
      <p:sp>
        <p:nvSpPr>
          <p:cNvPr id="4" name="Content Placeholder 3">
            <a:extLst>
              <a:ext uri="{FF2B5EF4-FFF2-40B4-BE49-F238E27FC236}">
                <a16:creationId xmlns:a16="http://schemas.microsoft.com/office/drawing/2014/main" id="{990BC0E2-A2E8-49F8-BEDF-4403FA3183EA}"/>
              </a:ext>
            </a:extLst>
          </p:cNvPr>
          <p:cNvSpPr>
            <a:spLocks noGrp="1"/>
          </p:cNvSpPr>
          <p:nvPr>
            <p:ph sz="quarter" idx="10"/>
          </p:nvPr>
        </p:nvSpPr>
        <p:spPr/>
        <p:txBody>
          <a:bodyPr rtlCol="0"/>
          <a:lstStyle/>
          <a:p>
            <a:pPr>
              <a:defRPr/>
            </a:pPr>
            <a:r>
              <a:rPr lang="en-US" dirty="0"/>
              <a:t>STREAM CLASSES - </a:t>
            </a:r>
            <a:r>
              <a:rPr lang="en-US" altLang="en-US" sz="2800" b="1" dirty="0">
                <a:solidFill>
                  <a:srgbClr val="CC3300"/>
                </a:solidFill>
                <a:latin typeface="Rockwell" panose="02060603020205020403" pitchFamily="18" charset="0"/>
              </a:rPr>
              <a:t>Example program for </a:t>
            </a:r>
            <a:r>
              <a:rPr lang="en-US" altLang="en-US" sz="2800" b="1" dirty="0" err="1">
                <a:solidFill>
                  <a:srgbClr val="CC3300"/>
                </a:solidFill>
                <a:latin typeface="Rockwell" panose="02060603020205020403" pitchFamily="18" charset="0"/>
              </a:rPr>
              <a:t>FileInput</a:t>
            </a:r>
            <a:r>
              <a:rPr lang="en-US" altLang="en-US" sz="2800" b="1" dirty="0">
                <a:solidFill>
                  <a:srgbClr val="CC3300"/>
                </a:solidFill>
                <a:latin typeface="Rockwell" panose="02060603020205020403" pitchFamily="18" charset="0"/>
              </a:rPr>
              <a:t> and </a:t>
            </a:r>
            <a:r>
              <a:rPr lang="en-US" altLang="en-US" sz="2800" b="1" dirty="0" err="1">
                <a:solidFill>
                  <a:srgbClr val="CC3300"/>
                </a:solidFill>
                <a:latin typeface="Rockwell" panose="02060603020205020403" pitchFamily="18" charset="0"/>
              </a:rPr>
              <a:t>FileOutput</a:t>
            </a:r>
            <a:r>
              <a:rPr lang="en-US" altLang="en-US" sz="2800" b="1" dirty="0">
                <a:solidFill>
                  <a:srgbClr val="CC3300"/>
                </a:solidFill>
                <a:latin typeface="Rockwell" panose="02060603020205020403" pitchFamily="18" charset="0"/>
              </a:rPr>
              <a:t> Stream classes</a:t>
            </a:r>
          </a:p>
        </p:txBody>
      </p:sp>
      <p:sp>
        <p:nvSpPr>
          <p:cNvPr id="72708" name="Footer Placeholder 6">
            <a:extLst>
              <a:ext uri="{FF2B5EF4-FFF2-40B4-BE49-F238E27FC236}">
                <a16:creationId xmlns:a16="http://schemas.microsoft.com/office/drawing/2014/main" id="{F34204D2-6A1F-4625-9742-6BE3FBE34E13}"/>
              </a:ext>
            </a:extLst>
          </p:cNvPr>
          <p:cNvSpPr>
            <a:spLocks noGrp="1"/>
          </p:cNvSpPr>
          <p:nvPr/>
        </p:nvSpPr>
        <p:spPr bwMode="auto">
          <a:xfrm>
            <a:off x="1219200" y="6485774"/>
            <a:ext cx="6903244" cy="216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sz="1050" dirty="0"/>
              <a:t>Object Oriented Programming  </a:t>
            </a:r>
          </a:p>
        </p:txBody>
      </p:sp>
      <p:sp>
        <p:nvSpPr>
          <p:cNvPr id="72709" name="Slide Number Placeholder 4">
            <a:extLst>
              <a:ext uri="{FF2B5EF4-FFF2-40B4-BE49-F238E27FC236}">
                <a16:creationId xmlns:a16="http://schemas.microsoft.com/office/drawing/2014/main" id="{B660BDE4-CDEB-4157-9826-0ADE74270096}"/>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437CD2AA-5518-4221-8C23-B9BA56D10111}" type="slidenum">
              <a:rPr lang="en-US" altLang="en-US" sz="900"/>
              <a:pPr algn="r" eaLnBrk="1" hangingPunct="1">
                <a:spcBef>
                  <a:spcPct val="0"/>
                </a:spcBef>
                <a:buFontTx/>
                <a:buNone/>
              </a:pPr>
              <a:t>8</a:t>
            </a:fld>
            <a:endParaRPr lang="en-US" altLang="en-US" sz="900"/>
          </a:p>
        </p:txBody>
      </p:sp>
    </p:spTree>
    <p:extLst>
      <p:ext uri="{BB962C8B-B14F-4D97-AF65-F5344CB8AC3E}">
        <p14:creationId xmlns:p14="http://schemas.microsoft.com/office/powerpoint/2010/main" val="404660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ntent Placeholder 2">
            <a:extLst>
              <a:ext uri="{FF2B5EF4-FFF2-40B4-BE49-F238E27FC236}">
                <a16:creationId xmlns:a16="http://schemas.microsoft.com/office/drawing/2014/main" id="{E02C9024-A489-457F-BA76-A85D711F8ECD}"/>
              </a:ext>
            </a:extLst>
          </p:cNvPr>
          <p:cNvSpPr>
            <a:spLocks noGrp="1"/>
          </p:cNvSpPr>
          <p:nvPr>
            <p:ph idx="1"/>
          </p:nvPr>
        </p:nvSpPr>
        <p:spPr>
          <a:xfrm>
            <a:off x="838200" y="1524001"/>
            <a:ext cx="7848600" cy="3554819"/>
          </a:xfrm>
        </p:spPr>
        <p:txBody>
          <a:bodyPr/>
          <a:lstStyle/>
          <a:p>
            <a:pPr marL="0" indent="0" fontAlgn="base">
              <a:spcAft>
                <a:spcPct val="0"/>
              </a:spcAft>
            </a:pPr>
            <a:r>
              <a:rPr lang="en-US" altLang="en-US" sz="2400" dirty="0">
                <a:latin typeface="Rockwell" panose="02060603020205020403" pitchFamily="18" charset="0"/>
              </a:rPr>
              <a:t>Assume that A.txt file has some content</a:t>
            </a:r>
          </a:p>
          <a:p>
            <a:pPr marL="0" indent="0" fontAlgn="base">
              <a:spcAft>
                <a:spcPct val="0"/>
              </a:spcAft>
            </a:pPr>
            <a:r>
              <a:rPr lang="en-US" altLang="en-US" sz="2400" dirty="0">
                <a:latin typeface="Rockwell" panose="02060603020205020403" pitchFamily="18" charset="0"/>
              </a:rPr>
              <a:t>Java is a portable language.</a:t>
            </a:r>
          </a:p>
          <a:p>
            <a:pPr marL="0" indent="0" fontAlgn="base">
              <a:spcAft>
                <a:spcPct val="0"/>
              </a:spcAft>
            </a:pPr>
            <a:r>
              <a:rPr lang="en-US" altLang="en-US" sz="2400" dirty="0">
                <a:solidFill>
                  <a:srgbClr val="000000"/>
                </a:solidFill>
                <a:latin typeface="Rockwell" panose="02060603020205020403" pitchFamily="18" charset="0"/>
              </a:rPr>
              <a:t>As a next step, compile the above program and execute it, which will result in creating B.txt file with the same content as we have in A.txt. So let's put the above code in StreamDemo1.java file and do the following</a:t>
            </a:r>
          </a:p>
          <a:p>
            <a:pPr marL="0" indent="0" fontAlgn="base">
              <a:spcAft>
                <a:spcPct val="0"/>
              </a:spcAft>
            </a:pPr>
            <a:r>
              <a:rPr lang="en-US" altLang="en-US" sz="2400" dirty="0">
                <a:solidFill>
                  <a:srgbClr val="000000"/>
                </a:solidFill>
                <a:latin typeface="Rockwell" panose="02060603020205020403" pitchFamily="18" charset="0"/>
              </a:rPr>
              <a:t>&gt;</a:t>
            </a:r>
            <a:r>
              <a:rPr lang="en-US" altLang="en-US" sz="2400" dirty="0" err="1">
                <a:solidFill>
                  <a:srgbClr val="000000"/>
                </a:solidFill>
                <a:latin typeface="Rockwell" panose="02060603020205020403" pitchFamily="18" charset="0"/>
              </a:rPr>
              <a:t>javac</a:t>
            </a:r>
            <a:r>
              <a:rPr lang="en-US" altLang="en-US" sz="2400" dirty="0">
                <a:solidFill>
                  <a:srgbClr val="000000"/>
                </a:solidFill>
                <a:latin typeface="Rockwell" panose="02060603020205020403" pitchFamily="18" charset="0"/>
              </a:rPr>
              <a:t>  StreamDemo1.java   [Compilation to Byte Code]</a:t>
            </a:r>
          </a:p>
          <a:p>
            <a:pPr marL="0" indent="0" fontAlgn="base">
              <a:spcAft>
                <a:spcPct val="0"/>
              </a:spcAft>
            </a:pPr>
            <a:r>
              <a:rPr lang="en-US" altLang="en-US" sz="2400" dirty="0">
                <a:solidFill>
                  <a:srgbClr val="000000"/>
                </a:solidFill>
                <a:latin typeface="Rockwell" panose="02060603020205020403" pitchFamily="18" charset="0"/>
              </a:rPr>
              <a:t>&gt;java StreamDemo1</a:t>
            </a:r>
            <a:endParaRPr lang="en-US" altLang="en-US" sz="2400" dirty="0">
              <a:latin typeface="Rockwell" panose="02060603020205020403" pitchFamily="18" charset="0"/>
            </a:endParaRPr>
          </a:p>
          <a:p>
            <a:pPr marL="0" indent="0"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a:t>
            </a:r>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9</a:t>
            </a:fld>
            <a:endParaRPr lang="en-US" altLang="en-US" sz="900"/>
          </a:p>
        </p:txBody>
      </p:sp>
    </p:spTree>
    <p:extLst>
      <p:ext uri="{BB962C8B-B14F-4D97-AF65-F5344CB8AC3E}">
        <p14:creationId xmlns:p14="http://schemas.microsoft.com/office/powerpoint/2010/main" val="2276606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 - </a:t>
            </a:r>
            <a:r>
              <a:rPr lang="en-IN" dirty="0" err="1"/>
              <a:t>OutputStream</a:t>
            </a:r>
            <a:endParaRPr lang="en-US" dirty="0"/>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452937" y="6019800"/>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10</a:t>
            </a:fld>
            <a:endParaRPr lang="en-US" altLang="en-US" sz="900"/>
          </a:p>
        </p:txBody>
      </p:sp>
      <p:sp>
        <p:nvSpPr>
          <p:cNvPr id="2" name="Rectangle 1"/>
          <p:cNvSpPr/>
          <p:nvPr/>
        </p:nvSpPr>
        <p:spPr>
          <a:xfrm>
            <a:off x="304800" y="1520965"/>
            <a:ext cx="7772400" cy="4401205"/>
          </a:xfrm>
          <a:prstGeom prst="rect">
            <a:avLst/>
          </a:prstGeom>
        </p:spPr>
        <p:txBody>
          <a:bodyPr wrap="square">
            <a:spAutoFit/>
          </a:bodyPr>
          <a:lstStyle/>
          <a:p>
            <a:pPr marL="354013" indent="-354013"/>
            <a:r>
              <a:rPr lang="en-GB" sz="2000" dirty="0">
                <a:solidFill>
                  <a:srgbClr val="333333"/>
                </a:solidFill>
                <a:latin typeface="Rockwell" panose="02060603020205020403" pitchFamily="18" charset="0"/>
                <a:ea typeface="Verdana" panose="020B0604030504040204" pitchFamily="34" charset="0"/>
              </a:rPr>
              <a:t>The abstract class </a:t>
            </a:r>
            <a:r>
              <a:rPr lang="en-GB" sz="2000" dirty="0" err="1">
                <a:solidFill>
                  <a:srgbClr val="7A0029"/>
                </a:solidFill>
                <a:latin typeface="Rockwell" panose="02060603020205020403" pitchFamily="18" charset="0"/>
                <a:ea typeface="Verdana" panose="020B0604030504040204" pitchFamily="34" charset="0"/>
              </a:rPr>
              <a:t>OutputStream</a:t>
            </a:r>
            <a:r>
              <a:rPr lang="en-GB" sz="2000" dirty="0">
                <a:solidFill>
                  <a:srgbClr val="7A0029"/>
                </a:solidFill>
                <a:latin typeface="Rockwell" panose="02060603020205020403" pitchFamily="18" charset="0"/>
                <a:ea typeface="Verdana" panose="020B0604030504040204" pitchFamily="34" charset="0"/>
              </a:rPr>
              <a:t> </a:t>
            </a:r>
            <a:r>
              <a:rPr lang="en-GB" sz="2000" dirty="0">
                <a:solidFill>
                  <a:srgbClr val="333333"/>
                </a:solidFill>
                <a:latin typeface="Rockwell" panose="02060603020205020403" pitchFamily="18" charset="0"/>
                <a:ea typeface="Verdana" panose="020B0604030504040204" pitchFamily="34" charset="0"/>
              </a:rPr>
              <a:t>is analogous to </a:t>
            </a:r>
            <a:r>
              <a:rPr lang="en-GB" sz="2000" dirty="0" err="1">
                <a:solidFill>
                  <a:srgbClr val="7A0029"/>
                </a:solidFill>
                <a:latin typeface="Rockwell" panose="02060603020205020403" pitchFamily="18" charset="0"/>
                <a:ea typeface="Verdana" panose="020B0604030504040204" pitchFamily="34" charset="0"/>
              </a:rPr>
              <a:t>InputStream</a:t>
            </a:r>
            <a:r>
              <a:rPr lang="en-GB" sz="2000" dirty="0">
                <a:solidFill>
                  <a:srgbClr val="333333"/>
                </a:solidFill>
                <a:latin typeface="Rockwell" panose="02060603020205020403" pitchFamily="18" charset="0"/>
                <a:ea typeface="Verdana" panose="020B0604030504040204" pitchFamily="34" charset="0"/>
              </a:rPr>
              <a:t>; it provides an abstraction for writing bytes</a:t>
            </a:r>
          </a:p>
          <a:p>
            <a:pPr marL="354013" indent="-354013"/>
            <a:r>
              <a:rPr lang="en-GB" sz="2000" dirty="0">
                <a:solidFill>
                  <a:srgbClr val="333333"/>
                </a:solidFill>
                <a:latin typeface="Rockwell" panose="02060603020205020403" pitchFamily="18" charset="0"/>
                <a:ea typeface="Verdana" panose="020B0604030504040204" pitchFamily="34" charset="0"/>
              </a:rPr>
              <a:t>to a destination. </a:t>
            </a:r>
          </a:p>
          <a:p>
            <a:pPr marL="354013" indent="-354013"/>
            <a:r>
              <a:rPr lang="en-GB" sz="2000" dirty="0">
                <a:solidFill>
                  <a:srgbClr val="333333"/>
                </a:solidFill>
                <a:latin typeface="Rockwell" panose="02060603020205020403" pitchFamily="18" charset="0"/>
                <a:ea typeface="Verdana" panose="020B0604030504040204" pitchFamily="34" charset="0"/>
              </a:rPr>
              <a:t>Its methods are:</a:t>
            </a:r>
          </a:p>
          <a:p>
            <a:pPr marL="354013" indent="-354013"/>
            <a:r>
              <a:rPr lang="en-GB" sz="2000" dirty="0">
                <a:latin typeface="Rockwell" panose="02060603020205020403" pitchFamily="18" charset="0"/>
                <a:ea typeface="Verdana" panose="020B0604030504040204" pitchFamily="34" charset="0"/>
              </a:rPr>
              <a:t>public abstract void </a:t>
            </a:r>
            <a:r>
              <a:rPr lang="en-GB" sz="2000" b="1" dirty="0">
                <a:latin typeface="Rockwell" panose="02060603020205020403" pitchFamily="18" charset="0"/>
                <a:ea typeface="Verdana" panose="020B0604030504040204" pitchFamily="34" charset="0"/>
              </a:rPr>
              <a:t>write(int b) </a:t>
            </a:r>
            <a:r>
              <a:rPr lang="en-GB" sz="2000" dirty="0">
                <a:latin typeface="Rockwell" panose="02060603020205020403" pitchFamily="18" charset="0"/>
                <a:ea typeface="Verdana" panose="020B0604030504040204" pitchFamily="34" charset="0"/>
              </a:rPr>
              <a:t>throws </a:t>
            </a:r>
            <a:r>
              <a:rPr lang="en-GB" sz="2000" dirty="0" err="1">
                <a:latin typeface="Rockwell" panose="02060603020205020403" pitchFamily="18" charset="0"/>
                <a:ea typeface="Verdana" panose="020B0604030504040204" pitchFamily="34" charset="0"/>
              </a:rPr>
              <a:t>IOException</a:t>
            </a:r>
            <a:endParaRPr lang="en-GB" sz="2000" dirty="0">
              <a:latin typeface="Rockwell" panose="02060603020205020403" pitchFamily="18" charset="0"/>
              <a:ea typeface="Verdana" panose="020B0604030504040204" pitchFamily="34" charset="0"/>
            </a:endParaRPr>
          </a:p>
          <a:p>
            <a:pPr marL="354013" indent="-354013"/>
            <a:r>
              <a:rPr lang="en-GB" sz="2000" dirty="0">
                <a:solidFill>
                  <a:srgbClr val="333333"/>
                </a:solidFill>
                <a:latin typeface="Rockwell" panose="02060603020205020403" pitchFamily="18" charset="0"/>
                <a:ea typeface="Verdana" panose="020B0604030504040204" pitchFamily="34" charset="0"/>
              </a:rPr>
              <a:t>Writes </a:t>
            </a:r>
            <a:r>
              <a:rPr lang="en-GB" sz="2000" dirty="0">
                <a:solidFill>
                  <a:srgbClr val="7A0029"/>
                </a:solidFill>
                <a:latin typeface="Rockwell" panose="02060603020205020403" pitchFamily="18" charset="0"/>
                <a:ea typeface="Verdana" panose="020B0604030504040204" pitchFamily="34" charset="0"/>
              </a:rPr>
              <a:t>b </a:t>
            </a:r>
            <a:r>
              <a:rPr lang="en-GB" sz="2000" dirty="0">
                <a:solidFill>
                  <a:srgbClr val="333333"/>
                </a:solidFill>
                <a:latin typeface="Rockwell" panose="02060603020205020403" pitchFamily="18" charset="0"/>
                <a:ea typeface="Verdana" panose="020B0604030504040204" pitchFamily="34" charset="0"/>
              </a:rPr>
              <a:t>as a byte. </a:t>
            </a:r>
          </a:p>
          <a:p>
            <a:pPr marL="354013" indent="-354013"/>
            <a:r>
              <a:rPr lang="en-GB" sz="2000" dirty="0">
                <a:solidFill>
                  <a:srgbClr val="333333"/>
                </a:solidFill>
                <a:latin typeface="Rockwell" panose="02060603020205020403" pitchFamily="18" charset="0"/>
                <a:ea typeface="Verdana" panose="020B0604030504040204" pitchFamily="34" charset="0"/>
              </a:rPr>
              <a:t>The byte is passed as an </a:t>
            </a:r>
            <a:r>
              <a:rPr lang="en-GB" sz="2000" dirty="0" err="1">
                <a:solidFill>
                  <a:srgbClr val="7A0029"/>
                </a:solidFill>
                <a:latin typeface="Rockwell" panose="02060603020205020403" pitchFamily="18" charset="0"/>
                <a:ea typeface="Verdana" panose="020B0604030504040204" pitchFamily="34" charset="0"/>
              </a:rPr>
              <a:t>int</a:t>
            </a:r>
            <a:r>
              <a:rPr lang="en-GB" sz="2000" dirty="0">
                <a:solidFill>
                  <a:srgbClr val="7A0029"/>
                </a:solidFill>
                <a:latin typeface="Rockwell" panose="02060603020205020403" pitchFamily="18" charset="0"/>
                <a:ea typeface="Verdana" panose="020B0604030504040204" pitchFamily="34" charset="0"/>
              </a:rPr>
              <a:t> </a:t>
            </a:r>
            <a:r>
              <a:rPr lang="en-GB" sz="2000" dirty="0">
                <a:solidFill>
                  <a:srgbClr val="333333"/>
                </a:solidFill>
                <a:latin typeface="Rockwell" panose="02060603020205020403" pitchFamily="18" charset="0"/>
                <a:ea typeface="Verdana" panose="020B0604030504040204" pitchFamily="34" charset="0"/>
              </a:rPr>
              <a:t>because it is often the result of an arithmetic operation on a byte.</a:t>
            </a:r>
          </a:p>
          <a:p>
            <a:pPr marL="354013" indent="-354013"/>
            <a:endParaRPr lang="en-GB" sz="2000" dirty="0">
              <a:solidFill>
                <a:srgbClr val="333333"/>
              </a:solidFill>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public void </a:t>
            </a:r>
            <a:r>
              <a:rPr lang="en-GB" sz="2000" b="1" dirty="0">
                <a:latin typeface="Rockwell" panose="02060603020205020403" pitchFamily="18" charset="0"/>
                <a:ea typeface="Verdana" panose="020B0604030504040204" pitchFamily="34" charset="0"/>
              </a:rPr>
              <a:t>write(byte[] </a:t>
            </a:r>
            <a:r>
              <a:rPr lang="en-GB" sz="2000" b="1" dirty="0" err="1">
                <a:latin typeface="Rockwell" panose="02060603020205020403" pitchFamily="18" charset="0"/>
                <a:ea typeface="Verdana" panose="020B0604030504040204" pitchFamily="34" charset="0"/>
              </a:rPr>
              <a:t>buf</a:t>
            </a:r>
            <a:r>
              <a:rPr lang="en-GB" sz="2000" b="1" dirty="0">
                <a:latin typeface="Rockwell" panose="02060603020205020403" pitchFamily="18" charset="0"/>
                <a:ea typeface="Verdana" panose="020B0604030504040204" pitchFamily="34" charset="0"/>
              </a:rPr>
              <a:t>, int offset, int count) </a:t>
            </a:r>
            <a:r>
              <a:rPr lang="en-GB" sz="2000" dirty="0">
                <a:latin typeface="Rockwell" panose="02060603020205020403" pitchFamily="18" charset="0"/>
                <a:ea typeface="Verdana" panose="020B0604030504040204" pitchFamily="34" charset="0"/>
              </a:rPr>
              <a:t>throws </a:t>
            </a:r>
            <a:r>
              <a:rPr lang="en-GB" sz="2000" dirty="0" err="1">
                <a:latin typeface="Rockwell" panose="02060603020205020403" pitchFamily="18" charset="0"/>
                <a:ea typeface="Verdana" panose="020B0604030504040204" pitchFamily="34" charset="0"/>
              </a:rPr>
              <a:t>IOException</a:t>
            </a:r>
            <a:endParaRPr lang="en-GB" sz="2000" dirty="0">
              <a:latin typeface="Rockwell" panose="02060603020205020403" pitchFamily="18" charset="0"/>
              <a:ea typeface="Verdana" panose="020B0604030504040204" pitchFamily="34" charset="0"/>
            </a:endParaRPr>
          </a:p>
          <a:p>
            <a:pPr marL="354013" indent="-354013"/>
            <a:r>
              <a:rPr lang="en-GB" sz="2000" dirty="0">
                <a:latin typeface="Rockwell" panose="02060603020205020403" pitchFamily="18" charset="0"/>
                <a:ea typeface="Verdana" panose="020B0604030504040204" pitchFamily="34" charset="0"/>
              </a:rPr>
              <a:t>Writes part of an array of bytes, starting at </a:t>
            </a:r>
            <a:r>
              <a:rPr lang="en-GB" sz="2000" dirty="0" err="1">
                <a:latin typeface="Rockwell" panose="02060603020205020403" pitchFamily="18" charset="0"/>
                <a:ea typeface="Verdana" panose="020B0604030504040204" pitchFamily="34" charset="0"/>
              </a:rPr>
              <a:t>buf</a:t>
            </a:r>
            <a:r>
              <a:rPr lang="en-GB" sz="2000" dirty="0">
                <a:latin typeface="Rockwell" panose="02060603020205020403" pitchFamily="18" charset="0"/>
                <a:ea typeface="Verdana" panose="020B0604030504040204" pitchFamily="34" charset="0"/>
              </a:rPr>
              <a:t>[offset] and writing count bytes. </a:t>
            </a:r>
          </a:p>
          <a:p>
            <a:pPr marL="354013" indent="-354013"/>
            <a:r>
              <a:rPr lang="en-GB" sz="2000" dirty="0">
                <a:latin typeface="Rockwell" panose="02060603020205020403" pitchFamily="18" charset="0"/>
                <a:ea typeface="Verdana" panose="020B0604030504040204" pitchFamily="34" charset="0"/>
              </a:rPr>
              <a:t>This method blocks until the bytes have been written.</a:t>
            </a:r>
            <a:endParaRPr lang="en-IN" sz="2000" dirty="0">
              <a:latin typeface="Rockwell" panose="02060603020205020403" pitchFamily="18" charset="0"/>
              <a:ea typeface="Verdana" panose="020B0604030504040204" pitchFamily="34" charset="0"/>
            </a:endParaRPr>
          </a:p>
        </p:txBody>
      </p:sp>
    </p:spTree>
    <p:extLst>
      <p:ext uri="{BB962C8B-B14F-4D97-AF65-F5344CB8AC3E}">
        <p14:creationId xmlns:p14="http://schemas.microsoft.com/office/powerpoint/2010/main" val="3405569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9FD1C02-1F9D-4D7F-9D67-FE18363C27BE}"/>
              </a:ext>
            </a:extLst>
          </p:cNvPr>
          <p:cNvSpPr>
            <a:spLocks noGrp="1"/>
          </p:cNvSpPr>
          <p:nvPr>
            <p:ph sz="quarter" idx="10"/>
          </p:nvPr>
        </p:nvSpPr>
        <p:spPr/>
        <p:txBody>
          <a:bodyPr rtlCol="0"/>
          <a:lstStyle/>
          <a:p>
            <a:pPr>
              <a:defRPr/>
            </a:pPr>
            <a:r>
              <a:rPr lang="en-US" dirty="0"/>
              <a:t>STREAM CLASSES - </a:t>
            </a:r>
            <a:r>
              <a:rPr lang="en-IN" dirty="0" err="1"/>
              <a:t>OutputStream</a:t>
            </a:r>
            <a:endParaRPr lang="en-US" dirty="0"/>
          </a:p>
        </p:txBody>
      </p:sp>
      <p:sp>
        <p:nvSpPr>
          <p:cNvPr id="74757" name="Slide Number Placeholder 4">
            <a:extLst>
              <a:ext uri="{FF2B5EF4-FFF2-40B4-BE49-F238E27FC236}">
                <a16:creationId xmlns:a16="http://schemas.microsoft.com/office/drawing/2014/main" id="{D684446C-4912-4A6B-8D46-B2ABFB10AA0B}"/>
              </a:ext>
            </a:extLst>
          </p:cNvPr>
          <p:cNvSpPr txBox="1">
            <a:spLocks/>
          </p:cNvSpPr>
          <p:nvPr/>
        </p:nvSpPr>
        <p:spPr bwMode="auto">
          <a:xfrm>
            <a:off x="6057900" y="5624514"/>
            <a:ext cx="16002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0EBBCB6B-6F01-4237-99A4-D29D950C1B01}" type="slidenum">
              <a:rPr lang="en-US" altLang="en-US" sz="900"/>
              <a:pPr algn="r" eaLnBrk="1" hangingPunct="1">
                <a:spcBef>
                  <a:spcPct val="0"/>
                </a:spcBef>
                <a:buFontTx/>
                <a:buNone/>
              </a:pPr>
              <a:t>11</a:t>
            </a:fld>
            <a:endParaRPr lang="en-US" altLang="en-US" sz="900"/>
          </a:p>
        </p:txBody>
      </p:sp>
      <p:sp>
        <p:nvSpPr>
          <p:cNvPr id="2" name="Rectangle 1"/>
          <p:cNvSpPr/>
          <p:nvPr/>
        </p:nvSpPr>
        <p:spPr>
          <a:xfrm>
            <a:off x="914400" y="2286000"/>
            <a:ext cx="7696200" cy="4247317"/>
          </a:xfrm>
          <a:prstGeom prst="rect">
            <a:avLst/>
          </a:prstGeom>
        </p:spPr>
        <p:txBody>
          <a:bodyPr wrap="square">
            <a:spAutoFit/>
          </a:bodyPr>
          <a:lstStyle/>
          <a:p>
            <a:r>
              <a:rPr lang="en-IN" dirty="0">
                <a:latin typeface="Rockwell" panose="02060603020205020403" pitchFamily="18" charset="0"/>
              </a:rPr>
              <a:t>import java.io.*;</a:t>
            </a:r>
          </a:p>
          <a:p>
            <a:r>
              <a:rPr lang="en-IN" dirty="0">
                <a:latin typeface="Rockwell" panose="02060603020205020403" pitchFamily="18" charset="0"/>
              </a:rPr>
              <a:t>class </a:t>
            </a:r>
            <a:r>
              <a:rPr lang="en-IN" dirty="0" err="1">
                <a:latin typeface="Rockwell" panose="02060603020205020403" pitchFamily="18" charset="0"/>
              </a:rPr>
              <a:t>TranslateByte</a:t>
            </a:r>
            <a:r>
              <a:rPr lang="en-IN" dirty="0">
                <a:latin typeface="Rockwell" panose="02060603020205020403" pitchFamily="18" charset="0"/>
              </a:rPr>
              <a:t> {</a:t>
            </a:r>
          </a:p>
          <a:p>
            <a:r>
              <a:rPr lang="en-GB" dirty="0">
                <a:latin typeface="Rockwell" panose="02060603020205020403" pitchFamily="18" charset="0"/>
              </a:rPr>
              <a:t>public static void main(String[] </a:t>
            </a:r>
            <a:r>
              <a:rPr lang="en-GB" dirty="0" err="1">
                <a:latin typeface="Rockwell" panose="02060603020205020403" pitchFamily="18" charset="0"/>
              </a:rPr>
              <a:t>args</a:t>
            </a:r>
            <a:r>
              <a:rPr lang="en-GB" dirty="0">
                <a:latin typeface="Rockwell" panose="02060603020205020403" pitchFamily="18" charset="0"/>
              </a:rPr>
              <a:t>) </a:t>
            </a:r>
            <a:r>
              <a:rPr lang="en-IN" dirty="0">
                <a:latin typeface="Rockwell" panose="02060603020205020403" pitchFamily="18" charset="0"/>
              </a:rPr>
              <a:t>throws </a:t>
            </a:r>
            <a:r>
              <a:rPr lang="en-IN" dirty="0" err="1">
                <a:latin typeface="Rockwell" panose="02060603020205020403" pitchFamily="18" charset="0"/>
              </a:rPr>
              <a:t>IOException</a:t>
            </a:r>
            <a:endParaRPr lang="en-IN" dirty="0">
              <a:latin typeface="Rockwell" panose="02060603020205020403" pitchFamily="18" charset="0"/>
            </a:endParaRPr>
          </a:p>
          <a:p>
            <a:r>
              <a:rPr lang="en-IN" dirty="0">
                <a:latin typeface="Rockwell" panose="02060603020205020403" pitchFamily="18" charset="0"/>
              </a:rPr>
              <a:t>{</a:t>
            </a:r>
          </a:p>
          <a:p>
            <a:r>
              <a:rPr lang="en-IN" dirty="0">
                <a:latin typeface="Rockwell" panose="02060603020205020403" pitchFamily="18" charset="0"/>
              </a:rPr>
              <a:t>byte from = (byte) </a:t>
            </a:r>
            <a:r>
              <a:rPr lang="en-IN" dirty="0" err="1">
                <a:latin typeface="Rockwell" panose="02060603020205020403" pitchFamily="18" charset="0"/>
              </a:rPr>
              <a:t>args</a:t>
            </a:r>
            <a:r>
              <a:rPr lang="en-IN" dirty="0">
                <a:latin typeface="Rockwell" panose="02060603020205020403" pitchFamily="18" charset="0"/>
              </a:rPr>
              <a:t>[0].</a:t>
            </a:r>
            <a:r>
              <a:rPr lang="en-IN" dirty="0" err="1">
                <a:latin typeface="Rockwell" panose="02060603020205020403" pitchFamily="18" charset="0"/>
              </a:rPr>
              <a:t>charAt</a:t>
            </a:r>
            <a:r>
              <a:rPr lang="en-IN" dirty="0">
                <a:latin typeface="Rockwell" panose="02060603020205020403" pitchFamily="18" charset="0"/>
              </a:rPr>
              <a:t>(0);</a:t>
            </a:r>
          </a:p>
          <a:p>
            <a:r>
              <a:rPr lang="en-IN" dirty="0">
                <a:latin typeface="Rockwell" panose="02060603020205020403" pitchFamily="18" charset="0"/>
              </a:rPr>
              <a:t>byte to = (byte) </a:t>
            </a:r>
            <a:r>
              <a:rPr lang="en-IN" dirty="0" err="1">
                <a:latin typeface="Rockwell" panose="02060603020205020403" pitchFamily="18" charset="0"/>
              </a:rPr>
              <a:t>args</a:t>
            </a:r>
            <a:r>
              <a:rPr lang="en-IN" dirty="0">
                <a:latin typeface="Rockwell" panose="02060603020205020403" pitchFamily="18" charset="0"/>
              </a:rPr>
              <a:t>[1].</a:t>
            </a:r>
            <a:r>
              <a:rPr lang="en-IN" dirty="0" err="1">
                <a:latin typeface="Rockwell" panose="02060603020205020403" pitchFamily="18" charset="0"/>
              </a:rPr>
              <a:t>charAt</a:t>
            </a:r>
            <a:r>
              <a:rPr lang="en-IN" dirty="0">
                <a:latin typeface="Rockwell" panose="02060603020205020403" pitchFamily="18" charset="0"/>
              </a:rPr>
              <a:t>(0);</a:t>
            </a:r>
          </a:p>
          <a:p>
            <a:r>
              <a:rPr lang="en-IN" dirty="0" err="1">
                <a:latin typeface="Rockwell" panose="02060603020205020403" pitchFamily="18" charset="0"/>
              </a:rPr>
              <a:t>int</a:t>
            </a:r>
            <a:r>
              <a:rPr lang="en-IN" dirty="0">
                <a:latin typeface="Rockwell" panose="02060603020205020403" pitchFamily="18" charset="0"/>
              </a:rPr>
              <a:t> b;</a:t>
            </a:r>
          </a:p>
          <a:p>
            <a:r>
              <a:rPr lang="en-IN" dirty="0">
                <a:latin typeface="Rockwell" panose="02060603020205020403" pitchFamily="18" charset="0"/>
              </a:rPr>
              <a:t>while ((b = </a:t>
            </a:r>
            <a:r>
              <a:rPr lang="en-IN" dirty="0" err="1">
                <a:latin typeface="Rockwell" panose="02060603020205020403" pitchFamily="18" charset="0"/>
              </a:rPr>
              <a:t>System.in.read</a:t>
            </a:r>
            <a:r>
              <a:rPr lang="en-IN" dirty="0">
                <a:latin typeface="Rockwell" panose="02060603020205020403" pitchFamily="18" charset="0"/>
              </a:rPr>
              <a:t>()) != -1)</a:t>
            </a:r>
          </a:p>
          <a:p>
            <a:r>
              <a:rPr lang="en-IN" dirty="0" err="1">
                <a:latin typeface="Rockwell" panose="02060603020205020403" pitchFamily="18" charset="0"/>
              </a:rPr>
              <a:t>System.out.write</a:t>
            </a:r>
            <a:r>
              <a:rPr lang="en-IN" dirty="0">
                <a:latin typeface="Rockwell" panose="02060603020205020403" pitchFamily="18" charset="0"/>
              </a:rPr>
              <a:t>(b == from ? to : b);</a:t>
            </a:r>
          </a:p>
          <a:p>
            <a:r>
              <a:rPr lang="en-IN" dirty="0">
                <a:latin typeface="Rockwell" panose="02060603020205020403" pitchFamily="18" charset="0"/>
              </a:rPr>
              <a:t>}</a:t>
            </a:r>
          </a:p>
          <a:p>
            <a:r>
              <a:rPr lang="en-IN" dirty="0">
                <a:latin typeface="Rockwell" panose="02060603020205020403" pitchFamily="18" charset="0"/>
              </a:rPr>
              <a:t>}</a:t>
            </a:r>
          </a:p>
          <a:p>
            <a:r>
              <a:rPr lang="en-GB" dirty="0">
                <a:latin typeface="Rockwell" panose="02060603020205020403" pitchFamily="18" charset="0"/>
              </a:rPr>
              <a:t>For example, if we invoked the program as </a:t>
            </a:r>
          </a:p>
          <a:p>
            <a:r>
              <a:rPr lang="en-IN" dirty="0">
                <a:latin typeface="Rockwell" panose="02060603020205020403" pitchFamily="18" charset="0"/>
              </a:rPr>
              <a:t>java </a:t>
            </a:r>
            <a:r>
              <a:rPr lang="en-IN" dirty="0" err="1">
                <a:latin typeface="Rockwell" panose="02060603020205020403" pitchFamily="18" charset="0"/>
              </a:rPr>
              <a:t>TranslateByte</a:t>
            </a:r>
            <a:r>
              <a:rPr lang="en-IN" dirty="0">
                <a:latin typeface="Rockwell" panose="02060603020205020403" pitchFamily="18" charset="0"/>
              </a:rPr>
              <a:t> b </a:t>
            </a:r>
            <a:r>
              <a:rPr lang="en-IN" dirty="0" err="1">
                <a:latin typeface="Rockwell" panose="02060603020205020403" pitchFamily="18" charset="0"/>
              </a:rPr>
              <a:t>B</a:t>
            </a:r>
            <a:endParaRPr lang="en-IN" dirty="0">
              <a:latin typeface="Rockwell" panose="02060603020205020403" pitchFamily="18" charset="0"/>
            </a:endParaRPr>
          </a:p>
          <a:p>
            <a:r>
              <a:rPr lang="en-GB" dirty="0">
                <a:latin typeface="Rockwell" panose="02060603020205020403" pitchFamily="18" charset="0"/>
              </a:rPr>
              <a:t>and entered the text abracadabra!, we would get the output</a:t>
            </a:r>
          </a:p>
          <a:p>
            <a:r>
              <a:rPr lang="en-IN" dirty="0">
                <a:latin typeface="Rockwell" panose="02060603020205020403" pitchFamily="18" charset="0"/>
              </a:rPr>
              <a:t>abracadabra!</a:t>
            </a:r>
            <a:endParaRPr lang="en-IN" dirty="0">
              <a:latin typeface="Rockwell" panose="02060603020205020403" pitchFamily="18" charset="0"/>
              <a:ea typeface="Verdana" panose="020B0604030504040204" pitchFamily="34" charset="0"/>
            </a:endParaRPr>
          </a:p>
        </p:txBody>
      </p:sp>
      <p:sp>
        <p:nvSpPr>
          <p:cNvPr id="3" name="Rectangle 2"/>
          <p:cNvSpPr/>
          <p:nvPr/>
        </p:nvSpPr>
        <p:spPr>
          <a:xfrm>
            <a:off x="18143" y="1429657"/>
            <a:ext cx="8915400" cy="1077218"/>
          </a:xfrm>
          <a:prstGeom prst="rect">
            <a:avLst/>
          </a:prstGeom>
        </p:spPr>
        <p:txBody>
          <a:bodyPr wrap="square">
            <a:spAutoFit/>
          </a:bodyPr>
          <a:lstStyle/>
          <a:p>
            <a:r>
              <a:rPr lang="en-GB" sz="1600" dirty="0">
                <a:solidFill>
                  <a:srgbClr val="333333"/>
                </a:solidFill>
                <a:latin typeface="Rockwell" panose="02060603020205020403" pitchFamily="18" charset="0"/>
              </a:rPr>
              <a:t>Here is a program that copies its input to its output, translating one particular byte value to a different one along the way. The </a:t>
            </a:r>
            <a:r>
              <a:rPr lang="en-GB" sz="1600" dirty="0" err="1">
                <a:solidFill>
                  <a:srgbClr val="7A0029"/>
                </a:solidFill>
                <a:latin typeface="Rockwell" panose="02060603020205020403" pitchFamily="18" charset="0"/>
              </a:rPr>
              <a:t>TRanslateByte</a:t>
            </a:r>
            <a:r>
              <a:rPr lang="en-GB" sz="1600" dirty="0">
                <a:solidFill>
                  <a:srgbClr val="7A0029"/>
                </a:solidFill>
                <a:latin typeface="Rockwell" panose="02060603020205020403" pitchFamily="18" charset="0"/>
              </a:rPr>
              <a:t> </a:t>
            </a:r>
            <a:r>
              <a:rPr lang="en-GB" sz="1600" dirty="0">
                <a:solidFill>
                  <a:srgbClr val="333333"/>
                </a:solidFill>
                <a:latin typeface="Rockwell" panose="02060603020205020403" pitchFamily="18" charset="0"/>
              </a:rPr>
              <a:t>program takes two parameters: a </a:t>
            </a:r>
            <a:r>
              <a:rPr lang="en-GB" sz="1600" dirty="0">
                <a:solidFill>
                  <a:srgbClr val="7A0029"/>
                </a:solidFill>
                <a:latin typeface="Rockwell" panose="02060603020205020403" pitchFamily="18" charset="0"/>
              </a:rPr>
              <a:t>from </a:t>
            </a:r>
            <a:r>
              <a:rPr lang="en-GB" sz="1600" dirty="0">
                <a:solidFill>
                  <a:srgbClr val="333333"/>
                </a:solidFill>
                <a:latin typeface="Rockwell" panose="02060603020205020403" pitchFamily="18" charset="0"/>
              </a:rPr>
              <a:t>byte and a </a:t>
            </a:r>
            <a:r>
              <a:rPr lang="en-GB" sz="1600" dirty="0">
                <a:solidFill>
                  <a:srgbClr val="7A0029"/>
                </a:solidFill>
                <a:latin typeface="Rockwell" panose="02060603020205020403" pitchFamily="18" charset="0"/>
              </a:rPr>
              <a:t>to </a:t>
            </a:r>
            <a:r>
              <a:rPr lang="en-GB" sz="1600" dirty="0">
                <a:solidFill>
                  <a:srgbClr val="333333"/>
                </a:solidFill>
                <a:latin typeface="Rockwell" panose="02060603020205020403" pitchFamily="18" charset="0"/>
              </a:rPr>
              <a:t>byte. Bytes that match the value in the string </a:t>
            </a:r>
            <a:r>
              <a:rPr lang="en-GB" sz="1600" dirty="0">
                <a:solidFill>
                  <a:srgbClr val="7A0029"/>
                </a:solidFill>
                <a:latin typeface="Rockwell" panose="02060603020205020403" pitchFamily="18" charset="0"/>
              </a:rPr>
              <a:t>from </a:t>
            </a:r>
            <a:r>
              <a:rPr lang="en-GB" sz="1600" dirty="0">
                <a:solidFill>
                  <a:srgbClr val="333333"/>
                </a:solidFill>
                <a:latin typeface="Rockwell" panose="02060603020205020403" pitchFamily="18" charset="0"/>
              </a:rPr>
              <a:t>are translated into the value in the string </a:t>
            </a:r>
            <a:r>
              <a:rPr lang="en-GB" sz="1600" dirty="0">
                <a:solidFill>
                  <a:srgbClr val="7A0029"/>
                </a:solidFill>
                <a:latin typeface="Rockwell" panose="02060603020205020403" pitchFamily="18" charset="0"/>
              </a:rPr>
              <a:t>to</a:t>
            </a:r>
            <a:r>
              <a:rPr lang="en-GB" sz="1600" dirty="0">
                <a:solidFill>
                  <a:srgbClr val="333333"/>
                </a:solidFill>
                <a:latin typeface="Rockwell" panose="02060603020205020403" pitchFamily="18" charset="0"/>
              </a:rPr>
              <a:t>.</a:t>
            </a:r>
            <a:endParaRPr lang="en-IN" sz="1600" dirty="0">
              <a:latin typeface="Rockwell" panose="02060603020205020403" pitchFamily="18" charset="0"/>
            </a:endParaRPr>
          </a:p>
        </p:txBody>
      </p:sp>
    </p:spTree>
    <p:extLst>
      <p:ext uri="{BB962C8B-B14F-4D97-AF65-F5344CB8AC3E}">
        <p14:creationId xmlns:p14="http://schemas.microsoft.com/office/powerpoint/2010/main" val="954925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12</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5943600" y="1669429"/>
            <a:ext cx="2992211" cy="1069524"/>
          </a:xfrm>
        </p:spPr>
        <p:txBody>
          <a:bodyPr/>
          <a:lstStyle/>
          <a:p>
            <a:r>
              <a:rPr lang="en-GB" sz="2200" dirty="0"/>
              <a:t>The abstract classes for reading and writing streams of characters are Reader and Writer.</a:t>
            </a:r>
          </a:p>
          <a:p>
            <a:endParaRPr lang="en-IN" dirty="0"/>
          </a:p>
        </p:txBody>
      </p:sp>
      <p:pic>
        <p:nvPicPr>
          <p:cNvPr id="3" name="Picture 2"/>
          <p:cNvPicPr>
            <a:picLocks noChangeAspect="1"/>
          </p:cNvPicPr>
          <p:nvPr/>
        </p:nvPicPr>
        <p:blipFill>
          <a:blip r:embed="rId2"/>
          <a:stretch>
            <a:fillRect/>
          </a:stretch>
        </p:blipFill>
        <p:spPr>
          <a:xfrm>
            <a:off x="-10886" y="1654915"/>
            <a:ext cx="5705475" cy="5029200"/>
          </a:xfrm>
          <a:prstGeom prst="rect">
            <a:avLst/>
          </a:prstGeom>
        </p:spPr>
      </p:pic>
    </p:spTree>
    <p:extLst>
      <p:ext uri="{BB962C8B-B14F-4D97-AF65-F5344CB8AC3E}">
        <p14:creationId xmlns:p14="http://schemas.microsoft.com/office/powerpoint/2010/main" val="1109618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13</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228600" y="1447800"/>
            <a:ext cx="8707211" cy="5232202"/>
          </a:xfrm>
        </p:spPr>
        <p:txBody>
          <a:bodyPr/>
          <a:lstStyle/>
          <a:p>
            <a:pPr marL="354013" indent="-354013"/>
            <a:r>
              <a:rPr lang="en-IN" sz="2000" b="1" dirty="0">
                <a:latin typeface="Rockwell" panose="02060603020205020403" pitchFamily="18" charset="0"/>
              </a:rPr>
              <a:t>Reader</a:t>
            </a:r>
          </a:p>
          <a:p>
            <a:pPr marL="354013" indent="-354013"/>
            <a:r>
              <a:rPr lang="en-GB" sz="2000" dirty="0">
                <a:latin typeface="Rockwell" panose="02060603020205020403" pitchFamily="18" charset="0"/>
              </a:rPr>
              <a:t>The abstract class Reader provides a character stream analogous to the byte stream </a:t>
            </a:r>
            <a:r>
              <a:rPr lang="en-GB" sz="2000" dirty="0" err="1">
                <a:latin typeface="Rockwell" panose="02060603020205020403" pitchFamily="18" charset="0"/>
              </a:rPr>
              <a:t>InputStream</a:t>
            </a:r>
            <a:r>
              <a:rPr lang="en-GB" sz="2000" dirty="0">
                <a:latin typeface="Rockwell" panose="02060603020205020403" pitchFamily="18" charset="0"/>
              </a:rPr>
              <a:t> and the methods of Reader essentially mirror those of </a:t>
            </a:r>
            <a:r>
              <a:rPr lang="en-GB" sz="2000" dirty="0" err="1">
                <a:latin typeface="Rockwell" panose="02060603020205020403" pitchFamily="18" charset="0"/>
              </a:rPr>
              <a:t>InputStream</a:t>
            </a:r>
            <a:r>
              <a:rPr lang="en-GB" sz="2000" dirty="0">
                <a:latin typeface="Rockwell" panose="02060603020205020403" pitchFamily="18" charset="0"/>
              </a:rPr>
              <a:t>:</a:t>
            </a:r>
          </a:p>
          <a:p>
            <a:pPr marL="354013" indent="-354013"/>
            <a:r>
              <a:rPr lang="en-GB" sz="2000" dirty="0">
                <a:latin typeface="Rockwell" panose="02060603020205020403" pitchFamily="18" charset="0"/>
              </a:rPr>
              <a:t>public </a:t>
            </a:r>
            <a:r>
              <a:rPr lang="en-GB" sz="2000" dirty="0" err="1">
                <a:latin typeface="Rockwell" panose="02060603020205020403" pitchFamily="18" charset="0"/>
              </a:rPr>
              <a:t>int</a:t>
            </a:r>
            <a:r>
              <a:rPr lang="en-GB" sz="2000" dirty="0">
                <a:latin typeface="Rockwell" panose="02060603020205020403" pitchFamily="18" charset="0"/>
              </a:rPr>
              <a:t> </a:t>
            </a:r>
            <a:r>
              <a:rPr lang="en-GB" sz="2000" b="1" dirty="0">
                <a:latin typeface="Rockwell" panose="02060603020205020403" pitchFamily="18" charset="0"/>
              </a:rPr>
              <a:t>read() </a:t>
            </a:r>
            <a:r>
              <a:rPr lang="en-GB" sz="2000" dirty="0">
                <a:latin typeface="Rockwell" panose="02060603020205020403" pitchFamily="18" charset="0"/>
              </a:rPr>
              <a:t>throws </a:t>
            </a:r>
            <a:r>
              <a:rPr lang="en-GB" sz="2000" dirty="0" err="1">
                <a:latin typeface="Rockwell" panose="02060603020205020403" pitchFamily="18" charset="0"/>
              </a:rPr>
              <a:t>IOException</a:t>
            </a:r>
            <a:r>
              <a:rPr lang="en-GB" sz="2000" dirty="0">
                <a:latin typeface="Rockwell" panose="02060603020205020403" pitchFamily="18" charset="0"/>
              </a:rPr>
              <a:t> </a:t>
            </a:r>
          </a:p>
          <a:p>
            <a:pPr marL="354013" indent="-354013"/>
            <a:r>
              <a:rPr lang="en-GB" sz="2000" dirty="0">
                <a:latin typeface="Rockwell" panose="02060603020205020403" pitchFamily="18" charset="0"/>
              </a:rPr>
              <a:t>Reads a single character and returns it as an integer in the range 0 to 65535. </a:t>
            </a:r>
          </a:p>
          <a:p>
            <a:pPr marL="354013" indent="-354013"/>
            <a:r>
              <a:rPr lang="en-GB" sz="2000" dirty="0">
                <a:latin typeface="Rockwell" panose="02060603020205020403" pitchFamily="18" charset="0"/>
              </a:rPr>
              <a:t>If no character is available because the end of the stream has been reached, the value -1 is returned.</a:t>
            </a:r>
          </a:p>
          <a:p>
            <a:pPr marL="354013" indent="-354013"/>
            <a:endParaRPr lang="en-GB" sz="2000" dirty="0">
              <a:latin typeface="Rockwell" panose="02060603020205020403" pitchFamily="18" charset="0"/>
            </a:endParaRPr>
          </a:p>
          <a:p>
            <a:pPr marL="354013" indent="-354013"/>
            <a:r>
              <a:rPr lang="en-GB" sz="2000" dirty="0">
                <a:latin typeface="Rockwell" panose="02060603020205020403" pitchFamily="18" charset="0"/>
              </a:rPr>
              <a:t>public abstract </a:t>
            </a:r>
            <a:r>
              <a:rPr lang="en-GB" sz="2000" dirty="0" err="1">
                <a:latin typeface="Rockwell" panose="02060603020205020403" pitchFamily="18" charset="0"/>
              </a:rPr>
              <a:t>int</a:t>
            </a:r>
            <a:r>
              <a:rPr lang="en-GB" sz="2000" dirty="0">
                <a:latin typeface="Rockwell" panose="02060603020205020403" pitchFamily="18" charset="0"/>
              </a:rPr>
              <a:t> </a:t>
            </a:r>
            <a:r>
              <a:rPr lang="en-GB" sz="2000" b="1" dirty="0">
                <a:latin typeface="Rockwell" panose="02060603020205020403" pitchFamily="18" charset="0"/>
              </a:rPr>
              <a:t>read(char[] </a:t>
            </a:r>
            <a:r>
              <a:rPr lang="en-GB" sz="2000" b="1" dirty="0" err="1">
                <a:latin typeface="Rockwell" panose="02060603020205020403" pitchFamily="18" charset="0"/>
              </a:rPr>
              <a:t>buf</a:t>
            </a:r>
            <a:r>
              <a:rPr lang="en-GB" sz="2000" b="1" dirty="0">
                <a:latin typeface="Rockwell" panose="02060603020205020403" pitchFamily="18" charset="0"/>
              </a:rPr>
              <a:t>, </a:t>
            </a:r>
            <a:r>
              <a:rPr lang="en-GB" sz="2000" b="1" dirty="0" err="1">
                <a:latin typeface="Rockwell" panose="02060603020205020403" pitchFamily="18" charset="0"/>
              </a:rPr>
              <a:t>int</a:t>
            </a:r>
            <a:r>
              <a:rPr lang="en-GB" sz="2000" b="1" dirty="0">
                <a:latin typeface="Rockwell" panose="02060603020205020403" pitchFamily="18" charset="0"/>
              </a:rPr>
              <a:t> offset, </a:t>
            </a:r>
            <a:r>
              <a:rPr lang="en-GB" sz="2000" b="1" dirty="0" err="1">
                <a:latin typeface="Rockwell" panose="02060603020205020403" pitchFamily="18" charset="0"/>
              </a:rPr>
              <a:t>int</a:t>
            </a:r>
            <a:r>
              <a:rPr lang="en-GB" sz="2000" b="1" dirty="0">
                <a:latin typeface="Rockwell" panose="02060603020205020403" pitchFamily="18" charset="0"/>
              </a:rPr>
              <a:t> count) </a:t>
            </a:r>
            <a:r>
              <a:rPr lang="en-GB" sz="2000" dirty="0">
                <a:latin typeface="Rockwell" panose="02060603020205020403" pitchFamily="18" charset="0"/>
              </a:rPr>
              <a:t>throws </a:t>
            </a:r>
            <a:r>
              <a:rPr lang="en-GB" sz="2000" dirty="0" err="1">
                <a:latin typeface="Rockwell" panose="02060603020205020403" pitchFamily="18" charset="0"/>
              </a:rPr>
              <a:t>IOException</a:t>
            </a:r>
            <a:endParaRPr lang="en-GB" sz="2000" dirty="0">
              <a:latin typeface="Rockwell" panose="02060603020205020403" pitchFamily="18" charset="0"/>
            </a:endParaRPr>
          </a:p>
          <a:p>
            <a:pPr marL="354013" indent="-354013"/>
            <a:r>
              <a:rPr lang="en-GB" sz="2000" dirty="0">
                <a:latin typeface="Rockwell" panose="02060603020205020403" pitchFamily="18" charset="0"/>
              </a:rPr>
              <a:t>Reads into a part of a char array. </a:t>
            </a:r>
          </a:p>
          <a:p>
            <a:pPr marL="354013" indent="-354013"/>
            <a:r>
              <a:rPr lang="en-GB" sz="2000" dirty="0">
                <a:latin typeface="Rockwell" panose="02060603020205020403" pitchFamily="18" charset="0"/>
              </a:rPr>
              <a:t>The maximum number of characters to read is count. </a:t>
            </a:r>
          </a:p>
          <a:p>
            <a:pPr marL="354013" indent="-354013"/>
            <a:r>
              <a:rPr lang="en-GB" sz="2000" dirty="0">
                <a:latin typeface="Rockwell" panose="02060603020205020403" pitchFamily="18" charset="0"/>
              </a:rPr>
              <a:t>The read characters are stored from </a:t>
            </a:r>
            <a:r>
              <a:rPr lang="en-GB" sz="2000" dirty="0" err="1">
                <a:latin typeface="Rockwell" panose="02060603020205020403" pitchFamily="18" charset="0"/>
              </a:rPr>
              <a:t>buf</a:t>
            </a:r>
            <a:r>
              <a:rPr lang="en-GB" sz="2000" dirty="0">
                <a:latin typeface="Rockwell" panose="02060603020205020403" pitchFamily="18" charset="0"/>
              </a:rPr>
              <a:t>[offset] up to a maximum of </a:t>
            </a:r>
            <a:r>
              <a:rPr lang="en-GB" sz="2000" dirty="0" err="1">
                <a:latin typeface="Rockwell" panose="02060603020205020403" pitchFamily="18" charset="0"/>
              </a:rPr>
              <a:t>buf</a:t>
            </a:r>
            <a:r>
              <a:rPr lang="en-GB" sz="2000" dirty="0">
                <a:latin typeface="Rockwell" panose="02060603020205020403" pitchFamily="18" charset="0"/>
              </a:rPr>
              <a:t>[offset+count-1]all other values in </a:t>
            </a:r>
            <a:r>
              <a:rPr lang="en-GB" sz="2000" dirty="0" err="1">
                <a:latin typeface="Rockwell" panose="02060603020205020403" pitchFamily="18" charset="0"/>
              </a:rPr>
              <a:t>buf</a:t>
            </a:r>
            <a:r>
              <a:rPr lang="en-GB" sz="2000" dirty="0">
                <a:latin typeface="Rockwell" panose="02060603020205020403" pitchFamily="18" charset="0"/>
              </a:rPr>
              <a:t> are left unchanged.</a:t>
            </a:r>
          </a:p>
          <a:p>
            <a:pPr marL="354013" indent="-354013"/>
            <a:r>
              <a:rPr lang="en-GB" sz="2000" dirty="0">
                <a:latin typeface="Rockwell" panose="02060603020205020403" pitchFamily="18" charset="0"/>
              </a:rPr>
              <a:t>The number of characters actually read is returned.</a:t>
            </a:r>
            <a:endParaRPr lang="en-IN" sz="2200" dirty="0"/>
          </a:p>
        </p:txBody>
      </p:sp>
    </p:spTree>
    <p:extLst>
      <p:ext uri="{BB962C8B-B14F-4D97-AF65-F5344CB8AC3E}">
        <p14:creationId xmlns:p14="http://schemas.microsoft.com/office/powerpoint/2010/main" val="3463723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14</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152400" y="1479473"/>
            <a:ext cx="8707211" cy="4924425"/>
          </a:xfrm>
        </p:spPr>
        <p:txBody>
          <a:bodyPr/>
          <a:lstStyle/>
          <a:p>
            <a:r>
              <a:rPr lang="en-IN" sz="2000" dirty="0">
                <a:latin typeface="Rockwell" panose="02060603020205020403" pitchFamily="18" charset="0"/>
              </a:rPr>
              <a:t>import java.io.*;</a:t>
            </a:r>
          </a:p>
          <a:p>
            <a:r>
              <a:rPr lang="en-IN" sz="2000" dirty="0">
                <a:latin typeface="Rockwell" panose="02060603020205020403" pitchFamily="18" charset="0"/>
              </a:rPr>
              <a:t>class </a:t>
            </a:r>
            <a:r>
              <a:rPr lang="en-IN" sz="2000" dirty="0" err="1">
                <a:latin typeface="Rockwell" panose="02060603020205020403" pitchFamily="18" charset="0"/>
              </a:rPr>
              <a:t>CountSpace</a:t>
            </a:r>
            <a:r>
              <a:rPr lang="en-IN" sz="2000" dirty="0">
                <a:latin typeface="Rockwell" panose="02060603020205020403" pitchFamily="18" charset="0"/>
              </a:rPr>
              <a:t> {</a:t>
            </a:r>
          </a:p>
          <a:p>
            <a:r>
              <a:rPr lang="en-GB" sz="2000" dirty="0">
                <a:latin typeface="Rockwell" panose="02060603020205020403" pitchFamily="18" charset="0"/>
              </a:rPr>
              <a:t>public static void main(String[] </a:t>
            </a:r>
            <a:r>
              <a:rPr lang="en-GB" sz="2000" dirty="0" err="1">
                <a:latin typeface="Rockwell" panose="02060603020205020403" pitchFamily="18" charset="0"/>
              </a:rPr>
              <a:t>args</a:t>
            </a:r>
            <a:r>
              <a:rPr lang="en-GB" sz="2000" dirty="0">
                <a:latin typeface="Rockwell" panose="02060603020205020403" pitchFamily="18" charset="0"/>
              </a:rPr>
              <a:t>) </a:t>
            </a:r>
            <a:r>
              <a:rPr lang="en-IN" sz="2000" dirty="0">
                <a:latin typeface="Rockwell" panose="02060603020205020403" pitchFamily="18" charset="0"/>
              </a:rPr>
              <a:t>throws </a:t>
            </a:r>
            <a:r>
              <a:rPr lang="en-IN" sz="2000" dirty="0" err="1">
                <a:latin typeface="Rockwell" panose="02060603020205020403" pitchFamily="18" charset="0"/>
              </a:rPr>
              <a:t>IOException</a:t>
            </a:r>
            <a:r>
              <a:rPr lang="en-IN" sz="2000" dirty="0">
                <a:latin typeface="Rockwell" panose="02060603020205020403" pitchFamily="18" charset="0"/>
              </a:rPr>
              <a:t> {</a:t>
            </a:r>
          </a:p>
          <a:p>
            <a:r>
              <a:rPr lang="en-IN" sz="2000" dirty="0">
                <a:latin typeface="Rockwell" panose="02060603020205020403" pitchFamily="18" charset="0"/>
              </a:rPr>
              <a:t>Reader in;</a:t>
            </a:r>
          </a:p>
          <a:p>
            <a:r>
              <a:rPr lang="en-IN" sz="2000" dirty="0">
                <a:latin typeface="Rockwell" panose="02060603020205020403" pitchFamily="18" charset="0"/>
              </a:rPr>
              <a:t>if (</a:t>
            </a:r>
            <a:r>
              <a:rPr lang="en-IN" sz="2000" dirty="0" err="1">
                <a:latin typeface="Rockwell" panose="02060603020205020403" pitchFamily="18" charset="0"/>
              </a:rPr>
              <a:t>args.length</a:t>
            </a:r>
            <a:r>
              <a:rPr lang="en-IN" sz="2000" dirty="0">
                <a:latin typeface="Rockwell" panose="02060603020205020403" pitchFamily="18" charset="0"/>
              </a:rPr>
              <a:t> == 0)</a:t>
            </a:r>
          </a:p>
          <a:p>
            <a:r>
              <a:rPr lang="en-IN" sz="2000" dirty="0">
                <a:latin typeface="Rockwell" panose="02060603020205020403" pitchFamily="18" charset="0"/>
              </a:rPr>
              <a:t>in = new </a:t>
            </a:r>
            <a:r>
              <a:rPr lang="en-IN" sz="2000" dirty="0" err="1">
                <a:latin typeface="Rockwell" panose="02060603020205020403" pitchFamily="18" charset="0"/>
              </a:rPr>
              <a:t>InputStreamReader</a:t>
            </a:r>
            <a:r>
              <a:rPr lang="en-IN" sz="2000" dirty="0">
                <a:latin typeface="Rockwell" panose="02060603020205020403" pitchFamily="18" charset="0"/>
              </a:rPr>
              <a:t>(System.in);</a:t>
            </a:r>
          </a:p>
          <a:p>
            <a:r>
              <a:rPr lang="en-IN" sz="2000" dirty="0">
                <a:latin typeface="Rockwell" panose="02060603020205020403" pitchFamily="18" charset="0"/>
              </a:rPr>
              <a:t>else</a:t>
            </a:r>
          </a:p>
          <a:p>
            <a:r>
              <a:rPr lang="en-IN" sz="2000" dirty="0">
                <a:latin typeface="Rockwell" panose="02060603020205020403" pitchFamily="18" charset="0"/>
              </a:rPr>
              <a:t>in = new </a:t>
            </a:r>
            <a:r>
              <a:rPr lang="en-IN" sz="2000" dirty="0" err="1">
                <a:latin typeface="Rockwell" panose="02060603020205020403" pitchFamily="18" charset="0"/>
              </a:rPr>
              <a:t>FileReader</a:t>
            </a:r>
            <a:r>
              <a:rPr lang="en-IN" sz="2000" dirty="0">
                <a:latin typeface="Rockwell" panose="02060603020205020403" pitchFamily="18" charset="0"/>
              </a:rPr>
              <a:t>(</a:t>
            </a:r>
            <a:r>
              <a:rPr lang="en-IN" sz="2000" dirty="0" err="1">
                <a:latin typeface="Rockwell" panose="02060603020205020403" pitchFamily="18" charset="0"/>
              </a:rPr>
              <a:t>args</a:t>
            </a:r>
            <a:r>
              <a:rPr lang="en-IN" sz="2000" dirty="0">
                <a:latin typeface="Rockwell" panose="02060603020205020403" pitchFamily="18" charset="0"/>
              </a:rPr>
              <a:t>[0]);</a:t>
            </a:r>
          </a:p>
          <a:p>
            <a:r>
              <a:rPr lang="en-IN" sz="2000" dirty="0" err="1">
                <a:latin typeface="Rockwell" panose="02060603020205020403" pitchFamily="18" charset="0"/>
              </a:rPr>
              <a:t>int</a:t>
            </a:r>
            <a:r>
              <a:rPr lang="en-IN" sz="2000" dirty="0">
                <a:latin typeface="Rockwell" panose="02060603020205020403" pitchFamily="18" charset="0"/>
              </a:rPr>
              <a:t> </a:t>
            </a:r>
            <a:r>
              <a:rPr lang="en-IN" sz="2000" dirty="0" err="1">
                <a:latin typeface="Rockwell" panose="02060603020205020403" pitchFamily="18" charset="0"/>
              </a:rPr>
              <a:t>ch</a:t>
            </a:r>
            <a:r>
              <a:rPr lang="en-IN" sz="2000" dirty="0">
                <a:latin typeface="Rockwell" panose="02060603020205020403" pitchFamily="18" charset="0"/>
              </a:rPr>
              <a:t>;</a:t>
            </a:r>
          </a:p>
          <a:p>
            <a:r>
              <a:rPr lang="en-IN" sz="2000" dirty="0" err="1">
                <a:latin typeface="Rockwell" panose="02060603020205020403" pitchFamily="18" charset="0"/>
              </a:rPr>
              <a:t>int</a:t>
            </a:r>
            <a:r>
              <a:rPr lang="en-IN" sz="2000" dirty="0">
                <a:latin typeface="Rockwell" panose="02060603020205020403" pitchFamily="18" charset="0"/>
              </a:rPr>
              <a:t> total;</a:t>
            </a:r>
          </a:p>
          <a:p>
            <a:r>
              <a:rPr lang="en-IN" sz="2000" dirty="0" err="1">
                <a:latin typeface="Rockwell" panose="02060603020205020403" pitchFamily="18" charset="0"/>
              </a:rPr>
              <a:t>int</a:t>
            </a:r>
            <a:r>
              <a:rPr lang="en-IN" sz="2000" dirty="0">
                <a:latin typeface="Rockwell" panose="02060603020205020403" pitchFamily="18" charset="0"/>
              </a:rPr>
              <a:t> spaces = 0;</a:t>
            </a:r>
          </a:p>
          <a:p>
            <a:r>
              <a:rPr lang="en-GB" sz="2000" dirty="0">
                <a:latin typeface="Rockwell" panose="02060603020205020403" pitchFamily="18" charset="0"/>
              </a:rPr>
              <a:t>for (total = 0; (</a:t>
            </a:r>
            <a:r>
              <a:rPr lang="en-GB" sz="2000" dirty="0" err="1">
                <a:latin typeface="Rockwell" panose="02060603020205020403" pitchFamily="18" charset="0"/>
              </a:rPr>
              <a:t>ch</a:t>
            </a:r>
            <a:r>
              <a:rPr lang="en-GB" sz="2000" dirty="0">
                <a:latin typeface="Rockwell" panose="02060603020205020403" pitchFamily="18" charset="0"/>
              </a:rPr>
              <a:t> = </a:t>
            </a:r>
            <a:r>
              <a:rPr lang="en-GB" sz="2000" dirty="0" err="1">
                <a:latin typeface="Rockwell" panose="02060603020205020403" pitchFamily="18" charset="0"/>
              </a:rPr>
              <a:t>in.read</a:t>
            </a:r>
            <a:r>
              <a:rPr lang="en-GB" sz="2000" dirty="0">
                <a:latin typeface="Rockwell" panose="02060603020205020403" pitchFamily="18" charset="0"/>
              </a:rPr>
              <a:t>()) != -1; total++) {</a:t>
            </a:r>
          </a:p>
          <a:p>
            <a:r>
              <a:rPr lang="en-IN" sz="2000" dirty="0">
                <a:latin typeface="Rockwell" panose="02060603020205020403" pitchFamily="18" charset="0"/>
              </a:rPr>
              <a:t>if (</a:t>
            </a:r>
            <a:r>
              <a:rPr lang="en-IN" sz="2000" dirty="0" err="1">
                <a:latin typeface="Rockwell" panose="02060603020205020403" pitchFamily="18" charset="0"/>
              </a:rPr>
              <a:t>Character.isWhitespace</a:t>
            </a:r>
            <a:r>
              <a:rPr lang="en-IN" sz="2000" dirty="0">
                <a:latin typeface="Rockwell" panose="02060603020205020403" pitchFamily="18" charset="0"/>
              </a:rPr>
              <a:t>((char) </a:t>
            </a:r>
            <a:r>
              <a:rPr lang="en-IN" sz="2000" dirty="0" err="1">
                <a:latin typeface="Rockwell" panose="02060603020205020403" pitchFamily="18" charset="0"/>
              </a:rPr>
              <a:t>ch</a:t>
            </a:r>
            <a:r>
              <a:rPr lang="en-IN" sz="2000" dirty="0">
                <a:latin typeface="Rockwell" panose="02060603020205020403" pitchFamily="18" charset="0"/>
              </a:rPr>
              <a:t>))</a:t>
            </a:r>
          </a:p>
          <a:p>
            <a:r>
              <a:rPr lang="en-IN" sz="2000" dirty="0">
                <a:latin typeface="Rockwell" panose="02060603020205020403" pitchFamily="18" charset="0"/>
              </a:rPr>
              <a:t>spaces++; }</a:t>
            </a:r>
          </a:p>
          <a:p>
            <a:r>
              <a:rPr lang="en-IN" sz="2000" dirty="0" err="1">
                <a:latin typeface="Rockwell" panose="02060603020205020403" pitchFamily="18" charset="0"/>
              </a:rPr>
              <a:t>System.out.println</a:t>
            </a:r>
            <a:r>
              <a:rPr lang="en-IN" sz="2000" dirty="0">
                <a:latin typeface="Rockwell" panose="02060603020205020403" pitchFamily="18" charset="0"/>
              </a:rPr>
              <a:t>(total + " chars, "+ spaces + " spaces"); }</a:t>
            </a:r>
          </a:p>
          <a:p>
            <a:r>
              <a:rPr lang="en-IN" sz="2000" dirty="0">
                <a:latin typeface="Rockwell" panose="02060603020205020403" pitchFamily="18" charset="0"/>
              </a:rPr>
              <a:t>}</a:t>
            </a:r>
          </a:p>
        </p:txBody>
      </p:sp>
      <p:sp>
        <p:nvSpPr>
          <p:cNvPr id="3" name="Rectangle 2"/>
          <p:cNvSpPr/>
          <p:nvPr/>
        </p:nvSpPr>
        <p:spPr>
          <a:xfrm>
            <a:off x="5105400" y="2743200"/>
            <a:ext cx="3754211" cy="923330"/>
          </a:xfrm>
          <a:prstGeom prst="rect">
            <a:avLst/>
          </a:prstGeom>
        </p:spPr>
        <p:txBody>
          <a:bodyPr wrap="square">
            <a:spAutoFit/>
          </a:bodyPr>
          <a:lstStyle/>
          <a:p>
            <a:r>
              <a:rPr lang="en-GB" b="1" dirty="0"/>
              <a:t>As an example, the program counts the number of whitespace characters in a character </a:t>
            </a:r>
            <a:r>
              <a:rPr lang="en-IN" b="1" dirty="0"/>
              <a:t>stream:</a:t>
            </a:r>
          </a:p>
        </p:txBody>
      </p:sp>
    </p:spTree>
    <p:extLst>
      <p:ext uri="{BB962C8B-B14F-4D97-AF65-F5344CB8AC3E}">
        <p14:creationId xmlns:p14="http://schemas.microsoft.com/office/powerpoint/2010/main" val="2919232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15</a:t>
            </a:fld>
            <a:endParaRPr lang="en-US" altLang="en-US">
              <a:solidFill>
                <a:srgbClr val="000000"/>
              </a:solidFill>
            </a:endParaRPr>
          </a:p>
        </p:txBody>
      </p:sp>
      <p:sp>
        <p:nvSpPr>
          <p:cNvPr id="421891" name="Rectangle 2"/>
          <p:cNvSpPr>
            <a:spLocks noGrp="1" noChangeArrowheads="1"/>
          </p:cNvSpPr>
          <p:nvPr>
            <p:ph type="title"/>
          </p:nvPr>
        </p:nvSpPr>
        <p:spPr>
          <a:xfrm>
            <a:off x="1524000" y="315213"/>
            <a:ext cx="5059680" cy="677108"/>
          </a:xfrm>
          <a:noFill/>
        </p:spPr>
        <p:txBody>
          <a:bodyPr/>
          <a:lstStyle/>
          <a:p>
            <a:pPr eaLnBrk="1" hangingPunct="1"/>
            <a:r>
              <a:rPr lang="en-IN" b="1" dirty="0"/>
              <a:t>Character Streams</a:t>
            </a:r>
            <a:endParaRPr lang="en-US" altLang="en-US" dirty="0"/>
          </a:p>
        </p:txBody>
      </p:sp>
      <p:sp>
        <p:nvSpPr>
          <p:cNvPr id="2" name="Text Placeholder 1"/>
          <p:cNvSpPr>
            <a:spLocks noGrp="1"/>
          </p:cNvSpPr>
          <p:nvPr>
            <p:ph type="body" idx="1"/>
          </p:nvPr>
        </p:nvSpPr>
        <p:spPr>
          <a:xfrm>
            <a:off x="152400" y="1479473"/>
            <a:ext cx="8707211" cy="4955203"/>
          </a:xfrm>
        </p:spPr>
        <p:txBody>
          <a:bodyPr/>
          <a:lstStyle/>
          <a:p>
            <a:pPr marL="354013" indent="-354013"/>
            <a:r>
              <a:rPr lang="en-GB" sz="2300" dirty="0">
                <a:latin typeface="Rockwell" panose="02060603020205020403" pitchFamily="18" charset="0"/>
              </a:rPr>
              <a:t>The abstract class Writer provides a stream analogous to </a:t>
            </a:r>
            <a:r>
              <a:rPr lang="en-GB" sz="2300" dirty="0" err="1">
                <a:latin typeface="Rockwell" panose="02060603020205020403" pitchFamily="18" charset="0"/>
              </a:rPr>
              <a:t>OutputStream</a:t>
            </a:r>
            <a:r>
              <a:rPr lang="en-GB" sz="2300" dirty="0">
                <a:latin typeface="Rockwell" panose="02060603020205020403" pitchFamily="18" charset="0"/>
              </a:rPr>
              <a:t> but designed for use with </a:t>
            </a:r>
            <a:r>
              <a:rPr lang="en-IN" sz="2300" dirty="0">
                <a:latin typeface="Rockwell" panose="02060603020205020403" pitchFamily="18" charset="0"/>
              </a:rPr>
              <a:t>characters instead of bytes.</a:t>
            </a:r>
          </a:p>
          <a:p>
            <a:pPr marL="354013" indent="-354013"/>
            <a:r>
              <a:rPr lang="en-GB" sz="2300" dirty="0">
                <a:solidFill>
                  <a:srgbClr val="7A0029"/>
                </a:solidFill>
                <a:latin typeface="Rockwell" panose="02060603020205020403" pitchFamily="18" charset="0"/>
              </a:rPr>
              <a:t>public void </a:t>
            </a:r>
            <a:r>
              <a:rPr lang="en-GB" sz="2300" b="1" dirty="0">
                <a:solidFill>
                  <a:srgbClr val="7A0029"/>
                </a:solidFill>
                <a:latin typeface="Rockwell" panose="02060603020205020403" pitchFamily="18" charset="0"/>
              </a:rPr>
              <a:t>write(int </a:t>
            </a:r>
            <a:r>
              <a:rPr lang="en-GB" sz="2300" b="1" dirty="0" err="1">
                <a:solidFill>
                  <a:srgbClr val="7A0029"/>
                </a:solidFill>
                <a:latin typeface="Rockwell" panose="02060603020205020403" pitchFamily="18" charset="0"/>
              </a:rPr>
              <a:t>ch</a:t>
            </a:r>
            <a:r>
              <a:rPr lang="en-GB" sz="2300" b="1" dirty="0">
                <a:solidFill>
                  <a:srgbClr val="7A0029"/>
                </a:solidFill>
                <a:latin typeface="Rockwell" panose="02060603020205020403" pitchFamily="18" charset="0"/>
              </a:rPr>
              <a:t>) </a:t>
            </a:r>
            <a:r>
              <a:rPr lang="en-GB" sz="2300" dirty="0">
                <a:solidFill>
                  <a:srgbClr val="7A0029"/>
                </a:solidFill>
                <a:latin typeface="Rockwell" panose="02060603020205020403" pitchFamily="18" charset="0"/>
              </a:rPr>
              <a:t>throws </a:t>
            </a:r>
            <a:r>
              <a:rPr lang="en-GB" sz="2300" dirty="0" err="1">
                <a:solidFill>
                  <a:srgbClr val="7A0029"/>
                </a:solidFill>
                <a:latin typeface="Rockwell" panose="02060603020205020403" pitchFamily="18" charset="0"/>
              </a:rPr>
              <a:t>IOException</a:t>
            </a:r>
            <a:endParaRPr lang="en-GB" sz="2300" dirty="0">
              <a:solidFill>
                <a:srgbClr val="7A0029"/>
              </a:solidFill>
              <a:latin typeface="Rockwell" panose="02060603020205020403" pitchFamily="18" charset="0"/>
            </a:endParaRPr>
          </a:p>
          <a:p>
            <a:pPr marL="354013" indent="-354013"/>
            <a:r>
              <a:rPr lang="en-GB" sz="2300" dirty="0">
                <a:solidFill>
                  <a:srgbClr val="333333"/>
                </a:solidFill>
                <a:latin typeface="Rockwell" panose="02060603020205020403" pitchFamily="18" charset="0"/>
              </a:rPr>
              <a:t>Writes </a:t>
            </a:r>
            <a:r>
              <a:rPr lang="en-GB" sz="2300" dirty="0" err="1">
                <a:solidFill>
                  <a:srgbClr val="333333"/>
                </a:solidFill>
                <a:latin typeface="Rockwell" panose="02060603020205020403" pitchFamily="18" charset="0"/>
              </a:rPr>
              <a:t>ch</a:t>
            </a:r>
            <a:r>
              <a:rPr lang="en-GB" sz="2300" dirty="0">
                <a:solidFill>
                  <a:srgbClr val="333333"/>
                </a:solidFill>
                <a:latin typeface="Rockwell" panose="02060603020205020403" pitchFamily="18" charset="0"/>
              </a:rPr>
              <a:t> as a character. </a:t>
            </a:r>
          </a:p>
          <a:p>
            <a:pPr marL="354013" indent="-354013"/>
            <a:r>
              <a:rPr lang="en-GB" sz="2300" dirty="0">
                <a:solidFill>
                  <a:srgbClr val="333333"/>
                </a:solidFill>
                <a:latin typeface="Rockwell" panose="02060603020205020403" pitchFamily="18" charset="0"/>
              </a:rPr>
              <a:t>The character is passed as an </a:t>
            </a:r>
            <a:r>
              <a:rPr lang="en-GB" sz="2300" dirty="0">
                <a:solidFill>
                  <a:srgbClr val="7A0029"/>
                </a:solidFill>
                <a:latin typeface="Rockwell" panose="02060603020205020403" pitchFamily="18" charset="0"/>
              </a:rPr>
              <a:t>int </a:t>
            </a:r>
            <a:r>
              <a:rPr lang="en-GB" sz="2300" dirty="0">
                <a:solidFill>
                  <a:srgbClr val="333333"/>
                </a:solidFill>
                <a:latin typeface="Rockwell" panose="02060603020205020403" pitchFamily="18" charset="0"/>
              </a:rPr>
              <a:t>but only the lowest 16 bits of the integer are written.</a:t>
            </a:r>
          </a:p>
          <a:p>
            <a:pPr marL="354013" indent="-354013"/>
            <a:r>
              <a:rPr lang="en-GB" sz="2300" dirty="0">
                <a:solidFill>
                  <a:srgbClr val="7A0029"/>
                </a:solidFill>
                <a:latin typeface="Rockwell" panose="02060603020205020403" pitchFamily="18" charset="0"/>
              </a:rPr>
              <a:t>public abstract void </a:t>
            </a:r>
            <a:r>
              <a:rPr lang="en-GB" sz="2300" b="1" dirty="0">
                <a:solidFill>
                  <a:srgbClr val="7A0029"/>
                </a:solidFill>
                <a:latin typeface="Rockwell" panose="02060603020205020403" pitchFamily="18" charset="0"/>
              </a:rPr>
              <a:t>write(char[] </a:t>
            </a:r>
            <a:r>
              <a:rPr lang="en-GB" sz="2300" b="1" dirty="0" err="1">
                <a:solidFill>
                  <a:srgbClr val="7A0029"/>
                </a:solidFill>
                <a:latin typeface="Rockwell" panose="02060603020205020403" pitchFamily="18" charset="0"/>
              </a:rPr>
              <a:t>buf</a:t>
            </a:r>
            <a:r>
              <a:rPr lang="en-GB" sz="2300" b="1" dirty="0">
                <a:solidFill>
                  <a:srgbClr val="7A0029"/>
                </a:solidFill>
                <a:latin typeface="Rockwell" panose="02060603020205020403" pitchFamily="18" charset="0"/>
              </a:rPr>
              <a:t>, int offset, int count) </a:t>
            </a:r>
            <a:r>
              <a:rPr lang="en-GB" sz="2300" dirty="0">
                <a:solidFill>
                  <a:srgbClr val="7A0029"/>
                </a:solidFill>
                <a:latin typeface="Rockwell" panose="02060603020205020403" pitchFamily="18" charset="0"/>
              </a:rPr>
              <a:t>throws </a:t>
            </a:r>
            <a:r>
              <a:rPr lang="en-GB" sz="2300" dirty="0" err="1">
                <a:solidFill>
                  <a:srgbClr val="7A0029"/>
                </a:solidFill>
                <a:latin typeface="Rockwell" panose="02060603020205020403" pitchFamily="18" charset="0"/>
              </a:rPr>
              <a:t>IOException</a:t>
            </a:r>
            <a:endParaRPr lang="en-GB" sz="2300" dirty="0">
              <a:solidFill>
                <a:srgbClr val="7A0029"/>
              </a:solidFill>
              <a:latin typeface="Rockwell" panose="02060603020205020403" pitchFamily="18" charset="0"/>
            </a:endParaRPr>
          </a:p>
          <a:p>
            <a:pPr marL="354013" indent="-354013"/>
            <a:r>
              <a:rPr lang="en-GB" sz="2300" dirty="0">
                <a:solidFill>
                  <a:srgbClr val="333333"/>
                </a:solidFill>
                <a:latin typeface="Rockwell" panose="02060603020205020403" pitchFamily="18" charset="0"/>
              </a:rPr>
              <a:t>Writes part of an array of characters, starting at </a:t>
            </a:r>
            <a:r>
              <a:rPr lang="en-GB" sz="2300" dirty="0" err="1">
                <a:solidFill>
                  <a:srgbClr val="7A0029"/>
                </a:solidFill>
                <a:latin typeface="Rockwell" panose="02060603020205020403" pitchFamily="18" charset="0"/>
              </a:rPr>
              <a:t>buf</a:t>
            </a:r>
            <a:r>
              <a:rPr lang="en-GB" sz="2300" dirty="0">
                <a:solidFill>
                  <a:srgbClr val="7A0029"/>
                </a:solidFill>
                <a:latin typeface="Rockwell" panose="02060603020205020403" pitchFamily="18" charset="0"/>
              </a:rPr>
              <a:t>[offset] </a:t>
            </a:r>
            <a:r>
              <a:rPr lang="en-GB" sz="2300" dirty="0">
                <a:solidFill>
                  <a:srgbClr val="333333"/>
                </a:solidFill>
                <a:latin typeface="Rockwell" panose="02060603020205020403" pitchFamily="18" charset="0"/>
              </a:rPr>
              <a:t>and writing </a:t>
            </a:r>
            <a:r>
              <a:rPr lang="en-IN" sz="2300" dirty="0">
                <a:solidFill>
                  <a:srgbClr val="7A0029"/>
                </a:solidFill>
                <a:latin typeface="Rockwell" panose="02060603020205020403" pitchFamily="18" charset="0"/>
              </a:rPr>
              <a:t>count </a:t>
            </a:r>
            <a:r>
              <a:rPr lang="en-IN" sz="2300" dirty="0">
                <a:solidFill>
                  <a:srgbClr val="333333"/>
                </a:solidFill>
                <a:latin typeface="Rockwell" panose="02060603020205020403" pitchFamily="18" charset="0"/>
              </a:rPr>
              <a:t>characters.</a:t>
            </a:r>
            <a:endParaRPr lang="en-IN" sz="2300" dirty="0">
              <a:latin typeface="Rockwell" panose="02060603020205020403" pitchFamily="18" charset="0"/>
            </a:endParaRPr>
          </a:p>
          <a:p>
            <a:endParaRPr lang="en-IN" sz="2300" dirty="0"/>
          </a:p>
          <a:p>
            <a:endParaRPr lang="en-IN" sz="2300" dirty="0">
              <a:latin typeface="Rockwell" panose="02060603020205020403" pitchFamily="18" charset="0"/>
            </a:endParaRPr>
          </a:p>
          <a:p>
            <a:endParaRPr lang="en-IN" sz="2300" dirty="0"/>
          </a:p>
        </p:txBody>
      </p:sp>
    </p:spTree>
    <p:extLst>
      <p:ext uri="{BB962C8B-B14F-4D97-AF65-F5344CB8AC3E}">
        <p14:creationId xmlns:p14="http://schemas.microsoft.com/office/powerpoint/2010/main" val="2831884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p:txBody>
          <a:bodyPr/>
          <a:lstStyle/>
          <a:p>
            <a:r>
              <a:rPr lang="en-US" altLang="en-US"/>
              <a:t>Buffering</a:t>
            </a:r>
          </a:p>
        </p:txBody>
      </p:sp>
      <p:sp>
        <p:nvSpPr>
          <p:cNvPr id="284675" name="Rectangle 3"/>
          <p:cNvSpPr>
            <a:spLocks noGrp="1" noChangeArrowheads="1"/>
          </p:cNvSpPr>
          <p:nvPr>
            <p:ph type="body" idx="1"/>
          </p:nvPr>
        </p:nvSpPr>
        <p:spPr>
          <a:xfrm>
            <a:off x="381000" y="1318022"/>
            <a:ext cx="8229600" cy="5262979"/>
          </a:xfrm>
        </p:spPr>
        <p:txBody>
          <a:bodyPr/>
          <a:lstStyle/>
          <a:p>
            <a:pPr>
              <a:lnSpc>
                <a:spcPct val="90000"/>
              </a:lnSpc>
            </a:pPr>
            <a:r>
              <a:rPr lang="en-US" altLang="en-US" sz="2000" dirty="0">
                <a:solidFill>
                  <a:srgbClr val="FF3300"/>
                </a:solidFill>
                <a:latin typeface="Rockwell" panose="02060603020205020403" pitchFamily="18" charset="0"/>
              </a:rPr>
              <a:t>Not buffered</a:t>
            </a:r>
            <a:r>
              <a:rPr lang="en-US" altLang="en-US" sz="2000" dirty="0">
                <a:latin typeface="Rockwell" panose="02060603020205020403" pitchFamily="18" charset="0"/>
              </a:rPr>
              <a:t>: each byte is read/written from/to disk as soon as possible</a:t>
            </a:r>
          </a:p>
          <a:p>
            <a:pPr lvl="1">
              <a:lnSpc>
                <a:spcPct val="90000"/>
              </a:lnSpc>
            </a:pPr>
            <a:r>
              <a:rPr lang="en-US" altLang="en-US" sz="2000" dirty="0">
                <a:latin typeface="Rockwell" panose="02060603020205020403" pitchFamily="18" charset="0"/>
              </a:rPr>
              <a:t>“little” delay for each byte </a:t>
            </a:r>
          </a:p>
          <a:p>
            <a:pPr lvl="1">
              <a:lnSpc>
                <a:spcPct val="90000"/>
              </a:lnSpc>
            </a:pPr>
            <a:r>
              <a:rPr lang="en-US" altLang="en-US" sz="2000" dirty="0">
                <a:latin typeface="Rockwell" panose="02060603020205020403" pitchFamily="18" charset="0"/>
              </a:rPr>
              <a:t>A disk operation per byte---higher overhead</a:t>
            </a:r>
          </a:p>
          <a:p>
            <a:pPr>
              <a:lnSpc>
                <a:spcPct val="90000"/>
              </a:lnSpc>
            </a:pPr>
            <a:r>
              <a:rPr lang="en-US" altLang="en-US" sz="2000" dirty="0">
                <a:solidFill>
                  <a:srgbClr val="FF3300"/>
                </a:solidFill>
                <a:latin typeface="Rockwell" panose="02060603020205020403" pitchFamily="18" charset="0"/>
              </a:rPr>
              <a:t>Buffered</a:t>
            </a:r>
            <a:r>
              <a:rPr lang="en-US" altLang="en-US" sz="2000" dirty="0">
                <a:latin typeface="Rockwell" panose="02060603020205020403" pitchFamily="18" charset="0"/>
              </a:rPr>
              <a:t>: reading/writing in “chunks”</a:t>
            </a:r>
          </a:p>
          <a:p>
            <a:pPr lvl="1">
              <a:lnSpc>
                <a:spcPct val="90000"/>
              </a:lnSpc>
            </a:pPr>
            <a:r>
              <a:rPr lang="en-US" altLang="en-US" sz="2000" dirty="0">
                <a:latin typeface="Rockwell" panose="02060603020205020403" pitchFamily="18" charset="0"/>
              </a:rPr>
              <a:t>Some delay for some bytes</a:t>
            </a:r>
          </a:p>
          <a:p>
            <a:pPr lvl="2">
              <a:lnSpc>
                <a:spcPct val="90000"/>
              </a:lnSpc>
            </a:pPr>
            <a:r>
              <a:rPr lang="en-US" altLang="en-US" sz="2000" dirty="0">
                <a:latin typeface="Rockwell" panose="02060603020205020403" pitchFamily="18" charset="0"/>
              </a:rPr>
              <a:t>Assume 16-byte buffers</a:t>
            </a:r>
          </a:p>
          <a:p>
            <a:pPr lvl="2">
              <a:lnSpc>
                <a:spcPct val="90000"/>
              </a:lnSpc>
            </a:pPr>
            <a:r>
              <a:rPr lang="en-US" altLang="en-US" sz="2000" dirty="0">
                <a:latin typeface="Rockwell" panose="02060603020205020403" pitchFamily="18" charset="0"/>
              </a:rPr>
              <a:t>Reading: access the first 4 bytes, need to wait for all 16 bytes are read from disk to memory</a:t>
            </a:r>
          </a:p>
          <a:p>
            <a:pPr lvl="2">
              <a:lnSpc>
                <a:spcPct val="90000"/>
              </a:lnSpc>
            </a:pPr>
            <a:r>
              <a:rPr lang="en-US" altLang="en-US" sz="2000" dirty="0">
                <a:latin typeface="Rockwell" panose="02060603020205020403" pitchFamily="18" charset="0"/>
              </a:rPr>
              <a:t>Writing: save the first 4 bytes, need to wait for all 16 bytes before writing from memory to disk</a:t>
            </a:r>
          </a:p>
          <a:p>
            <a:pPr lvl="1">
              <a:lnSpc>
                <a:spcPct val="90000"/>
              </a:lnSpc>
            </a:pPr>
            <a:r>
              <a:rPr lang="en-US" altLang="en-US" sz="2000" dirty="0">
                <a:latin typeface="Rockwell" panose="02060603020205020403" pitchFamily="18" charset="0"/>
              </a:rPr>
              <a:t>A disk operation per a buffer of bytes---lower overhead</a:t>
            </a:r>
          </a:p>
          <a:p>
            <a:pPr marL="354013" lvl="1" indent="-354013">
              <a:lnSpc>
                <a:spcPct val="90000"/>
              </a:lnSpc>
            </a:pPr>
            <a:r>
              <a:rPr lang="en-GB" sz="2000" dirty="0">
                <a:latin typeface="Rockwell" panose="02060603020205020403" pitchFamily="18" charset="0"/>
              </a:rPr>
              <a:t>The Buffered stream classes </a:t>
            </a:r>
            <a:r>
              <a:rPr lang="en-GB" sz="2000" dirty="0" err="1">
                <a:latin typeface="Rockwell" panose="02060603020205020403" pitchFamily="18" charset="0"/>
              </a:rPr>
              <a:t>BufferedInputStream</a:t>
            </a:r>
            <a:r>
              <a:rPr lang="en-GB" sz="2000" dirty="0">
                <a:latin typeface="Rockwell" panose="02060603020205020403" pitchFamily="18" charset="0"/>
              </a:rPr>
              <a:t>, </a:t>
            </a:r>
            <a:r>
              <a:rPr lang="en-GB" sz="2000" dirty="0" err="1">
                <a:latin typeface="Rockwell" panose="02060603020205020403" pitchFamily="18" charset="0"/>
              </a:rPr>
              <a:t>BufferedOutputStream</a:t>
            </a:r>
            <a:r>
              <a:rPr lang="en-GB" sz="2000" dirty="0">
                <a:latin typeface="Rockwell" panose="02060603020205020403" pitchFamily="18" charset="0"/>
              </a:rPr>
              <a:t>, </a:t>
            </a:r>
            <a:r>
              <a:rPr lang="en-GB" sz="2000" dirty="0" err="1">
                <a:latin typeface="Rockwell" panose="02060603020205020403" pitchFamily="18" charset="0"/>
              </a:rPr>
              <a:t>BufferedReader</a:t>
            </a:r>
            <a:r>
              <a:rPr lang="en-GB" sz="2000" dirty="0">
                <a:latin typeface="Rockwell" panose="02060603020205020403" pitchFamily="18" charset="0"/>
              </a:rPr>
              <a:t>, and </a:t>
            </a:r>
            <a:r>
              <a:rPr lang="en-GB" sz="2000" dirty="0" err="1">
                <a:latin typeface="Rockwell" panose="02060603020205020403" pitchFamily="18" charset="0"/>
              </a:rPr>
              <a:t>BufferedWriterbuffer</a:t>
            </a:r>
            <a:r>
              <a:rPr lang="en-GB" sz="2000" dirty="0">
                <a:latin typeface="Rockwell" panose="02060603020205020403" pitchFamily="18" charset="0"/>
              </a:rPr>
              <a:t> their data to avoid every read or write going directly to the next stream. </a:t>
            </a:r>
          </a:p>
          <a:p>
            <a:pPr marL="354013" lvl="1" indent="-354013">
              <a:lnSpc>
                <a:spcPct val="90000"/>
              </a:lnSpc>
            </a:pPr>
            <a:r>
              <a:rPr lang="en-GB" sz="2000" dirty="0">
                <a:latin typeface="Rockwell" panose="02060603020205020403" pitchFamily="18" charset="0"/>
              </a:rPr>
              <a:t>These classes are often used in conjunction with File stream accessing a disk file is much slower than using a memory buffer, and buffering helps reduce file accesses. </a:t>
            </a:r>
            <a:endParaRPr lang="en-US" altLang="en-US" sz="2000" dirty="0"/>
          </a:p>
        </p:txBody>
      </p:sp>
    </p:spTree>
    <p:extLst>
      <p:ext uri="{BB962C8B-B14F-4D97-AF65-F5344CB8AC3E}">
        <p14:creationId xmlns:p14="http://schemas.microsoft.com/office/powerpoint/2010/main" val="4185056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381000" y="315213"/>
            <a:ext cx="6202680" cy="1354217"/>
          </a:xfrm>
        </p:spPr>
        <p:txBody>
          <a:bodyPr/>
          <a:lstStyle/>
          <a:p>
            <a:r>
              <a:rPr lang="en-US" altLang="en-US" dirty="0" err="1"/>
              <a:t>Input/Output</a:t>
            </a:r>
            <a:r>
              <a:rPr lang="en-US" altLang="en-US" dirty="0"/>
              <a:t> File Streams</a:t>
            </a:r>
          </a:p>
        </p:txBody>
      </p:sp>
      <p:sp>
        <p:nvSpPr>
          <p:cNvPr id="309253" name="AutoShape 5"/>
          <p:cNvSpPr>
            <a:spLocks noChangeArrowheads="1"/>
          </p:cNvSpPr>
          <p:nvPr/>
        </p:nvSpPr>
        <p:spPr bwMode="auto">
          <a:xfrm>
            <a:off x="6437313" y="2951163"/>
            <a:ext cx="390525" cy="377825"/>
          </a:xfrm>
          <a:prstGeom prst="rightArrow">
            <a:avLst>
              <a:gd name="adj1" fmla="val 36972"/>
              <a:gd name="adj2" fmla="val 35296"/>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endParaRPr lang="en-IN" altLang="en-US" sz="2400">
              <a:solidFill>
                <a:srgbClr val="000000"/>
              </a:solidFill>
            </a:endParaRPr>
          </a:p>
        </p:txBody>
      </p:sp>
      <p:sp>
        <p:nvSpPr>
          <p:cNvPr id="309254" name="AutoShape 6"/>
          <p:cNvSpPr>
            <a:spLocks noChangeArrowheads="1"/>
          </p:cNvSpPr>
          <p:nvPr/>
        </p:nvSpPr>
        <p:spPr bwMode="auto">
          <a:xfrm>
            <a:off x="3389313" y="5729288"/>
            <a:ext cx="317500" cy="644525"/>
          </a:xfrm>
          <a:prstGeom prst="rightArrow">
            <a:avLst>
              <a:gd name="adj1" fmla="val 50000"/>
              <a:gd name="adj2" fmla="val 2500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endParaRPr lang="en-IN" altLang="en-US" sz="2400">
              <a:solidFill>
                <a:srgbClr val="000000"/>
              </a:solidFill>
            </a:endParaRPr>
          </a:p>
        </p:txBody>
      </p:sp>
      <p:pic>
        <p:nvPicPr>
          <p:cNvPr id="3" name="Picture 2"/>
          <p:cNvPicPr>
            <a:picLocks noChangeAspect="1"/>
          </p:cNvPicPr>
          <p:nvPr/>
        </p:nvPicPr>
        <p:blipFill>
          <a:blip r:embed="rId3"/>
          <a:stretch>
            <a:fillRect/>
          </a:stretch>
        </p:blipFill>
        <p:spPr>
          <a:xfrm>
            <a:off x="0" y="1371600"/>
            <a:ext cx="9067800" cy="2400300"/>
          </a:xfrm>
          <a:prstGeom prst="rect">
            <a:avLst/>
          </a:prstGeom>
        </p:spPr>
      </p:pic>
      <p:pic>
        <p:nvPicPr>
          <p:cNvPr id="4" name="Picture 3"/>
          <p:cNvPicPr>
            <a:picLocks noChangeAspect="1"/>
          </p:cNvPicPr>
          <p:nvPr/>
        </p:nvPicPr>
        <p:blipFill>
          <a:blip r:embed="rId4"/>
          <a:stretch>
            <a:fillRect/>
          </a:stretch>
        </p:blipFill>
        <p:spPr>
          <a:xfrm>
            <a:off x="114300" y="4038600"/>
            <a:ext cx="9029700" cy="2190750"/>
          </a:xfrm>
          <a:prstGeom prst="rect">
            <a:avLst/>
          </a:prstGeom>
        </p:spPr>
      </p:pic>
    </p:spTree>
    <p:extLst>
      <p:ext uri="{BB962C8B-B14F-4D97-AF65-F5344CB8AC3E}">
        <p14:creationId xmlns:p14="http://schemas.microsoft.com/office/powerpoint/2010/main" val="188955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B83D1322-10FD-49C3-9320-50314A45C20D}"/>
              </a:ext>
            </a:extLst>
          </p:cNvPr>
          <p:cNvSpPr>
            <a:spLocks noGrp="1"/>
          </p:cNvSpPr>
          <p:nvPr>
            <p:ph idx="1"/>
          </p:nvPr>
        </p:nvSpPr>
        <p:spPr>
          <a:xfrm>
            <a:off x="304800" y="1454943"/>
            <a:ext cx="8534400" cy="5146024"/>
          </a:xfrm>
        </p:spPr>
        <p:txBody>
          <a:bodyPr/>
          <a:lstStyle/>
          <a:p>
            <a:pPr marL="0" indent="0" fontAlgn="base">
              <a:spcAft>
                <a:spcPct val="0"/>
              </a:spcAft>
            </a:pPr>
            <a:r>
              <a:rPr lang="en-US" altLang="en-US" sz="1900" dirty="0">
                <a:solidFill>
                  <a:srgbClr val="000000"/>
                </a:solidFill>
                <a:latin typeface="Rockwell" panose="02060603020205020403" pitchFamily="18" charset="0"/>
              </a:rPr>
              <a:t>Following is an example which makes use of these two classes to copy an input file into an output file:</a:t>
            </a:r>
          </a:p>
          <a:p>
            <a:pPr marL="0" indent="0" fontAlgn="base">
              <a:spcAft>
                <a:spcPct val="0"/>
              </a:spcAft>
            </a:pPr>
            <a:r>
              <a:rPr lang="en-US" altLang="en-US" sz="1900" dirty="0">
                <a:solidFill>
                  <a:srgbClr val="000000"/>
                </a:solidFill>
                <a:latin typeface="Rockwell" panose="02060603020205020403" pitchFamily="18" charset="0"/>
              </a:rPr>
              <a:t>import java.io.*;</a:t>
            </a:r>
          </a:p>
          <a:p>
            <a:pPr marL="0" indent="0" fontAlgn="base">
              <a:spcAft>
                <a:spcPct val="0"/>
              </a:spcAft>
            </a:pPr>
            <a:r>
              <a:rPr lang="en-US" altLang="en-US" sz="1900" dirty="0">
                <a:solidFill>
                  <a:srgbClr val="000000"/>
                </a:solidFill>
                <a:latin typeface="Rockwell" panose="02060603020205020403" pitchFamily="18" charset="0"/>
              </a:rPr>
              <a:t>class StreamDemo2</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a:solidFill>
                  <a:srgbClr val="000000"/>
                </a:solidFill>
                <a:latin typeface="Rockwell" panose="02060603020205020403" pitchFamily="18" charset="0"/>
              </a:rPr>
              <a:t>public static void main(String aa[ ] )</a:t>
            </a:r>
          </a:p>
          <a:p>
            <a:pPr marL="0" indent="0" fontAlgn="base">
              <a:spcAft>
                <a:spcPct val="0"/>
              </a:spcAft>
            </a:pPr>
            <a:r>
              <a:rPr lang="en-US" altLang="en-US" sz="1900" dirty="0">
                <a:solidFill>
                  <a:srgbClr val="000000"/>
                </a:solidFill>
                <a:latin typeface="Rockwell" panose="02060603020205020403" pitchFamily="18" charset="0"/>
              </a:rPr>
              <a:t>{</a:t>
            </a:r>
          </a:p>
          <a:p>
            <a:pPr marL="0" indent="0" fontAlgn="base">
              <a:spcAft>
                <a:spcPct val="0"/>
              </a:spcAft>
            </a:pPr>
            <a:r>
              <a:rPr lang="en-US" altLang="en-US" sz="1900" dirty="0" err="1">
                <a:solidFill>
                  <a:srgbClr val="000000"/>
                </a:solidFill>
                <a:latin typeface="Rockwell" panose="02060603020205020403" pitchFamily="18" charset="0"/>
              </a:rPr>
              <a:t>FileReader</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fr</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FileReader</a:t>
            </a:r>
            <a:r>
              <a:rPr lang="en-US" altLang="en-US" sz="1900" dirty="0">
                <a:solidFill>
                  <a:srgbClr val="000000"/>
                </a:solidFill>
                <a:latin typeface="Rockwell" panose="02060603020205020403" pitchFamily="18" charset="0"/>
              </a:rPr>
              <a:t>(“A.txt”);</a:t>
            </a:r>
          </a:p>
          <a:p>
            <a:pPr marL="0" indent="0" fontAlgn="base">
              <a:spcAft>
                <a:spcPct val="0"/>
              </a:spcAft>
            </a:pPr>
            <a:r>
              <a:rPr lang="en-US" altLang="en-US" sz="1900" dirty="0" err="1">
                <a:solidFill>
                  <a:srgbClr val="000000"/>
                </a:solidFill>
                <a:latin typeface="Rockwell" panose="02060603020205020403" pitchFamily="18" charset="0"/>
              </a:rPr>
              <a:t>FileWriter</a:t>
            </a:r>
            <a:r>
              <a:rPr lang="en-US" altLang="en-US" sz="1900" dirty="0">
                <a:solidFill>
                  <a:srgbClr val="000000"/>
                </a:solidFill>
                <a:latin typeface="Rockwell" panose="02060603020205020403" pitchFamily="18" charset="0"/>
              </a:rPr>
              <a:t> </a:t>
            </a:r>
            <a:r>
              <a:rPr lang="en-US" altLang="en-US" sz="1900" dirty="0" err="1">
                <a:solidFill>
                  <a:srgbClr val="000000"/>
                </a:solidFill>
                <a:latin typeface="Rockwell" panose="02060603020205020403" pitchFamily="18" charset="0"/>
              </a:rPr>
              <a:t>fw</a:t>
            </a:r>
            <a:r>
              <a:rPr lang="en-US" altLang="en-US" sz="1900" dirty="0">
                <a:solidFill>
                  <a:srgbClr val="000000"/>
                </a:solidFill>
                <a:latin typeface="Rockwell" panose="02060603020205020403" pitchFamily="18" charset="0"/>
              </a:rPr>
              <a:t>=new </a:t>
            </a:r>
            <a:r>
              <a:rPr lang="en-US" altLang="en-US" sz="1900" dirty="0" err="1">
                <a:solidFill>
                  <a:srgbClr val="000000"/>
                </a:solidFill>
                <a:latin typeface="Rockwell" panose="02060603020205020403" pitchFamily="18" charset="0"/>
              </a:rPr>
              <a:t>FileWriter</a:t>
            </a:r>
            <a:r>
              <a:rPr lang="en-US" altLang="en-US" sz="1900" dirty="0">
                <a:solidFill>
                  <a:srgbClr val="000000"/>
                </a:solidFill>
                <a:latin typeface="Rockwell" panose="02060603020205020403" pitchFamily="18" charset="0"/>
              </a:rPr>
              <a:t>(“B.txt”);</a:t>
            </a:r>
          </a:p>
          <a:p>
            <a:pPr marL="0" indent="0" fontAlgn="base">
              <a:spcAft>
                <a:spcPct val="0"/>
              </a:spcAft>
            </a:pPr>
            <a:r>
              <a:rPr lang="en-US" altLang="en-US" sz="1900" dirty="0" err="1">
                <a:solidFill>
                  <a:srgbClr val="000000"/>
                </a:solidFill>
                <a:latin typeface="Rockwell" panose="02060603020205020403" pitchFamily="18" charset="0"/>
              </a:rPr>
              <a:t>int</a:t>
            </a:r>
            <a:r>
              <a:rPr lang="en-US" altLang="en-US" sz="1900" dirty="0">
                <a:solidFill>
                  <a:srgbClr val="000000"/>
                </a:solidFill>
                <a:latin typeface="Rockwell" panose="02060603020205020403" pitchFamily="18" charset="0"/>
              </a:rPr>
              <a:t> c;</a:t>
            </a:r>
          </a:p>
          <a:p>
            <a:pPr marL="0" indent="0" fontAlgn="base">
              <a:spcAft>
                <a:spcPct val="0"/>
              </a:spcAft>
            </a:pPr>
            <a:r>
              <a:rPr lang="en-US" altLang="en-US" sz="1900" dirty="0">
                <a:solidFill>
                  <a:srgbClr val="000000"/>
                </a:solidFill>
                <a:latin typeface="Rockwell" panose="02060603020205020403" pitchFamily="18" charset="0"/>
              </a:rPr>
              <a:t>While( (c=</a:t>
            </a:r>
            <a:r>
              <a:rPr lang="en-US" altLang="en-US" sz="1900" dirty="0" err="1">
                <a:solidFill>
                  <a:srgbClr val="000000"/>
                </a:solidFill>
                <a:latin typeface="Rockwell" panose="02060603020205020403" pitchFamily="18" charset="0"/>
              </a:rPr>
              <a:t>fis.read</a:t>
            </a:r>
            <a:r>
              <a:rPr lang="en-US" altLang="en-US" sz="1900" dirty="0">
                <a:solidFill>
                  <a:srgbClr val="000000"/>
                </a:solidFill>
                <a:latin typeface="Rockwell" panose="02060603020205020403" pitchFamily="18" charset="0"/>
              </a:rPr>
              <a:t>()) !=-1) </a:t>
            </a:r>
            <a:r>
              <a:rPr lang="en-US" altLang="en-US" sz="1900" dirty="0" err="1">
                <a:solidFill>
                  <a:srgbClr val="000000"/>
                </a:solidFill>
                <a:latin typeface="Rockwell" panose="02060603020205020403" pitchFamily="18" charset="0"/>
              </a:rPr>
              <a:t>fos,write</a:t>
            </a:r>
            <a:r>
              <a:rPr lang="en-US" altLang="en-US" sz="1900" dirty="0">
                <a:solidFill>
                  <a:srgbClr val="000000"/>
                </a:solidFill>
                <a:latin typeface="Rockwell" panose="02060603020205020403" pitchFamily="18" charset="0"/>
              </a:rPr>
              <a:t>((char)c);</a:t>
            </a:r>
          </a:p>
          <a:p>
            <a:pPr marL="0" indent="0" fontAlgn="base">
              <a:spcAft>
                <a:spcPct val="0"/>
              </a:spcAft>
            </a:pPr>
            <a:r>
              <a:rPr lang="en-US" altLang="en-US" sz="1900" dirty="0" err="1">
                <a:latin typeface="Rockwell" panose="02060603020205020403" pitchFamily="18" charset="0"/>
              </a:rPr>
              <a:t>fr.close</a:t>
            </a:r>
            <a:r>
              <a:rPr lang="en-US" altLang="en-US" sz="1900" dirty="0">
                <a:latin typeface="Rockwell" panose="02060603020205020403" pitchFamily="18" charset="0"/>
              </a:rPr>
              <a:t>();</a:t>
            </a:r>
          </a:p>
          <a:p>
            <a:pPr marL="0" indent="0" fontAlgn="base">
              <a:spcAft>
                <a:spcPct val="0"/>
              </a:spcAft>
            </a:pPr>
            <a:r>
              <a:rPr lang="en-US" altLang="en-US" sz="1900" dirty="0" err="1">
                <a:latin typeface="Rockwell" panose="02060603020205020403" pitchFamily="18" charset="0"/>
              </a:rPr>
              <a:t>fw.close</a:t>
            </a: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a:p>
            <a:pPr marL="0" indent="0" fontAlgn="base">
              <a:spcAft>
                <a:spcPct val="0"/>
              </a:spcAft>
            </a:pPr>
            <a:r>
              <a:rPr lang="en-US" altLang="en-US" sz="1900" dirty="0">
                <a:latin typeface="Rockwell" panose="02060603020205020403" pitchFamily="18" charset="0"/>
              </a:rPr>
              <a:t>}</a:t>
            </a:r>
          </a:p>
        </p:txBody>
      </p:sp>
      <p:sp>
        <p:nvSpPr>
          <p:cNvPr id="4" name="Content Placeholder 3">
            <a:extLst>
              <a:ext uri="{FF2B5EF4-FFF2-40B4-BE49-F238E27FC236}">
                <a16:creationId xmlns:a16="http://schemas.microsoft.com/office/drawing/2014/main" id="{EE51984D-2BEC-4CF3-A84E-B7F039EA1EBD}"/>
              </a:ext>
            </a:extLst>
          </p:cNvPr>
          <p:cNvSpPr>
            <a:spLocks noGrp="1"/>
          </p:cNvSpPr>
          <p:nvPr>
            <p:ph sz="quarter" idx="10"/>
          </p:nvPr>
        </p:nvSpPr>
        <p:spPr/>
        <p:txBody>
          <a:bodyPr rtlCol="0"/>
          <a:lstStyle/>
          <a:p>
            <a:pPr>
              <a:defRPr/>
            </a:pPr>
            <a:r>
              <a:rPr lang="en-US" dirty="0"/>
              <a:t>STREAM CLASSES - </a:t>
            </a:r>
            <a:r>
              <a:rPr lang="en-US" altLang="en-US" sz="2800" b="1" dirty="0">
                <a:solidFill>
                  <a:srgbClr val="CC3300"/>
                </a:solidFill>
                <a:latin typeface="Rockwell" panose="02060603020205020403" pitchFamily="18" charset="0"/>
              </a:rPr>
              <a:t>Example program for </a:t>
            </a:r>
            <a:r>
              <a:rPr lang="en-US" altLang="en-US" sz="2800" b="1" dirty="0" err="1">
                <a:solidFill>
                  <a:srgbClr val="CC3300"/>
                </a:solidFill>
                <a:latin typeface="Rockwell" panose="02060603020205020403" pitchFamily="18" charset="0"/>
              </a:rPr>
              <a:t>FileReader</a:t>
            </a:r>
            <a:r>
              <a:rPr lang="en-US" altLang="en-US" sz="2800" b="1" dirty="0">
                <a:solidFill>
                  <a:srgbClr val="CC3300"/>
                </a:solidFill>
                <a:latin typeface="Rockwell" panose="02060603020205020403" pitchFamily="18" charset="0"/>
              </a:rPr>
              <a:t> and </a:t>
            </a:r>
            <a:r>
              <a:rPr lang="en-US" altLang="en-US" sz="2800" b="1" dirty="0" err="1">
                <a:solidFill>
                  <a:srgbClr val="CC3300"/>
                </a:solidFill>
                <a:latin typeface="Rockwell" panose="02060603020205020403" pitchFamily="18" charset="0"/>
              </a:rPr>
              <a:t>FileWriter</a:t>
            </a:r>
            <a:r>
              <a:rPr lang="en-US" altLang="en-US" sz="2800" b="1" dirty="0">
                <a:solidFill>
                  <a:srgbClr val="CC3300"/>
                </a:solidFill>
                <a:latin typeface="Rockwell" panose="02060603020205020403" pitchFamily="18" charset="0"/>
              </a:rPr>
              <a:t> Stream classes</a:t>
            </a:r>
          </a:p>
        </p:txBody>
      </p:sp>
    </p:spTree>
    <p:extLst>
      <p:ext uri="{BB962C8B-B14F-4D97-AF65-F5344CB8AC3E}">
        <p14:creationId xmlns:p14="http://schemas.microsoft.com/office/powerpoint/2010/main" val="3740496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ntent Placeholder 2">
            <a:extLst>
              <a:ext uri="{FF2B5EF4-FFF2-40B4-BE49-F238E27FC236}">
                <a16:creationId xmlns:a16="http://schemas.microsoft.com/office/drawing/2014/main" id="{8EC2159F-2900-43BC-A6F7-2503D14665AA}"/>
              </a:ext>
            </a:extLst>
          </p:cNvPr>
          <p:cNvSpPr>
            <a:spLocks noGrp="1"/>
          </p:cNvSpPr>
          <p:nvPr>
            <p:ph idx="1"/>
          </p:nvPr>
        </p:nvSpPr>
        <p:spPr>
          <a:xfrm>
            <a:off x="838200" y="1600200"/>
            <a:ext cx="7620000" cy="4293483"/>
          </a:xfrm>
        </p:spPr>
        <p:txBody>
          <a:bodyPr/>
          <a:lstStyle/>
          <a:p>
            <a:pPr marL="0" indent="0" fontAlgn="base">
              <a:spcAft>
                <a:spcPct val="0"/>
              </a:spcAft>
            </a:pPr>
            <a:r>
              <a:rPr lang="en-US" altLang="en-US" sz="2400" dirty="0">
                <a:latin typeface="Rockwell" panose="02060603020205020403" pitchFamily="18" charset="0"/>
              </a:rPr>
              <a:t>Assume that A.txt file has the content</a:t>
            </a:r>
          </a:p>
          <a:p>
            <a:pPr marL="0" indent="0" fontAlgn="base">
              <a:spcAft>
                <a:spcPct val="0"/>
              </a:spcAft>
            </a:pPr>
            <a:r>
              <a:rPr lang="en-US" altLang="en-US" sz="2400" dirty="0">
                <a:latin typeface="Rockwell" panose="02060603020205020403" pitchFamily="18" charset="0"/>
              </a:rPr>
              <a:t>Java is an Object Oriented language.</a:t>
            </a:r>
          </a:p>
          <a:p>
            <a:pPr marL="0" indent="0" fontAlgn="base">
              <a:spcAft>
                <a:spcPct val="0"/>
              </a:spcAft>
            </a:pPr>
            <a:r>
              <a:rPr lang="en-US" altLang="en-US" sz="2400" dirty="0">
                <a:solidFill>
                  <a:srgbClr val="000000"/>
                </a:solidFill>
                <a:latin typeface="Rockwell" panose="02060603020205020403" pitchFamily="18" charset="0"/>
              </a:rPr>
              <a:t>As a next step, compile the above program and execute it, which will result in creating B.txt file with the same content as we have in A.txt. So let's put the above code in StreamDemo1.java file and do the following</a:t>
            </a:r>
          </a:p>
          <a:p>
            <a:pPr marL="0" indent="0" fontAlgn="base">
              <a:spcAft>
                <a:spcPct val="0"/>
              </a:spcAft>
            </a:pPr>
            <a:r>
              <a:rPr lang="en-US" altLang="en-US" sz="2400" dirty="0">
                <a:solidFill>
                  <a:srgbClr val="000000"/>
                </a:solidFill>
                <a:latin typeface="Rockwell" panose="02060603020205020403" pitchFamily="18" charset="0"/>
              </a:rPr>
              <a:t>&gt;</a:t>
            </a:r>
            <a:r>
              <a:rPr lang="en-US" altLang="en-US" sz="2400" dirty="0" err="1">
                <a:solidFill>
                  <a:srgbClr val="000000"/>
                </a:solidFill>
                <a:latin typeface="Rockwell" panose="02060603020205020403" pitchFamily="18" charset="0"/>
              </a:rPr>
              <a:t>javac</a:t>
            </a:r>
            <a:r>
              <a:rPr lang="en-US" altLang="en-US" sz="2400" dirty="0">
                <a:solidFill>
                  <a:srgbClr val="000000"/>
                </a:solidFill>
                <a:latin typeface="Rockwell" panose="02060603020205020403" pitchFamily="18" charset="0"/>
              </a:rPr>
              <a:t>  StreamDemo2.java   [ Compilation to Byte Code ]</a:t>
            </a:r>
          </a:p>
          <a:p>
            <a:pPr marL="0" indent="0" fontAlgn="base">
              <a:spcAft>
                <a:spcPct val="0"/>
              </a:spcAft>
            </a:pPr>
            <a:r>
              <a:rPr lang="en-US" altLang="en-US" sz="2400" dirty="0">
                <a:solidFill>
                  <a:srgbClr val="000000"/>
                </a:solidFill>
                <a:latin typeface="Rockwell" panose="02060603020205020403" pitchFamily="18" charset="0"/>
              </a:rPr>
              <a:t>&gt;java StreamDemo2</a:t>
            </a:r>
            <a:endParaRPr lang="en-US" altLang="en-US" sz="2400" dirty="0">
              <a:latin typeface="Rockwell" panose="02060603020205020403" pitchFamily="18" charset="0"/>
            </a:endParaRPr>
          </a:p>
          <a:p>
            <a:pPr marL="0" indent="0"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27285286-64A1-4CE5-853A-EF935B4C8E32}"/>
              </a:ext>
            </a:extLst>
          </p:cNvPr>
          <p:cNvSpPr>
            <a:spLocks noGrp="1"/>
          </p:cNvSpPr>
          <p:nvPr>
            <p:ph sz="quarter" idx="10"/>
          </p:nvPr>
        </p:nvSpPr>
        <p:spPr/>
        <p:txBody>
          <a:bodyPr rtlCol="0"/>
          <a:lstStyle/>
          <a:p>
            <a:pPr>
              <a:defRPr/>
            </a:pPr>
            <a:r>
              <a:rPr lang="en-US" dirty="0"/>
              <a:t>STREAM CLASSES</a:t>
            </a:r>
          </a:p>
        </p:txBody>
      </p:sp>
    </p:spTree>
    <p:extLst>
      <p:ext uri="{BB962C8B-B14F-4D97-AF65-F5344CB8AC3E}">
        <p14:creationId xmlns:p14="http://schemas.microsoft.com/office/powerpoint/2010/main" val="330949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20</a:t>
            </a:fld>
            <a:endParaRPr lang="en-US" altLang="en-US">
              <a:solidFill>
                <a:srgbClr val="000000"/>
              </a:solidFill>
            </a:endParaRPr>
          </a:p>
        </p:txBody>
      </p:sp>
      <p:sp>
        <p:nvSpPr>
          <p:cNvPr id="421891" name="Rectangle 2"/>
          <p:cNvSpPr>
            <a:spLocks noGrp="1" noChangeArrowheads="1"/>
          </p:cNvSpPr>
          <p:nvPr>
            <p:ph type="title"/>
          </p:nvPr>
        </p:nvSpPr>
        <p:spPr>
          <a:xfrm>
            <a:off x="304800" y="315213"/>
            <a:ext cx="6278880" cy="1354217"/>
          </a:xfrm>
          <a:noFill/>
        </p:spPr>
        <p:txBody>
          <a:bodyPr/>
          <a:lstStyle/>
          <a:p>
            <a:pPr eaLnBrk="1" hangingPunct="1"/>
            <a:r>
              <a:rPr lang="en-IN" b="1" dirty="0"/>
              <a:t>The Data Byte Streams</a:t>
            </a:r>
            <a:endParaRPr lang="en-US" altLang="en-US" dirty="0"/>
          </a:p>
        </p:txBody>
      </p:sp>
      <p:sp>
        <p:nvSpPr>
          <p:cNvPr id="2" name="Text Placeholder 1"/>
          <p:cNvSpPr>
            <a:spLocks noGrp="1"/>
          </p:cNvSpPr>
          <p:nvPr>
            <p:ph type="body" idx="1"/>
          </p:nvPr>
        </p:nvSpPr>
        <p:spPr>
          <a:xfrm>
            <a:off x="152400" y="1479473"/>
            <a:ext cx="8707211" cy="1384995"/>
          </a:xfrm>
        </p:spPr>
        <p:txBody>
          <a:bodyPr/>
          <a:lstStyle/>
          <a:p>
            <a:r>
              <a:rPr lang="en-GB" sz="1800" dirty="0"/>
              <a:t>Reading and writing text characters is useful, but you also frequently need to transmit the binary data of specific types across a stream. </a:t>
            </a:r>
          </a:p>
          <a:p>
            <a:r>
              <a:rPr lang="en-GB" sz="1800" dirty="0"/>
              <a:t>The </a:t>
            </a:r>
            <a:r>
              <a:rPr lang="en-GB" sz="1800" dirty="0" err="1"/>
              <a:t>DataInput</a:t>
            </a:r>
            <a:r>
              <a:rPr lang="en-GB" sz="1800" dirty="0"/>
              <a:t> and </a:t>
            </a:r>
            <a:r>
              <a:rPr lang="en-GB" sz="1800" dirty="0" err="1"/>
              <a:t>DataOutput</a:t>
            </a:r>
            <a:r>
              <a:rPr lang="en-GB" sz="1800" dirty="0"/>
              <a:t> interfaces define methods that transmit primitive types across a stream. The classes </a:t>
            </a:r>
            <a:r>
              <a:rPr lang="en-GB" sz="1800" dirty="0" err="1"/>
              <a:t>DataInputStream</a:t>
            </a:r>
            <a:r>
              <a:rPr lang="en-GB" sz="1800" dirty="0"/>
              <a:t> and </a:t>
            </a:r>
            <a:r>
              <a:rPr lang="en-GB" sz="1800" dirty="0" err="1"/>
              <a:t>DataOutputStream</a:t>
            </a:r>
            <a:r>
              <a:rPr lang="en-GB" sz="1800" dirty="0"/>
              <a:t> provide a default </a:t>
            </a:r>
            <a:r>
              <a:rPr lang="en-IN" sz="1800" dirty="0"/>
              <a:t>implementation for each interface.</a:t>
            </a:r>
            <a:endParaRPr lang="en-GB" sz="1800" dirty="0"/>
          </a:p>
        </p:txBody>
      </p:sp>
      <p:pic>
        <p:nvPicPr>
          <p:cNvPr id="3" name="Picture 2"/>
          <p:cNvPicPr>
            <a:picLocks noChangeAspect="1"/>
          </p:cNvPicPr>
          <p:nvPr/>
        </p:nvPicPr>
        <p:blipFill>
          <a:blip r:embed="rId2"/>
          <a:stretch>
            <a:fillRect/>
          </a:stretch>
        </p:blipFill>
        <p:spPr>
          <a:xfrm>
            <a:off x="2209800" y="2548890"/>
            <a:ext cx="5095875" cy="4171950"/>
          </a:xfrm>
          <a:prstGeom prst="rect">
            <a:avLst/>
          </a:prstGeom>
        </p:spPr>
      </p:pic>
    </p:spTree>
    <p:extLst>
      <p:ext uri="{BB962C8B-B14F-4D97-AF65-F5344CB8AC3E}">
        <p14:creationId xmlns:p14="http://schemas.microsoft.com/office/powerpoint/2010/main" val="3048164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Slide Number Placeholder 3"/>
          <p:cNvSpPr>
            <a:spLocks noGrp="1"/>
          </p:cNvSpPr>
          <p:nvPr>
            <p:ph type="sldNum" sz="quarter" idx="4294967295"/>
          </p:nvPr>
        </p:nvSpPr>
        <p:spPr>
          <a:noFill/>
        </p:spPr>
        <p:txBody>
          <a:bodyPr/>
          <a:lstStyle>
            <a:lvl1pPr>
              <a:defRPr sz="1200">
                <a:solidFill>
                  <a:srgbClr val="275AFF"/>
                </a:solidFill>
                <a:latin typeface="Times New Roman" panose="02020603050405020304" pitchFamily="18" charset="0"/>
                <a:cs typeface="Times New Roman" panose="02020603050405020304" pitchFamily="18" charset="0"/>
              </a:defRPr>
            </a:lvl1pPr>
            <a:lvl2pPr marL="742950" indent="-285750">
              <a:defRPr sz="1200">
                <a:solidFill>
                  <a:srgbClr val="275AFF"/>
                </a:solidFill>
                <a:latin typeface="Times New Roman" panose="02020603050405020304" pitchFamily="18" charset="0"/>
                <a:cs typeface="Times New Roman" panose="02020603050405020304" pitchFamily="18" charset="0"/>
              </a:defRPr>
            </a:lvl2pPr>
            <a:lvl3pPr marL="1143000" indent="-228600">
              <a:defRPr sz="1200">
                <a:solidFill>
                  <a:srgbClr val="275AFF"/>
                </a:solidFill>
                <a:latin typeface="Times New Roman" panose="02020603050405020304" pitchFamily="18" charset="0"/>
                <a:cs typeface="Times New Roman" panose="02020603050405020304" pitchFamily="18" charset="0"/>
              </a:defRPr>
            </a:lvl3pPr>
            <a:lvl4pPr marL="1600200" indent="-228600">
              <a:defRPr sz="1200">
                <a:solidFill>
                  <a:srgbClr val="275AFF"/>
                </a:solidFill>
                <a:latin typeface="Times New Roman" panose="02020603050405020304" pitchFamily="18" charset="0"/>
                <a:cs typeface="Times New Roman" panose="02020603050405020304" pitchFamily="18" charset="0"/>
              </a:defRPr>
            </a:lvl4pPr>
            <a:lvl5pPr marL="2057400" indent="-228600">
              <a:defRPr sz="1200">
                <a:solidFill>
                  <a:srgbClr val="275AFF"/>
                </a:solidFill>
                <a:latin typeface="Times New Roman" panose="02020603050405020304" pitchFamily="18" charset="0"/>
                <a:cs typeface="Times New Roman" panose="02020603050405020304" pitchFamily="18" charset="0"/>
              </a:defRPr>
            </a:lvl5pPr>
            <a:lvl6pPr marL="25146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6pPr>
            <a:lvl7pPr marL="29718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7pPr>
            <a:lvl8pPr marL="34290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8pPr>
            <a:lvl9pPr marL="3886200" indent="-228600" eaLnBrk="0" fontAlgn="base" hangingPunct="0">
              <a:spcBef>
                <a:spcPct val="0"/>
              </a:spcBef>
              <a:spcAft>
                <a:spcPct val="0"/>
              </a:spcAft>
              <a:defRPr sz="1200">
                <a:solidFill>
                  <a:srgbClr val="275AFF"/>
                </a:solidFill>
                <a:latin typeface="Times New Roman" panose="02020603050405020304" pitchFamily="18" charset="0"/>
                <a:cs typeface="Times New Roman" panose="02020603050405020304" pitchFamily="18" charset="0"/>
              </a:defRPr>
            </a:lvl9pPr>
          </a:lstStyle>
          <a:p>
            <a:fld id="{74B3BF4E-2143-45E4-B316-B2DD4A7D3969}" type="slidenum">
              <a:rPr lang="en-US" altLang="en-US">
                <a:solidFill>
                  <a:srgbClr val="000000"/>
                </a:solidFill>
              </a:rPr>
              <a:pPr/>
              <a:t>21</a:t>
            </a:fld>
            <a:endParaRPr lang="en-US" altLang="en-US">
              <a:solidFill>
                <a:srgbClr val="000000"/>
              </a:solidFill>
            </a:endParaRPr>
          </a:p>
        </p:txBody>
      </p:sp>
      <p:sp>
        <p:nvSpPr>
          <p:cNvPr id="421891" name="Rectangle 2"/>
          <p:cNvSpPr>
            <a:spLocks noGrp="1" noChangeArrowheads="1"/>
          </p:cNvSpPr>
          <p:nvPr>
            <p:ph type="title"/>
          </p:nvPr>
        </p:nvSpPr>
        <p:spPr>
          <a:xfrm>
            <a:off x="304800" y="315213"/>
            <a:ext cx="6278880" cy="1354217"/>
          </a:xfrm>
          <a:noFill/>
        </p:spPr>
        <p:txBody>
          <a:bodyPr/>
          <a:lstStyle/>
          <a:p>
            <a:pPr eaLnBrk="1" hangingPunct="1"/>
            <a:r>
              <a:rPr lang="en-IN" b="1" dirty="0"/>
              <a:t>The Data Byte Streams</a:t>
            </a:r>
            <a:endParaRPr lang="en-US" altLang="en-US" dirty="0"/>
          </a:p>
        </p:txBody>
      </p:sp>
      <p:pic>
        <p:nvPicPr>
          <p:cNvPr id="4" name="Picture 3"/>
          <p:cNvPicPr>
            <a:picLocks noChangeAspect="1"/>
          </p:cNvPicPr>
          <p:nvPr/>
        </p:nvPicPr>
        <p:blipFill>
          <a:blip r:embed="rId2"/>
          <a:stretch>
            <a:fillRect/>
          </a:stretch>
        </p:blipFill>
        <p:spPr>
          <a:xfrm>
            <a:off x="321219" y="1756472"/>
            <a:ext cx="6276975" cy="5000625"/>
          </a:xfrm>
          <a:prstGeom prst="rect">
            <a:avLst/>
          </a:prstGeom>
        </p:spPr>
      </p:pic>
      <p:sp>
        <p:nvSpPr>
          <p:cNvPr id="2" name="Text Placeholder 1"/>
          <p:cNvSpPr>
            <a:spLocks noGrp="1"/>
          </p:cNvSpPr>
          <p:nvPr>
            <p:ph type="body" idx="1"/>
          </p:nvPr>
        </p:nvSpPr>
        <p:spPr>
          <a:xfrm>
            <a:off x="152400" y="1479473"/>
            <a:ext cx="8707211" cy="276999"/>
          </a:xfrm>
        </p:spPr>
        <p:txBody>
          <a:bodyPr/>
          <a:lstStyle/>
          <a:p>
            <a:endParaRPr lang="en-GB" sz="1800" dirty="0"/>
          </a:p>
        </p:txBody>
      </p:sp>
    </p:spTree>
    <p:extLst>
      <p:ext uri="{BB962C8B-B14F-4D97-AF65-F5344CB8AC3E}">
        <p14:creationId xmlns:p14="http://schemas.microsoft.com/office/powerpoint/2010/main" val="105967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4BD40871-9364-456F-BCCD-5B2E471D69BB}"/>
              </a:ext>
            </a:extLst>
          </p:cNvPr>
          <p:cNvSpPr>
            <a:spLocks noGrp="1"/>
          </p:cNvSpPr>
          <p:nvPr>
            <p:ph idx="1"/>
          </p:nvPr>
        </p:nvSpPr>
        <p:spPr>
          <a:xfrm>
            <a:off x="288758" y="1295401"/>
            <a:ext cx="8550442" cy="5378075"/>
          </a:xfrm>
        </p:spPr>
        <p:txBody>
          <a:bodyPr/>
          <a:lstStyle/>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DataInputStream</a:t>
            </a:r>
            <a:r>
              <a:rPr lang="en-IN" sz="2400" dirty="0">
                <a:latin typeface="Rockwell" panose="02060603020205020403" pitchFamily="18" charset="0"/>
                <a:ea typeface="Times New Roman" panose="02020603050405020304" pitchFamily="18" charset="0"/>
                <a:cs typeface="Times New Roman" panose="02020603050405020304" pitchFamily="18" charset="0"/>
              </a:rPr>
              <a:t> class is descended from the </a:t>
            </a:r>
            <a:r>
              <a:rPr lang="en-IN" sz="2400" dirty="0" err="1">
                <a:latin typeface="Rockwell" panose="02060603020205020403" pitchFamily="18" charset="0"/>
                <a:ea typeface="Times New Roman" panose="02020603050405020304" pitchFamily="18" charset="0"/>
                <a:cs typeface="Times New Roman" panose="02020603050405020304" pitchFamily="18" charset="0"/>
              </a:rPr>
              <a:t>InputStream</a:t>
            </a:r>
            <a:r>
              <a:rPr lang="en-IN" sz="2400" dirty="0">
                <a:latin typeface="Rockwell" panose="02060603020205020403" pitchFamily="18" charset="0"/>
                <a:ea typeface="Times New Roman" panose="02020603050405020304" pitchFamily="18" charset="0"/>
                <a:cs typeface="Times New Roman" panose="02020603050405020304" pitchFamily="18" charset="0"/>
              </a:rPr>
              <a:t> class so it has all </a:t>
            </a:r>
            <a:r>
              <a:rPr lang="en-IN" sz="2400" dirty="0" err="1">
                <a:latin typeface="Rockwell" panose="02060603020205020403" pitchFamily="18" charset="0"/>
                <a:ea typeface="Times New Roman" panose="02020603050405020304" pitchFamily="18" charset="0"/>
                <a:cs typeface="Times New Roman" panose="02020603050405020304" pitchFamily="18" charset="0"/>
              </a:rPr>
              <a:t>behaviors</a:t>
            </a:r>
            <a:r>
              <a:rPr lang="en-IN" sz="2400" dirty="0">
                <a:latin typeface="Rockwell" panose="02060603020205020403" pitchFamily="18" charset="0"/>
                <a:ea typeface="Times New Roman" panose="02020603050405020304" pitchFamily="18" charset="0"/>
                <a:cs typeface="Times New Roman" panose="02020603050405020304" pitchFamily="18" charset="0"/>
              </a:rPr>
              <a:t> of a byte input stream. </a:t>
            </a:r>
          </a:p>
          <a:p>
            <a:pPr marL="0">
              <a:spcBef>
                <a:spcPts val="0"/>
              </a:spcBef>
              <a:spcAft>
                <a:spcPts val="600"/>
              </a:spcAft>
              <a:defRPr/>
            </a:pPr>
            <a:r>
              <a:rPr lang="en-IN" sz="2400" dirty="0">
                <a:latin typeface="Rockwell" panose="02060603020205020403" pitchFamily="18" charset="0"/>
                <a:ea typeface="Times New Roman" panose="02020603050405020304" pitchFamily="18" charset="0"/>
                <a:cs typeface="Times New Roman" panose="02020603050405020304" pitchFamily="18" charset="0"/>
              </a:rPr>
              <a:t>In addition, it implements the </a:t>
            </a:r>
            <a:r>
              <a:rPr lang="en-IN" sz="2400" dirty="0" err="1">
                <a:latin typeface="Rockwell" panose="02060603020205020403" pitchFamily="18" charset="0"/>
                <a:ea typeface="Times New Roman" panose="02020603050405020304" pitchFamily="18" charset="0"/>
                <a:cs typeface="Courier New" panose="02070309020205020404" pitchFamily="49" charset="0"/>
              </a:rPr>
              <a:t>DataInput</a:t>
            </a:r>
            <a:r>
              <a:rPr lang="en-IN" sz="2400" dirty="0">
                <a:latin typeface="Rockwell" panose="02060603020205020403" pitchFamily="18" charset="0"/>
                <a:ea typeface="Times New Roman" panose="02020603050405020304" pitchFamily="18" charset="0"/>
                <a:cs typeface="Courier New" panose="02070309020205020404" pitchFamily="49" charset="0"/>
              </a:rPr>
              <a:t> </a:t>
            </a:r>
            <a:r>
              <a:rPr lang="en-IN" sz="2400" dirty="0">
                <a:latin typeface="Rockwell" panose="02060603020205020403" pitchFamily="18" charset="0"/>
                <a:ea typeface="Times New Roman" panose="02020603050405020304" pitchFamily="18" charset="0"/>
                <a:cs typeface="Times New Roman" panose="02020603050405020304" pitchFamily="18" charset="0"/>
              </a:rPr>
              <a:t>interface which defines the following read operations for primitive types and Strings:</a:t>
            </a: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readBoolean</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 Reads one input byte and returns </a:t>
            </a:r>
            <a:r>
              <a:rPr lang="en-IN" sz="2400" dirty="0">
                <a:latin typeface="Rockwell" panose="02060603020205020403" pitchFamily="18" charset="0"/>
                <a:ea typeface="Times New Roman" panose="02020603050405020304" pitchFamily="18" charset="0"/>
                <a:cs typeface="Courier New" panose="02070309020205020404" pitchFamily="49" charset="0"/>
              </a:rPr>
              <a:t>true </a:t>
            </a:r>
            <a:r>
              <a:rPr lang="en-IN" sz="2400" dirty="0">
                <a:latin typeface="Rockwell" panose="02060603020205020403" pitchFamily="18" charset="0"/>
                <a:ea typeface="Times New Roman" panose="02020603050405020304" pitchFamily="18" charset="0"/>
                <a:cs typeface="Times New Roman" panose="02020603050405020304" pitchFamily="18" charset="0"/>
              </a:rPr>
              <a:t>if that</a:t>
            </a:r>
          </a:p>
          <a:p>
            <a:pPr marL="0">
              <a:spcBef>
                <a:spcPts val="0"/>
              </a:spcBef>
              <a:spcAft>
                <a:spcPts val="600"/>
              </a:spcAft>
              <a:defRPr/>
            </a:pPr>
            <a:r>
              <a:rPr lang="en-IN" sz="2400" dirty="0">
                <a:latin typeface="Rockwell" panose="02060603020205020403" pitchFamily="18" charset="0"/>
                <a:ea typeface="Times New Roman" panose="02020603050405020304" pitchFamily="18" charset="0"/>
                <a:cs typeface="Times New Roman" panose="02020603050405020304" pitchFamily="18" charset="0"/>
              </a:rPr>
              <a:t> byte is nonzero, </a:t>
            </a:r>
            <a:r>
              <a:rPr lang="en-IN" sz="2400" dirty="0">
                <a:latin typeface="Rockwell" panose="02060603020205020403" pitchFamily="18" charset="0"/>
                <a:ea typeface="Times New Roman" panose="02020603050405020304" pitchFamily="18" charset="0"/>
                <a:cs typeface="Courier New" panose="02070309020205020404" pitchFamily="49" charset="0"/>
              </a:rPr>
              <a:t>false</a:t>
            </a:r>
            <a:r>
              <a:rPr lang="en-IN" sz="2400" dirty="0">
                <a:latin typeface="Rockwell" panose="02060603020205020403" pitchFamily="18" charset="0"/>
                <a:ea typeface="Times New Roman" panose="02020603050405020304" pitchFamily="18" charset="0"/>
                <a:cs typeface="Times New Roman" panose="02020603050405020304" pitchFamily="18" charset="0"/>
              </a:rPr>
              <a:t> if that byte is zero.</a:t>
            </a:r>
            <a:endParaRPr lang="en-IN" sz="2400" dirty="0">
              <a:latin typeface="Rockwell" panose="02060603020205020403" pitchFamily="18" charset="0"/>
              <a:ea typeface="Calibri" panose="020F0502020204030204" pitchFamily="34" charset="0"/>
              <a:cs typeface="Times New Roman" panose="02020603050405020304" pitchFamily="18" charset="0"/>
            </a:endParaRP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readByte</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 Reads and returns one input byte</a:t>
            </a:r>
            <a:r>
              <a:rPr lang="en-IN" sz="2400" dirty="0">
                <a:solidFill>
                  <a:srgbClr val="333333"/>
                </a:solidFill>
                <a:latin typeface="Rockwell" panose="02060603020205020403" pitchFamily="18" charset="0"/>
                <a:ea typeface="Times New Roman" panose="02020603050405020304" pitchFamily="18" charset="0"/>
                <a:cs typeface="Times New Roman" panose="02020603050405020304" pitchFamily="18" charset="0"/>
              </a:rPr>
              <a:t>.</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readChar</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 Reads 2 input bytes and returns a </a:t>
            </a:r>
            <a:r>
              <a:rPr lang="en-IN" sz="2400" dirty="0">
                <a:latin typeface="Rockwell" panose="02060603020205020403" pitchFamily="18" charset="0"/>
                <a:ea typeface="Times New Roman" panose="02020603050405020304" pitchFamily="18" charset="0"/>
                <a:cs typeface="Courier New" panose="02070309020205020404" pitchFamily="49" charset="0"/>
              </a:rPr>
              <a:t>char </a:t>
            </a:r>
            <a:r>
              <a:rPr lang="en-IN" sz="24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spcAft>
                <a:spcPts val="600"/>
              </a:spcAft>
              <a:defRPr/>
            </a:pPr>
            <a:r>
              <a:rPr lang="en-IN" sz="2400" b="1" dirty="0" err="1">
                <a:latin typeface="Rockwell" panose="02060603020205020403" pitchFamily="18" charset="0"/>
                <a:ea typeface="Times New Roman" panose="02020603050405020304" pitchFamily="18" charset="0"/>
                <a:cs typeface="Courier New" panose="02070309020205020404" pitchFamily="49" charset="0"/>
              </a:rPr>
              <a:t>readDouble</a:t>
            </a:r>
            <a:r>
              <a:rPr lang="en-IN" sz="2400" b="1" dirty="0">
                <a:latin typeface="Rockwell" panose="02060603020205020403" pitchFamily="18" charset="0"/>
                <a:ea typeface="Times New Roman" panose="02020603050405020304" pitchFamily="18" charset="0"/>
                <a:cs typeface="Courier New" panose="02070309020205020404" pitchFamily="49" charset="0"/>
              </a:rPr>
              <a:t>()</a:t>
            </a:r>
            <a:r>
              <a:rPr lang="en-IN" sz="2400" dirty="0">
                <a:latin typeface="Rockwell" panose="02060603020205020403" pitchFamily="18" charset="0"/>
                <a:ea typeface="Times New Roman" panose="02020603050405020304" pitchFamily="18" charset="0"/>
                <a:cs typeface="Times New Roman" panose="02020603050405020304" pitchFamily="18" charset="0"/>
              </a:rPr>
              <a:t>:Reads 8 input bytes and returns a </a:t>
            </a:r>
            <a:r>
              <a:rPr lang="en-IN" sz="2400" dirty="0">
                <a:latin typeface="Rockwell" panose="02060603020205020403" pitchFamily="18" charset="0"/>
                <a:ea typeface="Times New Roman" panose="02020603050405020304" pitchFamily="18" charset="0"/>
                <a:cs typeface="Courier New" panose="02070309020205020404" pitchFamily="49" charset="0"/>
              </a:rPr>
              <a:t>double </a:t>
            </a:r>
            <a:r>
              <a:rPr lang="en-IN" sz="24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a:lnSpc>
                <a:spcPct val="107000"/>
              </a:lnSpc>
              <a:spcBef>
                <a:spcPts val="0"/>
              </a:spcBef>
              <a:spcAft>
                <a:spcPts val="600"/>
              </a:spcAft>
              <a:defRPr/>
            </a:pPr>
            <a:endParaRPr lang="en-IN" sz="2400" dirty="0">
              <a:latin typeface="Rockwell" panose="02060603020205020403" pitchFamily="18" charset="0"/>
              <a:ea typeface="Calibri" panose="020F0502020204030204" pitchFamily="34" charset="0"/>
              <a:cs typeface="Times New Roman" panose="02020603050405020304" pitchFamily="18" charset="0"/>
            </a:endParaRPr>
          </a:p>
          <a:p>
            <a:pPr marL="0" indent="0" fontAlgn="base">
              <a:spcAft>
                <a:spcPct val="0"/>
              </a:spcAft>
              <a:defRPr/>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33278EB6-050B-4B6A-922D-B3C2CA0AEB00}"/>
              </a:ext>
            </a:extLst>
          </p:cNvPr>
          <p:cNvSpPr>
            <a:spLocks noGrp="1"/>
          </p:cNvSpPr>
          <p:nvPr>
            <p:ph sz="quarter" idx="10"/>
          </p:nvPr>
        </p:nvSpPr>
        <p:spPr/>
        <p:txBody>
          <a:bodyPr rtlCol="0"/>
          <a:lstStyle/>
          <a:p>
            <a:pPr>
              <a:defRPr/>
            </a:pPr>
            <a:r>
              <a:rPr lang="en-US" dirty="0"/>
              <a:t>STREAM CLASSES - </a:t>
            </a:r>
            <a:r>
              <a:rPr lang="en-IN" sz="2800" b="1" u="sng" dirty="0">
                <a:latin typeface="Rockwell" panose="02060603020205020403" pitchFamily="18" charset="0"/>
                <a:ea typeface="Times New Roman" panose="02020603050405020304" pitchFamily="18" charset="0"/>
              </a:rPr>
              <a:t>DATA INPUT STREAM </a:t>
            </a:r>
            <a:endParaRPr lang="en-US" dirty="0"/>
          </a:p>
        </p:txBody>
      </p:sp>
    </p:spTree>
    <p:extLst>
      <p:ext uri="{BB962C8B-B14F-4D97-AF65-F5344CB8AC3E}">
        <p14:creationId xmlns:p14="http://schemas.microsoft.com/office/powerpoint/2010/main" val="38571107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id="{AA0A75AA-78D1-481B-A0F1-2F0266E896F9}"/>
              </a:ext>
            </a:extLst>
          </p:cNvPr>
          <p:cNvSpPr>
            <a:spLocks noGrp="1"/>
          </p:cNvSpPr>
          <p:nvPr>
            <p:ph idx="1"/>
          </p:nvPr>
        </p:nvSpPr>
        <p:spPr>
          <a:xfrm>
            <a:off x="304800" y="1905000"/>
            <a:ext cx="8534400" cy="2685351"/>
          </a:xfrm>
        </p:spPr>
        <p:txBody>
          <a:bodyPr/>
          <a:lstStyle/>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readFloat</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4 input bytes and returns a </a:t>
            </a:r>
            <a:r>
              <a:rPr lang="en-IN" sz="2000" dirty="0">
                <a:latin typeface="Rockwell" panose="02060603020205020403" pitchFamily="18" charset="0"/>
                <a:ea typeface="Times New Roman" panose="02020603050405020304" pitchFamily="18" charset="0"/>
                <a:cs typeface="Courier New" panose="02070309020205020404" pitchFamily="49" charset="0"/>
              </a:rPr>
              <a:t>float </a:t>
            </a:r>
            <a:r>
              <a:rPr lang="en-IN" sz="20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readInt</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4 input bytes and returns an </a:t>
            </a:r>
            <a:r>
              <a:rPr lang="en-IN" sz="2000" dirty="0">
                <a:latin typeface="Rockwell" panose="02060603020205020403" pitchFamily="18" charset="0"/>
                <a:ea typeface="Times New Roman" panose="02020603050405020304" pitchFamily="18" charset="0"/>
                <a:cs typeface="Courier New" panose="02070309020205020404" pitchFamily="49" charset="0"/>
              </a:rPr>
              <a:t>int</a:t>
            </a:r>
            <a:r>
              <a:rPr lang="en-IN" sz="2000" dirty="0">
                <a:latin typeface="Rockwell" panose="02060603020205020403" pitchFamily="18" charset="0"/>
                <a:ea typeface="Times New Roman" panose="02020603050405020304" pitchFamily="18" charset="0"/>
                <a:cs typeface="Times New Roman" panose="02020603050405020304" pitchFamily="18" charset="0"/>
              </a:rPr>
              <a:t> 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readLong</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8 input bytes and returns a </a:t>
            </a:r>
            <a:r>
              <a:rPr lang="en-IN" sz="2000" dirty="0">
                <a:latin typeface="Rockwell" panose="02060603020205020403" pitchFamily="18" charset="0"/>
                <a:ea typeface="Times New Roman" panose="02020603050405020304" pitchFamily="18" charset="0"/>
                <a:cs typeface="Courier New" panose="02070309020205020404" pitchFamily="49" charset="0"/>
              </a:rPr>
              <a:t>long </a:t>
            </a:r>
            <a:r>
              <a:rPr lang="en-IN" sz="20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243000">
              <a:lnSpc>
                <a:spcPct val="150000"/>
              </a:lnSpc>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readShort</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dirty="0">
                <a:latin typeface="Rockwell" panose="02060603020205020403" pitchFamily="18" charset="0"/>
                <a:ea typeface="Times New Roman" panose="02020603050405020304" pitchFamily="18" charset="0"/>
                <a:cs typeface="Times New Roman" panose="02020603050405020304" pitchFamily="18" charset="0"/>
              </a:rPr>
              <a:t>: Reads 2 input bytes and returns a </a:t>
            </a:r>
            <a:r>
              <a:rPr lang="en-IN" sz="2000" dirty="0">
                <a:latin typeface="Rockwell" panose="02060603020205020403" pitchFamily="18" charset="0"/>
                <a:ea typeface="Times New Roman" panose="02020603050405020304" pitchFamily="18" charset="0"/>
                <a:cs typeface="Courier New" panose="02070309020205020404" pitchFamily="49" charset="0"/>
              </a:rPr>
              <a:t>short </a:t>
            </a:r>
            <a:r>
              <a:rPr lang="en-IN" sz="2000" dirty="0">
                <a:latin typeface="Rockwell" panose="02060603020205020403" pitchFamily="18" charset="0"/>
                <a:ea typeface="Times New Roman" panose="02020603050405020304" pitchFamily="18" charset="0"/>
                <a:cs typeface="Times New Roman" panose="02020603050405020304" pitchFamily="18" charset="0"/>
              </a:rPr>
              <a:t>value.</a:t>
            </a:r>
            <a:endParaRPr lang="en-IN" sz="2000" dirty="0">
              <a:latin typeface="Calibri" panose="020F0502020204030204" pitchFamily="34" charset="0"/>
              <a:ea typeface="Calibri" panose="020F0502020204030204" pitchFamily="34" charset="0"/>
              <a:cs typeface="Times New Roman" panose="02020603050405020304" pitchFamily="18" charset="0"/>
            </a:endParaRPr>
          </a:p>
          <a:p>
            <a:pPr marL="0">
              <a:spcBef>
                <a:spcPts val="281"/>
              </a:spcBef>
              <a:spcAft>
                <a:spcPts val="281"/>
              </a:spcAft>
              <a:defRPr/>
            </a:pPr>
            <a:r>
              <a:rPr lang="en-IN" sz="2000" dirty="0">
                <a:latin typeface="Rockwell" panose="02060603020205020403" pitchFamily="18" charset="0"/>
                <a:ea typeface="Times New Roman" panose="02020603050405020304" pitchFamily="18" charset="0"/>
                <a:cs typeface="Times New Roman" panose="02020603050405020304"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02E33CBF-B40C-42A7-99FA-6EF711ACAAE9}"/>
              </a:ext>
            </a:extLst>
          </p:cNvPr>
          <p:cNvSpPr>
            <a:spLocks noGrp="1"/>
          </p:cNvSpPr>
          <p:nvPr>
            <p:ph sz="quarter" idx="10"/>
          </p:nvPr>
        </p:nvSpPr>
        <p:spPr/>
        <p:txBody>
          <a:bodyPr rtlCol="0"/>
          <a:lstStyle/>
          <a:p>
            <a:pPr>
              <a:lnSpc>
                <a:spcPct val="107000"/>
              </a:lnSpc>
              <a:spcAft>
                <a:spcPts val="1463"/>
              </a:spcAft>
              <a:defRPr/>
            </a:pPr>
            <a:r>
              <a:rPr lang="en-IN" sz="2800" b="0" dirty="0">
                <a:latin typeface="Rockwell" panose="02060603020205020403" pitchFamily="18" charset="0"/>
                <a:ea typeface="Times New Roman" panose="02020603050405020304" pitchFamily="18" charset="0"/>
              </a:rPr>
              <a:t>DATA INPUT STREAM</a:t>
            </a:r>
            <a:endParaRPr lang="en-IN" sz="2800" b="0" dirty="0">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21742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id="{AA0A75AA-78D1-481B-A0F1-2F0266E896F9}"/>
              </a:ext>
            </a:extLst>
          </p:cNvPr>
          <p:cNvSpPr>
            <a:spLocks noGrp="1"/>
          </p:cNvSpPr>
          <p:nvPr>
            <p:ph idx="1"/>
          </p:nvPr>
        </p:nvSpPr>
        <p:spPr>
          <a:xfrm>
            <a:off x="304800" y="1297858"/>
            <a:ext cx="8534400" cy="5101397"/>
          </a:xfrm>
        </p:spPr>
        <p:txBody>
          <a:bodyPr/>
          <a:lstStyle/>
          <a:p>
            <a:pPr marL="0">
              <a:spcBef>
                <a:spcPts val="281"/>
              </a:spcBef>
              <a:spcAft>
                <a:spcPts val="281"/>
              </a:spcAft>
              <a:defRPr/>
            </a:pPr>
            <a:r>
              <a:rPr lang="en-IN" sz="2000" dirty="0">
                <a:latin typeface="Rockwell" panose="02060603020205020403" pitchFamily="18" charset="0"/>
                <a:ea typeface="Times New Roman" panose="02020603050405020304" pitchFamily="18" charset="0"/>
                <a:cs typeface="Times New Roman" panose="02020603050405020304" pitchFamily="18" charset="0"/>
              </a:rPr>
              <a:t> </a:t>
            </a:r>
            <a:r>
              <a:rPr lang="en-IN" sz="2000" b="1" dirty="0" err="1">
                <a:latin typeface="Rockwell" panose="02060603020205020403" pitchFamily="18" charset="0"/>
                <a:ea typeface="Times New Roman" panose="02020603050405020304" pitchFamily="18" charset="0"/>
                <a:cs typeface="Courier New" panose="02070309020205020404" pitchFamily="49" charset="0"/>
              </a:rPr>
              <a:t>DataOutputStream</a:t>
            </a:r>
            <a:r>
              <a:rPr lang="en-IN" sz="2000" dirty="0">
                <a:latin typeface="Rockwell" panose="02060603020205020403" pitchFamily="18" charset="0"/>
                <a:ea typeface="Times New Roman" panose="02020603050405020304" pitchFamily="18" charset="0"/>
                <a:cs typeface="Courier New" panose="02070309020205020404" pitchFamily="49" charset="0"/>
              </a:rPr>
              <a:t> </a:t>
            </a:r>
            <a:r>
              <a:rPr lang="en-IN" sz="2000" dirty="0">
                <a:latin typeface="Rockwell" panose="02060603020205020403" pitchFamily="18" charset="0"/>
                <a:ea typeface="Times New Roman" panose="02020603050405020304" pitchFamily="18" charset="0"/>
                <a:cs typeface="Times New Roman" panose="02020603050405020304" pitchFamily="18" charset="0"/>
              </a:rPr>
              <a:t>class is descended from the </a:t>
            </a:r>
            <a:r>
              <a:rPr lang="en-IN" sz="2000" dirty="0" err="1">
                <a:latin typeface="Rockwell" panose="02060603020205020403" pitchFamily="18" charset="0"/>
                <a:ea typeface="Times New Roman" panose="02020603050405020304" pitchFamily="18" charset="0"/>
                <a:cs typeface="Courier New" panose="02070309020205020404" pitchFamily="49" charset="0"/>
              </a:rPr>
              <a:t>OutputStream</a:t>
            </a:r>
            <a:r>
              <a:rPr lang="en-IN" sz="2000" dirty="0">
                <a:latin typeface="Rockwell" panose="02060603020205020403" pitchFamily="18" charset="0"/>
                <a:ea typeface="Times New Roman" panose="02020603050405020304" pitchFamily="18" charset="0"/>
                <a:cs typeface="Courier New" panose="02070309020205020404" pitchFamily="49" charset="0"/>
              </a:rPr>
              <a:t> </a:t>
            </a:r>
            <a:r>
              <a:rPr lang="en-IN" sz="2000" dirty="0">
                <a:latin typeface="Rockwell" panose="02060603020205020403" pitchFamily="18" charset="0"/>
                <a:ea typeface="Times New Roman" panose="02020603050405020304" pitchFamily="18" charset="0"/>
                <a:cs typeface="Times New Roman" panose="02020603050405020304" pitchFamily="18" charset="0"/>
              </a:rPr>
              <a:t>class so it inherits all </a:t>
            </a:r>
            <a:r>
              <a:rPr lang="en-IN" sz="2000" dirty="0" err="1">
                <a:latin typeface="Rockwell" panose="02060603020205020403" pitchFamily="18" charset="0"/>
                <a:ea typeface="Times New Roman" panose="02020603050405020304" pitchFamily="18" charset="0"/>
                <a:cs typeface="Times New Roman" panose="02020603050405020304" pitchFamily="18" charset="0"/>
              </a:rPr>
              <a:t>behaviors</a:t>
            </a:r>
            <a:r>
              <a:rPr lang="en-IN" sz="2000" dirty="0">
                <a:latin typeface="Rockwell" panose="02060603020205020403" pitchFamily="18" charset="0"/>
                <a:ea typeface="Times New Roman" panose="02020603050405020304" pitchFamily="18" charset="0"/>
                <a:cs typeface="Times New Roman" panose="02020603050405020304" pitchFamily="18" charset="0"/>
              </a:rPr>
              <a:t> of a byte output stream. In addition, it implements the </a:t>
            </a:r>
            <a:r>
              <a:rPr lang="en-IN" sz="2000" dirty="0" err="1">
                <a:latin typeface="Rockwell" panose="02060603020205020403" pitchFamily="18" charset="0"/>
                <a:ea typeface="Times New Roman" panose="02020603050405020304" pitchFamily="18" charset="0"/>
                <a:cs typeface="Courier New" panose="02070309020205020404" pitchFamily="49" charset="0"/>
              </a:rPr>
              <a:t>DataOutput</a:t>
            </a:r>
            <a:r>
              <a:rPr lang="en-IN" sz="2000" dirty="0">
                <a:latin typeface="Rockwell" panose="02060603020205020403" pitchFamily="18" charset="0"/>
                <a:ea typeface="Times New Roman" panose="02020603050405020304" pitchFamily="18" charset="0"/>
                <a:cs typeface="Times New Roman" panose="02020603050405020304" pitchFamily="18" charset="0"/>
              </a:rPr>
              <a:t> interface which defines the following write operations for primitive types and Strings:</a:t>
            </a:r>
            <a:endParaRPr lang="en-IN" sz="2000" dirty="0">
              <a:latin typeface="Rockwell" panose="02060603020205020403" pitchFamily="18" charset="0"/>
              <a:ea typeface="Calibri" panose="020F0502020204030204" pitchFamily="34" charset="0"/>
              <a:cs typeface="Times New Roman" panose="02020603050405020304" pitchFamily="18" charset="0"/>
            </a:endParaRPr>
          </a:p>
          <a:p>
            <a:pPr marL="243000">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writeBoolean</a:t>
            </a:r>
            <a:r>
              <a:rPr lang="en-IN" sz="2000" b="1" dirty="0">
                <a:latin typeface="Rockwell" panose="02060603020205020403" pitchFamily="18" charset="0"/>
                <a:ea typeface="Times New Roman" panose="02020603050405020304" pitchFamily="18" charset="0"/>
                <a:cs typeface="Courier New" panose="02070309020205020404" pitchFamily="49" charset="0"/>
              </a:rPr>
              <a:t>(</a:t>
            </a:r>
            <a:r>
              <a:rPr lang="en-IN" sz="2000" b="1" dirty="0" err="1">
                <a:latin typeface="Rockwell" panose="02060603020205020403" pitchFamily="18" charset="0"/>
                <a:ea typeface="Times New Roman" panose="02020603050405020304" pitchFamily="18" charset="0"/>
                <a:cs typeface="Courier New" panose="02070309020205020404" pitchFamily="49" charset="0"/>
              </a:rPr>
              <a:t>boolean</a:t>
            </a:r>
            <a:r>
              <a:rPr lang="en-IN" sz="2000" b="1" dirty="0">
                <a:latin typeface="Rockwell" panose="02060603020205020403" pitchFamily="18" charset="0"/>
                <a:ea typeface="Times New Roman" panose="02020603050405020304" pitchFamily="18" charset="0"/>
                <a:cs typeface="Courier New" panose="02070309020205020404" pitchFamily="49" charset="0"/>
              </a:rPr>
              <a:t> v)</a:t>
            </a:r>
            <a:r>
              <a:rPr lang="en-IN" sz="2000" dirty="0">
                <a:latin typeface="Rockwell" panose="02060603020205020403" pitchFamily="18" charset="0"/>
                <a:ea typeface="Times New Roman" panose="02020603050405020304" pitchFamily="18" charset="0"/>
                <a:cs typeface="Times New Roman" panose="02020603050405020304" pitchFamily="18" charset="0"/>
              </a:rPr>
              <a:t>: Writes a </a:t>
            </a:r>
            <a:r>
              <a:rPr lang="en-IN" sz="2000" dirty="0" err="1">
                <a:latin typeface="Rockwell" panose="02060603020205020403" pitchFamily="18" charset="0"/>
                <a:ea typeface="Times New Roman" panose="02020603050405020304" pitchFamily="18" charset="0"/>
                <a:cs typeface="Courier New" panose="02070309020205020404" pitchFamily="49" charset="0"/>
              </a:rPr>
              <a:t>boolean</a:t>
            </a:r>
            <a:r>
              <a:rPr lang="en-IN" sz="2000" dirty="0">
                <a:latin typeface="Rockwell" panose="02060603020205020403" pitchFamily="18" charset="0"/>
                <a:ea typeface="Times New Roman" panose="02020603050405020304" pitchFamily="18" charset="0"/>
                <a:cs typeface="Courier New" panose="02070309020205020404" pitchFamily="49" charset="0"/>
              </a:rPr>
              <a:t> </a:t>
            </a:r>
            <a:r>
              <a:rPr lang="en-IN" sz="2000" dirty="0">
                <a:latin typeface="Rockwell" panose="02060603020205020403" pitchFamily="18" charset="0"/>
                <a:ea typeface="Times New Roman" panose="02020603050405020304" pitchFamily="18" charset="0"/>
                <a:cs typeface="Times New Roman" panose="02020603050405020304" pitchFamily="18" charset="0"/>
              </a:rPr>
              <a:t>to the underlying output stream as a 1-byte value.</a:t>
            </a:r>
            <a:endParaRPr lang="en-IN" sz="2000" dirty="0">
              <a:latin typeface="Rockwell" panose="02060603020205020403" pitchFamily="18" charset="0"/>
              <a:ea typeface="Calibri" panose="020F0502020204030204" pitchFamily="34" charset="0"/>
              <a:cs typeface="Times New Roman" panose="02020603050405020304" pitchFamily="18" charset="0"/>
            </a:endParaRPr>
          </a:p>
          <a:p>
            <a:pPr marL="243000">
              <a:spcAft>
                <a:spcPts val="600"/>
              </a:spcAft>
              <a:defRPr/>
            </a:pPr>
            <a:r>
              <a:rPr lang="en-IN" sz="2000" b="1" dirty="0" err="1">
                <a:latin typeface="Rockwell" panose="02060603020205020403" pitchFamily="18" charset="0"/>
                <a:ea typeface="Times New Roman" panose="02020603050405020304" pitchFamily="18" charset="0"/>
                <a:cs typeface="Courier New" panose="02070309020205020404" pitchFamily="49" charset="0"/>
              </a:rPr>
              <a:t>writeByte</a:t>
            </a:r>
            <a:r>
              <a:rPr lang="en-IN" sz="2000" b="1" dirty="0">
                <a:latin typeface="Rockwell" panose="02060603020205020403" pitchFamily="18" charset="0"/>
                <a:ea typeface="Times New Roman" panose="02020603050405020304" pitchFamily="18" charset="0"/>
                <a:cs typeface="Courier New" panose="02070309020205020404" pitchFamily="49" charset="0"/>
              </a:rPr>
              <a:t>(int v)</a:t>
            </a:r>
            <a:r>
              <a:rPr lang="en-IN" sz="2000" dirty="0">
                <a:latin typeface="Rockwell" panose="02060603020205020403" pitchFamily="18" charset="0"/>
                <a:ea typeface="Times New Roman" panose="02020603050405020304" pitchFamily="18" charset="0"/>
                <a:cs typeface="Times New Roman" panose="02020603050405020304" pitchFamily="18" charset="0"/>
              </a:rPr>
              <a:t>: Writes out a byte to the underlying output stream as a 1-byte value.</a:t>
            </a:r>
          </a:p>
          <a:p>
            <a:pPr marL="269081" fontAlgn="base">
              <a:spcAft>
                <a:spcPts val="60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writeInt</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(int v)</a:t>
            </a:r>
            <a:r>
              <a:rPr lang="en-IN" altLang="en-US" sz="2000" dirty="0">
                <a:latin typeface="Rockwell" panose="02060603020205020403" pitchFamily="18" charset="0"/>
                <a:ea typeface="Times New Roman" panose="02020603050405020304" pitchFamily="18" charset="0"/>
                <a:cs typeface="Courier New" panose="02070309020205020404" pitchFamily="49" charset="0"/>
              </a:rPr>
              <a:t>: Writes an int to the underlying output stream as four bytes, high byte first.</a:t>
            </a:r>
            <a:endParaRPr lang="en-IN" altLang="en-US" sz="2000" dirty="0">
              <a:latin typeface="Calibri" panose="020F0502020204030204" pitchFamily="34" charset="0"/>
              <a:ea typeface="Times New Roman" panose="02020603050405020304" pitchFamily="18" charset="0"/>
              <a:cs typeface="Calibri" panose="020F0502020204030204" pitchFamily="34" charset="0"/>
            </a:endParaRPr>
          </a:p>
          <a:p>
            <a:pPr marL="269081" fontAlgn="base">
              <a:spcAft>
                <a:spcPts val="60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writeLong</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(long v)</a:t>
            </a:r>
            <a:r>
              <a:rPr lang="en-IN" altLang="en-US" sz="2000" dirty="0">
                <a:latin typeface="Rockwell" panose="02060603020205020403" pitchFamily="18" charset="0"/>
                <a:cs typeface="Times New Roman" panose="02020603050405020304" pitchFamily="18" charset="0"/>
              </a:rPr>
              <a:t>: Writes a long to the underlying output stream as eight bytes, high byte first.</a:t>
            </a:r>
            <a:endParaRPr lang="en-IN" altLang="en-US" sz="2000" dirty="0">
              <a:latin typeface="Calibri" panose="020F0502020204030204" pitchFamily="34" charset="0"/>
              <a:cs typeface="Calibri" panose="020F0502020204030204" pitchFamily="34" charset="0"/>
            </a:endParaRPr>
          </a:p>
          <a:p>
            <a:pPr marL="269081" fontAlgn="base">
              <a:spcAft>
                <a:spcPts val="600"/>
              </a:spcAft>
            </a:pPr>
            <a:r>
              <a:rPr lang="en-IN" altLang="en-US" sz="2000" b="1" dirty="0" err="1">
                <a:latin typeface="Rockwell" panose="02060603020205020403" pitchFamily="18" charset="0"/>
                <a:cs typeface="Times New Roman" panose="02020603050405020304" pitchFamily="18" charset="0"/>
              </a:rPr>
              <a:t>writeShort</a:t>
            </a:r>
            <a:r>
              <a:rPr lang="en-IN" altLang="en-US" sz="2000" b="1" dirty="0">
                <a:latin typeface="Rockwell" panose="02060603020205020403" pitchFamily="18" charset="0"/>
                <a:cs typeface="Times New Roman" panose="02020603050405020304" pitchFamily="18" charset="0"/>
              </a:rPr>
              <a:t>(int v)</a:t>
            </a:r>
            <a:r>
              <a:rPr lang="en-IN" altLang="en-US" sz="2000" dirty="0">
                <a:latin typeface="Rockwell" panose="02060603020205020403" pitchFamily="18" charset="0"/>
                <a:cs typeface="Times New Roman" panose="02020603050405020304" pitchFamily="18" charset="0"/>
              </a:rPr>
              <a:t>: Writes a short to the underlying </a:t>
            </a:r>
            <a:r>
              <a:rPr lang="en-IN" altLang="en-US" sz="2000" dirty="0" err="1">
                <a:latin typeface="Rockwell" panose="02060603020205020403" pitchFamily="18" charset="0"/>
                <a:cs typeface="Times New Roman" panose="02020603050405020304" pitchFamily="18" charset="0"/>
              </a:rPr>
              <a:t>outputstream</a:t>
            </a:r>
            <a:r>
              <a:rPr lang="en-IN" altLang="en-US" sz="2000" dirty="0">
                <a:latin typeface="Rockwell" panose="02060603020205020403" pitchFamily="18" charset="0"/>
                <a:cs typeface="Times New Roman" panose="02020603050405020304" pitchFamily="18" charset="0"/>
              </a:rPr>
              <a:t> as two bytes, high byte first.</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02E33CBF-B40C-42A7-99FA-6EF711ACAAE9}"/>
              </a:ext>
            </a:extLst>
          </p:cNvPr>
          <p:cNvSpPr>
            <a:spLocks noGrp="1"/>
          </p:cNvSpPr>
          <p:nvPr>
            <p:ph sz="quarter" idx="10"/>
          </p:nvPr>
        </p:nvSpPr>
        <p:spPr/>
        <p:txBody>
          <a:bodyPr rtlCol="0"/>
          <a:lstStyle/>
          <a:p>
            <a:pPr>
              <a:lnSpc>
                <a:spcPct val="107000"/>
              </a:lnSpc>
              <a:spcAft>
                <a:spcPts val="1463"/>
              </a:spcAft>
              <a:defRPr/>
            </a:pPr>
            <a:r>
              <a:rPr lang="en-IN" sz="2800" b="0" dirty="0">
                <a:latin typeface="Rockwell" panose="02060603020205020403" pitchFamily="18" charset="0"/>
                <a:ea typeface="Times New Roman" panose="02020603050405020304" pitchFamily="18" charset="0"/>
              </a:rPr>
              <a:t>DATA OUTPUT STREAM</a:t>
            </a:r>
            <a:endParaRPr lang="en-IN" sz="2800" b="0" dirty="0">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0707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a:extLst>
              <a:ext uri="{FF2B5EF4-FFF2-40B4-BE49-F238E27FC236}">
                <a16:creationId xmlns:a16="http://schemas.microsoft.com/office/drawing/2014/main" id="{5A3A4715-93C9-4052-8548-C0E4544CDDFF}"/>
              </a:ext>
            </a:extLst>
          </p:cNvPr>
          <p:cNvSpPr>
            <a:spLocks noGrp="1"/>
          </p:cNvSpPr>
          <p:nvPr>
            <p:ph idx="1"/>
          </p:nvPr>
        </p:nvSpPr>
        <p:spPr>
          <a:xfrm>
            <a:off x="609600" y="1295400"/>
            <a:ext cx="7924800" cy="5444567"/>
          </a:xfrm>
        </p:spPr>
        <p:txBody>
          <a:bodyPr/>
          <a:lstStyle/>
          <a:p>
            <a:pPr marL="0" indent="0" fontAlgn="base">
              <a:spcAft>
                <a:spcPct val="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writeBytes</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(String s)</a:t>
            </a:r>
            <a:r>
              <a:rPr lang="en-IN" altLang="en-US" sz="2000" dirty="0">
                <a:latin typeface="Rockwell" panose="02060603020205020403" pitchFamily="18" charset="0"/>
                <a:ea typeface="Times New Roman" panose="02020603050405020304" pitchFamily="18" charset="0"/>
                <a:cs typeface="Courier New" panose="02070309020205020404" pitchFamily="49" charset="0"/>
              </a:rPr>
              <a:t>: Writes out the string to the underlying output stream as a sequence of bytes.</a:t>
            </a:r>
          </a:p>
          <a:p>
            <a:pPr marL="0" indent="0" fontAlgn="base">
              <a:spcAft>
                <a:spcPts val="600"/>
              </a:spcAft>
            </a:pPr>
            <a:r>
              <a:rPr lang="en-IN" altLang="en-US" sz="2000" b="1" dirty="0" err="1">
                <a:latin typeface="Rockwell" panose="02060603020205020403" pitchFamily="18" charset="0"/>
                <a:ea typeface="Times New Roman" panose="02020603050405020304" pitchFamily="18" charset="0"/>
                <a:cs typeface="Courier New" panose="02070309020205020404" pitchFamily="49" charset="0"/>
              </a:rPr>
              <a:t>writeChar</a:t>
            </a:r>
            <a:r>
              <a:rPr lang="en-IN" altLang="en-US" sz="2000" b="1" dirty="0">
                <a:latin typeface="Rockwell" panose="02060603020205020403" pitchFamily="18" charset="0"/>
                <a:ea typeface="Times New Roman" panose="02020603050405020304" pitchFamily="18" charset="0"/>
                <a:cs typeface="Courier New" panose="02070309020205020404" pitchFamily="49" charset="0"/>
              </a:rPr>
              <a:t>(int v)</a:t>
            </a:r>
            <a:r>
              <a:rPr lang="en-IN" altLang="en-US" sz="2000" dirty="0">
                <a:latin typeface="Rockwell" panose="02060603020205020403" pitchFamily="18" charset="0"/>
                <a:ea typeface="Times New Roman" panose="02020603050405020304" pitchFamily="18" charset="0"/>
                <a:cs typeface="Courier New" panose="02070309020205020404" pitchFamily="49" charset="0"/>
              </a:rPr>
              <a:t>: Writes a </a:t>
            </a:r>
            <a:r>
              <a:rPr lang="en-IN" altLang="en-US" sz="2000" dirty="0">
                <a:latin typeface="Rockwell" panose="02060603020205020403" pitchFamily="18" charset="0"/>
                <a:ea typeface="Calibri" panose="020F0502020204030204" pitchFamily="34" charset="0"/>
                <a:cs typeface="Times New Roman" panose="02020603050405020304" pitchFamily="18" charset="0"/>
              </a:rPr>
              <a:t>char </a:t>
            </a:r>
            <a:r>
              <a:rPr lang="en-IN" altLang="en-US" sz="2000" dirty="0">
                <a:latin typeface="Rockwell" panose="02060603020205020403" pitchFamily="18" charset="0"/>
                <a:cs typeface="Times New Roman" panose="02020603050405020304" pitchFamily="18" charset="0"/>
              </a:rPr>
              <a:t>to the underlying output stream as a 2-byte value, high byte first.</a:t>
            </a:r>
            <a:endParaRPr lang="en-IN" altLang="en-US" sz="2000" dirty="0">
              <a:latin typeface="Calibri" panose="020F0502020204030204" pitchFamily="34" charset="0"/>
              <a:cs typeface="Calibri" panose="020F0502020204030204" pitchFamily="34" charset="0"/>
            </a:endParaRPr>
          </a:p>
          <a:p>
            <a:pPr marL="0" indent="0" fontAlgn="base">
              <a:spcAft>
                <a:spcPts val="600"/>
              </a:spcAft>
            </a:pPr>
            <a:r>
              <a:rPr lang="en-IN" altLang="en-US" sz="2000" b="1" dirty="0" err="1">
                <a:latin typeface="Rockwell" panose="02060603020205020403" pitchFamily="18" charset="0"/>
                <a:cs typeface="Times New Roman" panose="02020603050405020304" pitchFamily="18" charset="0"/>
              </a:rPr>
              <a:t>writeChars</a:t>
            </a:r>
            <a:r>
              <a:rPr lang="en-IN" altLang="en-US" sz="2000" b="1" dirty="0">
                <a:latin typeface="Rockwell" panose="02060603020205020403" pitchFamily="18" charset="0"/>
                <a:cs typeface="Times New Roman" panose="02020603050405020304" pitchFamily="18" charset="0"/>
              </a:rPr>
              <a:t>(String s)</a:t>
            </a:r>
            <a:r>
              <a:rPr lang="en-IN" altLang="en-US" sz="2000" dirty="0">
                <a:latin typeface="Rockwell" panose="02060603020205020403" pitchFamily="18" charset="0"/>
                <a:cs typeface="Times New Roman" panose="02020603050405020304" pitchFamily="18" charset="0"/>
              </a:rPr>
              <a:t>: Writes a string to the underlying output stream as a sequence of characters.</a:t>
            </a:r>
            <a:endParaRPr lang="en-IN" altLang="en-US" sz="2000" dirty="0">
              <a:latin typeface="Calibri" panose="020F0502020204030204" pitchFamily="34" charset="0"/>
              <a:cs typeface="Calibri" panose="020F0502020204030204" pitchFamily="34" charset="0"/>
            </a:endParaRPr>
          </a:p>
          <a:p>
            <a:pPr marL="0" indent="0" fontAlgn="base">
              <a:spcAft>
                <a:spcPts val="600"/>
              </a:spcAft>
            </a:pPr>
            <a:r>
              <a:rPr lang="en-IN" altLang="en-US" sz="2000" b="1" dirty="0" err="1">
                <a:latin typeface="Rockwell" panose="02060603020205020403" pitchFamily="18" charset="0"/>
                <a:cs typeface="Times New Roman" panose="02020603050405020304" pitchFamily="18" charset="0"/>
              </a:rPr>
              <a:t>writeDouble</a:t>
            </a:r>
            <a:r>
              <a:rPr lang="en-IN" altLang="en-US" sz="2000" b="1" dirty="0">
                <a:latin typeface="Rockwell" panose="02060603020205020403" pitchFamily="18" charset="0"/>
                <a:cs typeface="Times New Roman" panose="02020603050405020304" pitchFamily="18" charset="0"/>
              </a:rPr>
              <a:t>(double v)</a:t>
            </a:r>
            <a:r>
              <a:rPr lang="en-IN" altLang="en-US" sz="2000" dirty="0">
                <a:latin typeface="Rockwell" panose="02060603020205020403" pitchFamily="18" charset="0"/>
                <a:cs typeface="Times New Roman" panose="02020603050405020304" pitchFamily="18" charset="0"/>
              </a:rPr>
              <a:t>: Converts the double argument to a long using the </a:t>
            </a:r>
            <a:r>
              <a:rPr lang="en-IN" altLang="en-US" sz="2000" dirty="0" err="1">
                <a:latin typeface="Rockwell" panose="02060603020205020403" pitchFamily="18" charset="0"/>
                <a:cs typeface="Times New Roman" panose="02020603050405020304" pitchFamily="18" charset="0"/>
              </a:rPr>
              <a:t>doubleToLongBits</a:t>
            </a:r>
            <a:r>
              <a:rPr lang="en-IN" altLang="en-US" sz="2000" dirty="0">
                <a:latin typeface="Rockwell" panose="02060603020205020403" pitchFamily="18" charset="0"/>
                <a:cs typeface="Times New Roman" panose="02020603050405020304" pitchFamily="18" charset="0"/>
              </a:rPr>
              <a:t> method in class Double,</a:t>
            </a:r>
          </a:p>
          <a:p>
            <a:pPr marL="0" indent="0" fontAlgn="base">
              <a:spcAft>
                <a:spcPts val="600"/>
              </a:spcAft>
            </a:pPr>
            <a:r>
              <a:rPr lang="en-IN" altLang="en-US" sz="2000" dirty="0">
                <a:latin typeface="Rockwell" panose="02060603020205020403" pitchFamily="18" charset="0"/>
                <a:cs typeface="Times New Roman" panose="02020603050405020304" pitchFamily="18" charset="0"/>
              </a:rPr>
              <a:t> and then writes that long value to the underlying output stream as an 8-byte quantity, high byte first.</a:t>
            </a:r>
            <a:endParaRPr lang="en-IN" altLang="en-US" sz="2000" dirty="0">
              <a:latin typeface="Calibri" panose="020F0502020204030204" pitchFamily="34" charset="0"/>
              <a:cs typeface="Calibri" panose="020F0502020204030204" pitchFamily="34" charset="0"/>
            </a:endParaRPr>
          </a:p>
          <a:p>
            <a:pPr marL="0" indent="0" fontAlgn="base">
              <a:spcAft>
                <a:spcPts val="600"/>
              </a:spcAft>
            </a:pPr>
            <a:r>
              <a:rPr lang="en-IN" altLang="en-US" sz="2000" b="1" dirty="0" err="1">
                <a:latin typeface="Rockwell" panose="02060603020205020403" pitchFamily="18" charset="0"/>
                <a:cs typeface="Times New Roman" panose="02020603050405020304" pitchFamily="18" charset="0"/>
              </a:rPr>
              <a:t>writeFloat</a:t>
            </a:r>
            <a:r>
              <a:rPr lang="en-IN" altLang="en-US" sz="2000" b="1" dirty="0">
                <a:latin typeface="Rockwell" panose="02060603020205020403" pitchFamily="18" charset="0"/>
                <a:cs typeface="Times New Roman" panose="02020603050405020304" pitchFamily="18" charset="0"/>
              </a:rPr>
              <a:t>(float v)</a:t>
            </a:r>
            <a:r>
              <a:rPr lang="en-IN" altLang="en-US" sz="2000" dirty="0">
                <a:latin typeface="Rockwell" panose="02060603020205020403" pitchFamily="18" charset="0"/>
                <a:cs typeface="Times New Roman" panose="02020603050405020304" pitchFamily="18" charset="0"/>
              </a:rPr>
              <a:t>: Converts the float argument to an int using the </a:t>
            </a:r>
            <a:r>
              <a:rPr lang="en-IN" altLang="en-US" sz="2000" dirty="0" err="1">
                <a:latin typeface="Rockwell" panose="02060603020205020403" pitchFamily="18" charset="0"/>
                <a:cs typeface="Times New Roman" panose="02020603050405020304" pitchFamily="18" charset="0"/>
              </a:rPr>
              <a:t>floatToIntBits</a:t>
            </a:r>
            <a:r>
              <a:rPr lang="en-IN" altLang="en-US" sz="2000" dirty="0">
                <a:latin typeface="Rockwell" panose="02060603020205020403" pitchFamily="18" charset="0"/>
                <a:cs typeface="Times New Roman" panose="02020603050405020304" pitchFamily="18" charset="0"/>
              </a:rPr>
              <a:t> method in class Float, and then writes that int value to the underlying output stream as a 4-byte quantity, high byte first.</a:t>
            </a:r>
            <a:endParaRPr lang="en-IN" altLang="en-US" sz="2000" dirty="0">
              <a:latin typeface="Calibri" panose="020F0502020204030204" pitchFamily="34" charset="0"/>
              <a:cs typeface="Calibri" panose="020F0502020204030204" pitchFamily="34" charset="0"/>
            </a:endParaRPr>
          </a:p>
          <a:p>
            <a:pPr marL="0" indent="0"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64E3A005-77BC-4B73-AD7D-53CD9BB4DB21}"/>
              </a:ext>
            </a:extLst>
          </p:cNvPr>
          <p:cNvSpPr>
            <a:spLocks noGrp="1"/>
          </p:cNvSpPr>
          <p:nvPr>
            <p:ph sz="quarter" idx="10"/>
          </p:nvPr>
        </p:nvSpPr>
        <p:spPr/>
        <p:txBody>
          <a:bodyPr rtlCol="0"/>
          <a:lstStyle/>
          <a:p>
            <a:pPr>
              <a:lnSpc>
                <a:spcPct val="107000"/>
              </a:lnSpc>
              <a:spcAft>
                <a:spcPts val="1463"/>
              </a:spcAft>
              <a:defRPr/>
            </a:pPr>
            <a:r>
              <a:rPr lang="en-IN" sz="2400" b="0" dirty="0">
                <a:latin typeface="Rockwell" panose="02060603020205020403" pitchFamily="18" charset="0"/>
                <a:ea typeface="Times New Roman" panose="02020603050405020304" pitchFamily="18" charset="0"/>
              </a:rPr>
              <a:t>DATA OUTPUT STREAM</a:t>
            </a:r>
            <a:endParaRPr lang="en-IN" sz="2400" b="0" dirty="0">
              <a:latin typeface="Rockwell" panose="020606030202050204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00536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2">
            <a:extLst>
              <a:ext uri="{FF2B5EF4-FFF2-40B4-BE49-F238E27FC236}">
                <a16:creationId xmlns:a16="http://schemas.microsoft.com/office/drawing/2014/main" id="{B7066A6E-2027-4757-B8FF-4ED74F5B4DEF}"/>
              </a:ext>
            </a:extLst>
          </p:cNvPr>
          <p:cNvSpPr>
            <a:spLocks noGrp="1"/>
          </p:cNvSpPr>
          <p:nvPr>
            <p:ph idx="1"/>
          </p:nvPr>
        </p:nvSpPr>
        <p:spPr>
          <a:xfrm>
            <a:off x="381000" y="1600200"/>
            <a:ext cx="6172200" cy="5673989"/>
          </a:xfrm>
        </p:spPr>
        <p:txBody>
          <a:bodyPr/>
          <a:lstStyle/>
          <a:p>
            <a:pPr marL="269081" fontAlgn="base">
              <a:spcAft>
                <a:spcPct val="0"/>
              </a:spcAft>
            </a:pPr>
            <a:r>
              <a:rPr lang="en-US" altLang="en-US" sz="1650" b="1" dirty="0">
                <a:solidFill>
                  <a:srgbClr val="CC3300"/>
                </a:solidFill>
                <a:latin typeface="Rockwell" panose="02060603020205020403" pitchFamily="18" charset="0"/>
              </a:rPr>
              <a:t>Example program for </a:t>
            </a:r>
            <a:r>
              <a:rPr lang="en-US" altLang="en-US" sz="1650" b="1" dirty="0" err="1">
                <a:solidFill>
                  <a:srgbClr val="CC3300"/>
                </a:solidFill>
                <a:latin typeface="Rockwell" panose="02060603020205020403" pitchFamily="18" charset="0"/>
              </a:rPr>
              <a:t>DataInputStream</a:t>
            </a:r>
            <a:r>
              <a:rPr lang="en-US" altLang="en-US" sz="1650" b="1" dirty="0">
                <a:solidFill>
                  <a:srgbClr val="CC3300"/>
                </a:solidFill>
                <a:latin typeface="Rockwell" panose="02060603020205020403" pitchFamily="18" charset="0"/>
              </a:rPr>
              <a:t> and</a:t>
            </a:r>
          </a:p>
          <a:p>
            <a:pPr marL="269081" fontAlgn="base">
              <a:spcAft>
                <a:spcPct val="0"/>
              </a:spcAft>
            </a:pPr>
            <a:r>
              <a:rPr lang="en-US" altLang="en-US" sz="1650" b="1" dirty="0" err="1">
                <a:solidFill>
                  <a:srgbClr val="CC3300"/>
                </a:solidFill>
                <a:latin typeface="Rockwell" panose="02060603020205020403" pitchFamily="18" charset="0"/>
              </a:rPr>
              <a:t>DataOutputStream</a:t>
            </a:r>
            <a:endParaRPr lang="en-US" altLang="en-US" sz="1650" b="1" dirty="0">
              <a:solidFill>
                <a:srgbClr val="CC3300"/>
              </a:solidFill>
              <a:latin typeface="Rockwell" panose="02060603020205020403" pitchFamily="18" charset="0"/>
            </a:endParaRPr>
          </a:p>
          <a:p>
            <a:pPr marL="269081" fontAlgn="base">
              <a:lnSpc>
                <a:spcPct val="107000"/>
              </a:lnSpc>
              <a:spcAft>
                <a:spcPts val="600"/>
              </a:spcAft>
            </a:pPr>
            <a:r>
              <a:rPr lang="en-IN" altLang="en-US" sz="1650" b="1" dirty="0">
                <a:latin typeface="Rockwell" panose="02060603020205020403" pitchFamily="18" charset="0"/>
                <a:cs typeface="Times New Roman" panose="02020603050405020304" pitchFamily="18" charset="0"/>
              </a:rPr>
              <a:t>i</a:t>
            </a:r>
            <a:r>
              <a:rPr lang="en-IN" altLang="en-US" sz="1650" dirty="0">
                <a:latin typeface="Rockwell" panose="02060603020205020403" pitchFamily="18" charset="0"/>
                <a:cs typeface="Times New Roman" panose="02020603050405020304" pitchFamily="18" charset="0"/>
              </a:rPr>
              <a:t>mport java.io.*; </a:t>
            </a:r>
            <a:endParaRPr lang="en-IN" altLang="en-US" sz="1650" dirty="0">
              <a:latin typeface="Rockwell" panose="02060603020205020403" pitchFamily="18" charset="0"/>
              <a:cs typeface="Calibri" panose="020F0502020204030204" pitchFamily="34" charset="0"/>
            </a:endParaRPr>
          </a:p>
          <a:p>
            <a:pPr marL="269081"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class </a:t>
            </a:r>
            <a:r>
              <a:rPr lang="en-IN" altLang="en-US" sz="1650" dirty="0" err="1">
                <a:latin typeface="Rockwell" panose="02060603020205020403" pitchFamily="18" charset="0"/>
                <a:cs typeface="Times New Roman" panose="02020603050405020304" pitchFamily="18" charset="0"/>
              </a:rPr>
              <a:t>DataOutputStreamDemo</a:t>
            </a: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marL="269081"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marL="269081"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public static void main(String </a:t>
            </a:r>
            <a:r>
              <a:rPr lang="en-IN" altLang="en-US" sz="1650" dirty="0" err="1">
                <a:latin typeface="Rockwell" panose="02060603020205020403" pitchFamily="18" charset="0"/>
                <a:cs typeface="Times New Roman" panose="02020603050405020304" pitchFamily="18" charset="0"/>
              </a:rPr>
              <a:t>args</a:t>
            </a:r>
            <a:r>
              <a:rPr lang="en-IN" altLang="en-US" sz="1650" dirty="0">
                <a:latin typeface="Rockwell" panose="02060603020205020403" pitchFamily="18" charset="0"/>
                <a:cs typeface="Times New Roman" panose="02020603050405020304" pitchFamily="18" charset="0"/>
              </a:rPr>
              <a:t>[]) throws </a:t>
            </a:r>
            <a:r>
              <a:rPr lang="en-IN" altLang="en-US" sz="1650" dirty="0" err="1">
                <a:latin typeface="Rockwell" panose="02060603020205020403" pitchFamily="18" charset="0"/>
                <a:cs typeface="Times New Roman" panose="02020603050405020304" pitchFamily="18" charset="0"/>
              </a:rPr>
              <a:t>IOException</a:t>
            </a: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marL="269081" fontAlgn="base">
              <a:lnSpc>
                <a:spcPts val="1013"/>
              </a:lnSpc>
              <a:spcAft>
                <a:spcPts val="600"/>
              </a:spcAft>
            </a:pPr>
            <a:r>
              <a:rPr lang="en-IN" altLang="en-US" sz="1650" dirty="0">
                <a:latin typeface="Rockwell" panose="02060603020205020403" pitchFamily="18" charset="0"/>
                <a:cs typeface="Calibri" panose="020F0502020204030204" pitchFamily="34" charset="0"/>
              </a:rPr>
              <a:t>{</a:t>
            </a:r>
          </a:p>
          <a:p>
            <a:pPr fontAlgn="base">
              <a:lnSpc>
                <a:spcPct val="107000"/>
              </a:lnSpc>
              <a:spcAft>
                <a:spcPts val="600"/>
              </a:spcAft>
            </a:pP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DataOutputStream</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dout</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 new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DataOutputStream</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(new</a:t>
            </a: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Calibri" panose="020F0502020204030204" pitchFamily="34" charset="0"/>
                <a:cs typeface="Times New Roman" panose="02020603050405020304" pitchFamily="18" charset="0"/>
              </a:rPr>
              <a:t>FileOutputStream</a:t>
            </a:r>
            <a:r>
              <a:rPr lang="en-IN" altLang="en-US" sz="1650" dirty="0">
                <a:latin typeface="Rockwell" panose="02060603020205020403" pitchFamily="18" charset="0"/>
                <a:ea typeface="Calibri" panose="020F0502020204030204" pitchFamily="34" charset="0"/>
                <a:cs typeface="Times New Roman" panose="02020603050405020304" pitchFamily="18" charset="0"/>
              </a:rPr>
              <a:t>("file.dat"));</a:t>
            </a:r>
            <a:endParaRPr lang="en-IN" altLang="en-US" sz="1650" dirty="0">
              <a:latin typeface="Rockwell" panose="02060603020205020403" pitchFamily="18" charset="0"/>
              <a:ea typeface="Times New Roman" panose="02020603050405020304" pitchFamily="18"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dout.writeDouble</a:t>
            </a:r>
            <a:r>
              <a:rPr lang="en-IN" altLang="en-US" sz="1650" dirty="0">
                <a:latin typeface="Rockwell" panose="02060603020205020403" pitchFamily="18" charset="0"/>
                <a:cs typeface="Times New Roman" panose="02020603050405020304" pitchFamily="18" charset="0"/>
              </a:rPr>
              <a:t>(1.1); </a:t>
            </a:r>
            <a:endParaRPr lang="en-IN" altLang="en-US" sz="1650" dirty="0">
              <a:latin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     </a:t>
            </a:r>
            <a:r>
              <a:rPr lang="en-IN" altLang="en-US" sz="1650" dirty="0" err="1">
                <a:latin typeface="Rockwell" panose="02060603020205020403" pitchFamily="18" charset="0"/>
                <a:cs typeface="Calibri" panose="020F0502020204030204" pitchFamily="34" charset="0"/>
              </a:rPr>
              <a:t>dout.writeInt</a:t>
            </a:r>
            <a:r>
              <a:rPr lang="en-IN" altLang="en-US" sz="1650" dirty="0">
                <a:latin typeface="Rockwell" panose="02060603020205020403" pitchFamily="18" charset="0"/>
                <a:cs typeface="Calibri" panose="020F0502020204030204" pitchFamily="34" charset="0"/>
              </a:rPr>
              <a:t>(55); </a:t>
            </a: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	</a:t>
            </a:r>
            <a:r>
              <a:rPr lang="en-IN" altLang="en-US" sz="1650" dirty="0" err="1">
                <a:latin typeface="Rockwell" panose="02060603020205020403" pitchFamily="18" charset="0"/>
                <a:cs typeface="Calibri" panose="020F0502020204030204" pitchFamily="34" charset="0"/>
              </a:rPr>
              <a:t>dout.writeBoolean</a:t>
            </a:r>
            <a:r>
              <a:rPr lang="en-IN" altLang="en-US" sz="1650" dirty="0">
                <a:latin typeface="Rockwell" panose="02060603020205020403" pitchFamily="18" charset="0"/>
                <a:cs typeface="Calibri" panose="020F0502020204030204" pitchFamily="34" charset="0"/>
              </a:rPr>
              <a:t>(true); </a:t>
            </a:r>
            <a:endParaRPr lang="en-IN" altLang="en-US" sz="1650" dirty="0">
              <a:latin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     </a:t>
            </a:r>
            <a:r>
              <a:rPr lang="en-IN" altLang="en-US" sz="1650" dirty="0" err="1">
                <a:latin typeface="Rockwell" panose="02060603020205020403" pitchFamily="18" charset="0"/>
                <a:cs typeface="Calibri" panose="020F0502020204030204" pitchFamily="34" charset="0"/>
              </a:rPr>
              <a:t>dout.writeChar</a:t>
            </a:r>
            <a:r>
              <a:rPr lang="en-IN" altLang="en-US" sz="1650" dirty="0">
                <a:latin typeface="Rockwell" panose="02060603020205020403" pitchFamily="18" charset="0"/>
                <a:cs typeface="Calibri" panose="020F0502020204030204" pitchFamily="34" charset="0"/>
              </a:rPr>
              <a:t>('4'); </a:t>
            </a:r>
            <a:endParaRPr lang="en-IN" altLang="en-US" sz="1650" dirty="0">
              <a:latin typeface="Calibri" panose="020F0502020204030204" pitchFamily="34" charset="0"/>
              <a:cs typeface="Times New Roman" panose="02020603050405020304" pitchFamily="18" charset="0"/>
            </a:endParaRPr>
          </a:p>
          <a:p>
            <a:pPr marL="269081" fontAlgn="base">
              <a:lnSpc>
                <a:spcPts val="1013"/>
              </a:lnSpc>
              <a:spcAft>
                <a:spcPts val="600"/>
              </a:spcAft>
            </a:pPr>
            <a:endParaRPr lang="en-IN" altLang="en-US" sz="1650" dirty="0">
              <a:latin typeface="Calibri" panose="020F0502020204030204" pitchFamily="34" charset="0"/>
              <a:cs typeface="Calibri" panose="020F0502020204030204" pitchFamily="34" charset="0"/>
            </a:endParaRPr>
          </a:p>
          <a:p>
            <a:pPr marL="269081" fontAlgn="base">
              <a:spcAft>
                <a:spcPct val="0"/>
              </a:spcAft>
            </a:pPr>
            <a:endParaRPr lang="en-IN" altLang="en-US" sz="1650" dirty="0">
              <a:latin typeface="Calibri" panose="020F0502020204030204" pitchFamily="34" charset="0"/>
              <a:cs typeface="Calibri" panose="020F0502020204030204" pitchFamily="34" charset="0"/>
            </a:endParaRPr>
          </a:p>
          <a:p>
            <a:pPr marL="269081" fontAlgn="base">
              <a:spcAft>
                <a:spcPct val="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AAE93FBE-530B-4430-A64E-7922C04E9A85}"/>
              </a:ext>
            </a:extLst>
          </p:cNvPr>
          <p:cNvSpPr>
            <a:spLocks noGrp="1"/>
          </p:cNvSpPr>
          <p:nvPr>
            <p:ph sz="quarter" idx="10"/>
          </p:nvPr>
        </p:nvSpPr>
        <p:spPr/>
        <p:txBody>
          <a:bodyPr rtlCol="0"/>
          <a:lstStyle/>
          <a:p>
            <a:pPr>
              <a:defRPr/>
            </a:pPr>
            <a:r>
              <a:rPr lang="en-US" dirty="0"/>
              <a:t>STREAM CLASSES - Example</a:t>
            </a:r>
          </a:p>
        </p:txBody>
      </p:sp>
    </p:spTree>
    <p:extLst>
      <p:ext uri="{BB962C8B-B14F-4D97-AF65-F5344CB8AC3E}">
        <p14:creationId xmlns:p14="http://schemas.microsoft.com/office/powerpoint/2010/main" val="3289973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a:extLst>
              <a:ext uri="{FF2B5EF4-FFF2-40B4-BE49-F238E27FC236}">
                <a16:creationId xmlns:a16="http://schemas.microsoft.com/office/drawing/2014/main" id="{5B6649D6-237C-408B-B874-7C51692F4275}"/>
              </a:ext>
            </a:extLst>
          </p:cNvPr>
          <p:cNvSpPr>
            <a:spLocks noGrp="1"/>
          </p:cNvSpPr>
          <p:nvPr>
            <p:ph idx="1"/>
          </p:nvPr>
        </p:nvSpPr>
        <p:spPr>
          <a:xfrm>
            <a:off x="1170000" y="1828800"/>
            <a:ext cx="6172200" cy="2649636"/>
          </a:xfrm>
        </p:spPr>
        <p:txBody>
          <a:bodyPr/>
          <a:lstStyle/>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reading the data back using </a:t>
            </a:r>
            <a:r>
              <a:rPr lang="en-IN" altLang="en-US" sz="1650" dirty="0" err="1">
                <a:latin typeface="Rockwell" panose="02060603020205020403" pitchFamily="18" charset="0"/>
                <a:cs typeface="Times New Roman" panose="02020603050405020304" pitchFamily="18" charset="0"/>
              </a:rPr>
              <a:t>DataInputStream</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err="1">
                <a:latin typeface="Rockwell" panose="02060603020205020403" pitchFamily="18" charset="0"/>
                <a:cs typeface="Times New Roman" panose="02020603050405020304" pitchFamily="18" charset="0"/>
              </a:rPr>
              <a:t>DataInputStream</a:t>
            </a:r>
            <a:r>
              <a:rPr lang="en-IN" altLang="en-US" sz="1650" dirty="0">
                <a:latin typeface="Rockwell" panose="02060603020205020403" pitchFamily="18" charset="0"/>
                <a:cs typeface="Times New Roman" panose="02020603050405020304" pitchFamily="18" charset="0"/>
              </a:rPr>
              <a:t> din = new </a:t>
            </a:r>
            <a:r>
              <a:rPr lang="en-IN" altLang="en-US" sz="1650" dirty="0" err="1">
                <a:latin typeface="Rockwell" panose="02060603020205020403" pitchFamily="18" charset="0"/>
                <a:cs typeface="Times New Roman" panose="02020603050405020304" pitchFamily="18" charset="0"/>
              </a:rPr>
              <a:t>DataInputStream</a:t>
            </a:r>
            <a:r>
              <a:rPr lang="en-IN" altLang="en-US" sz="1650" dirty="0">
                <a:latin typeface="Rockwell" panose="02060603020205020403" pitchFamily="18" charset="0"/>
                <a:cs typeface="Times New Roman" panose="02020603050405020304" pitchFamily="18" charset="0"/>
              </a:rPr>
              <a:t>(new        </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FileInputStream</a:t>
            </a:r>
            <a:r>
              <a:rPr lang="en-IN" altLang="en-US" sz="1650" dirty="0">
                <a:latin typeface="Rockwell" panose="02060603020205020403" pitchFamily="18" charset="0"/>
                <a:cs typeface="Times New Roman" panose="02020603050405020304" pitchFamily="18" charset="0"/>
              </a:rPr>
              <a:t>("file.dat"));</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double a = </a:t>
            </a:r>
            <a:r>
              <a:rPr lang="en-IN" altLang="en-US" sz="1650" dirty="0" err="1">
                <a:latin typeface="Rockwell" panose="02060603020205020403" pitchFamily="18" charset="0"/>
                <a:cs typeface="Times New Roman" panose="02020603050405020304" pitchFamily="18" charset="0"/>
              </a:rPr>
              <a:t>din.readDouble</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003F8B0B-2BAB-4E09-8F2C-70446DE8942D}"/>
              </a:ext>
            </a:extLst>
          </p:cNvPr>
          <p:cNvSpPr>
            <a:spLocks noGrp="1"/>
          </p:cNvSpPr>
          <p:nvPr>
            <p:ph sz="quarter" idx="10"/>
          </p:nvPr>
        </p:nvSpPr>
        <p:spPr/>
        <p:txBody>
          <a:bodyPr rtlCol="0"/>
          <a:lstStyle/>
          <a:p>
            <a:pPr>
              <a:defRPr/>
            </a:pPr>
            <a:r>
              <a:rPr lang="en-US" dirty="0"/>
              <a:t>STREAM CLASSES - Example</a:t>
            </a:r>
          </a:p>
        </p:txBody>
      </p:sp>
      <p:sp>
        <p:nvSpPr>
          <p:cNvPr id="2" name="Rectangle 1"/>
          <p:cNvSpPr/>
          <p:nvPr/>
        </p:nvSpPr>
        <p:spPr>
          <a:xfrm>
            <a:off x="1485900" y="3449155"/>
            <a:ext cx="4572000" cy="2551596"/>
          </a:xfrm>
          <a:prstGeom prst="rect">
            <a:avLst/>
          </a:prstGeom>
        </p:spPr>
        <p:txBody>
          <a:bodyPr>
            <a:spAutoFit/>
          </a:bodyPr>
          <a:lstStyle/>
          <a:p>
            <a:pPr fontAlgn="base">
              <a:lnSpc>
                <a:spcPct val="107000"/>
              </a:lnSpc>
              <a:spcAft>
                <a:spcPts val="600"/>
              </a:spcAft>
            </a:pPr>
            <a:r>
              <a:rPr lang="en-IN" altLang="en-US" dirty="0" err="1">
                <a:latin typeface="Rockwell" panose="02060603020205020403" pitchFamily="18" charset="0"/>
                <a:ea typeface="Times New Roman" panose="02020603050405020304" pitchFamily="18" charset="0"/>
                <a:cs typeface="Courier New" panose="02070309020205020404" pitchFamily="49" charset="0"/>
              </a:rPr>
              <a:t>int</a:t>
            </a:r>
            <a:r>
              <a:rPr lang="en-IN" altLang="en-US" dirty="0">
                <a:latin typeface="Rockwell" panose="02060603020205020403" pitchFamily="18" charset="0"/>
                <a:ea typeface="Times New Roman" panose="02020603050405020304" pitchFamily="18" charset="0"/>
                <a:cs typeface="Courier New" panose="02070309020205020404" pitchFamily="49" charset="0"/>
              </a:rPr>
              <a:t> b = </a:t>
            </a:r>
            <a:r>
              <a:rPr lang="en-IN" altLang="en-US" dirty="0" err="1">
                <a:latin typeface="Rockwell" panose="02060603020205020403" pitchFamily="18" charset="0"/>
                <a:ea typeface="Times New Roman" panose="02020603050405020304" pitchFamily="18" charset="0"/>
                <a:cs typeface="Courier New" panose="02070309020205020404" pitchFamily="49" charset="0"/>
              </a:rPr>
              <a:t>din.readInt</a:t>
            </a:r>
            <a:r>
              <a:rPr lang="en-IN" altLang="en-US" dirty="0">
                <a:latin typeface="Rockwell" panose="02060603020205020403" pitchFamily="18" charset="0"/>
                <a:ea typeface="Times New Roman" panose="02020603050405020304" pitchFamily="18" charset="0"/>
                <a:cs typeface="Courier New" panose="02070309020205020404" pitchFamily="49" charset="0"/>
              </a:rPr>
              <a:t>();</a:t>
            </a:r>
          </a:p>
          <a:p>
            <a:pPr fontAlgn="base">
              <a:lnSpc>
                <a:spcPct val="107000"/>
              </a:lnSpc>
              <a:spcAft>
                <a:spcPts val="600"/>
              </a:spcAft>
            </a:pPr>
            <a:r>
              <a:rPr lang="en-IN" altLang="en-US" dirty="0">
                <a:latin typeface="Rockwell" panose="02060603020205020403" pitchFamily="18" charset="0"/>
                <a:ea typeface="Times New Roman" panose="02020603050405020304" pitchFamily="18" charset="0"/>
                <a:cs typeface="Courier New" panose="02070309020205020404" pitchFamily="49" charset="0"/>
              </a:rPr>
              <a:t> </a:t>
            </a:r>
            <a:r>
              <a:rPr lang="en-IN" altLang="en-US" dirty="0" err="1">
                <a:latin typeface="Rockwell" panose="02060603020205020403" pitchFamily="18" charset="0"/>
                <a:ea typeface="Times New Roman" panose="02020603050405020304" pitchFamily="18" charset="0"/>
                <a:cs typeface="Courier New" panose="02070309020205020404" pitchFamily="49" charset="0"/>
              </a:rPr>
              <a:t>boolean</a:t>
            </a:r>
            <a:r>
              <a:rPr lang="en-IN" altLang="en-US" dirty="0">
                <a:latin typeface="Rockwell" panose="02060603020205020403" pitchFamily="18" charset="0"/>
                <a:ea typeface="Times New Roman" panose="02020603050405020304" pitchFamily="18" charset="0"/>
                <a:cs typeface="Courier New" panose="02070309020205020404" pitchFamily="49" charset="0"/>
              </a:rPr>
              <a:t> c = </a:t>
            </a:r>
            <a:r>
              <a:rPr lang="en-IN" altLang="en-US" dirty="0" err="1">
                <a:latin typeface="Rockwell" panose="02060603020205020403" pitchFamily="18" charset="0"/>
                <a:ea typeface="Times New Roman" panose="02020603050405020304" pitchFamily="18" charset="0"/>
                <a:cs typeface="Courier New" panose="02070309020205020404" pitchFamily="49" charset="0"/>
              </a:rPr>
              <a:t>din.readBoolean</a:t>
            </a:r>
            <a:r>
              <a:rPr lang="en-IN" altLang="en-US"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dirty="0">
              <a:latin typeface="Calibri" panose="020F0502020204030204" pitchFamily="34" charset="0"/>
              <a:ea typeface="Calibri" panose="020F0502020204030204" pitchFamily="34" charset="0"/>
              <a:cs typeface="Courier New" panose="02070309020205020404" pitchFamily="49" charset="0"/>
            </a:endParaRPr>
          </a:p>
          <a:p>
            <a:pPr fontAlgn="base">
              <a:lnSpc>
                <a:spcPct val="107000"/>
              </a:lnSpc>
              <a:spcAft>
                <a:spcPts val="600"/>
              </a:spcAft>
            </a:pPr>
            <a:r>
              <a:rPr lang="en-IN" altLang="en-US" dirty="0">
                <a:latin typeface="Rockwell" panose="02060603020205020403" pitchFamily="18" charset="0"/>
                <a:ea typeface="Calibri" panose="020F0502020204030204" pitchFamily="34" charset="0"/>
                <a:cs typeface="Times New Roman" panose="02020603050405020304" pitchFamily="18" charset="0"/>
              </a:rPr>
              <a:t>  char</a:t>
            </a:r>
            <a:r>
              <a:rPr lang="en-IN" altLang="en-US" dirty="0">
                <a:latin typeface="Rockwell" panose="02060603020205020403" pitchFamily="18" charset="0"/>
                <a:cs typeface="Times New Roman" panose="02020603050405020304" pitchFamily="18" charset="0"/>
              </a:rPr>
              <a:t> d=</a:t>
            </a:r>
            <a:r>
              <a:rPr lang="en-IN" altLang="en-US" dirty="0" err="1">
                <a:latin typeface="Rockwell" panose="02060603020205020403" pitchFamily="18" charset="0"/>
                <a:cs typeface="Times New Roman" panose="02020603050405020304" pitchFamily="18" charset="0"/>
              </a:rPr>
              <a:t>din.readChar</a:t>
            </a:r>
            <a:r>
              <a:rPr lang="en-IN" altLang="en-US" dirty="0">
                <a:latin typeface="Rockwell" panose="02060603020205020403" pitchFamily="18" charset="0"/>
                <a:cs typeface="Times New Roman" panose="02020603050405020304" pitchFamily="18" charset="0"/>
              </a:rPr>
              <a:t>(); </a:t>
            </a:r>
            <a:endParaRPr lang="en-IN" altLang="en-US"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dirty="0">
                <a:latin typeface="Rockwell" panose="02060603020205020403" pitchFamily="18" charset="0"/>
                <a:cs typeface="Times New Roman" panose="02020603050405020304" pitchFamily="18" charset="0"/>
              </a:rPr>
              <a:t>    </a:t>
            </a:r>
            <a:r>
              <a:rPr lang="en-IN" altLang="en-US" dirty="0" err="1">
                <a:latin typeface="Rockwell" panose="02060603020205020403" pitchFamily="18" charset="0"/>
                <a:cs typeface="Times New Roman" panose="02020603050405020304" pitchFamily="18" charset="0"/>
              </a:rPr>
              <a:t>System.out.println</a:t>
            </a:r>
            <a:r>
              <a:rPr lang="en-IN" altLang="en-US" dirty="0">
                <a:latin typeface="Rockwell" panose="02060603020205020403" pitchFamily="18" charset="0"/>
                <a:cs typeface="Times New Roman" panose="02020603050405020304" pitchFamily="18" charset="0"/>
              </a:rPr>
              <a:t>("Values: " + a + " " + b + " " + c+" " + d); </a:t>
            </a:r>
            <a:endParaRPr lang="en-IN" altLang="en-US"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dirty="0">
                <a:latin typeface="Rockwell" panose="02060603020205020403" pitchFamily="18" charset="0"/>
                <a:cs typeface="Times New Roman" panose="02020603050405020304" pitchFamily="18" charset="0"/>
              </a:rPr>
              <a:t>       </a:t>
            </a:r>
            <a:r>
              <a:rPr lang="en-IN" altLang="en-US" dirty="0">
                <a:latin typeface="Rockwell" panose="02060603020205020403" pitchFamily="18" charset="0"/>
                <a:cs typeface="Calibri" panose="020F0502020204030204" pitchFamily="34" charset="0"/>
              </a:rPr>
              <a:t>}</a:t>
            </a:r>
          </a:p>
          <a:p>
            <a:pPr fontAlgn="base">
              <a:lnSpc>
                <a:spcPct val="107000"/>
              </a:lnSpc>
              <a:spcAft>
                <a:spcPts val="600"/>
              </a:spcAft>
            </a:pPr>
            <a:r>
              <a:rPr lang="en-IN" altLang="en-US" dirty="0">
                <a:latin typeface="Rockwell" panose="02060603020205020403" pitchFamily="18" charset="0"/>
                <a:cs typeface="Calibri" panose="020F0502020204030204" pitchFamily="34" charset="0"/>
              </a:rPr>
              <a:t>}</a:t>
            </a:r>
            <a:endParaRPr lang="en-I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669311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Content Placeholder 2">
            <a:extLst>
              <a:ext uri="{FF2B5EF4-FFF2-40B4-BE49-F238E27FC236}">
                <a16:creationId xmlns:a16="http://schemas.microsoft.com/office/drawing/2014/main" id="{5B09C1E3-BE12-4E23-9CF9-64BF6ADC14FA}"/>
              </a:ext>
            </a:extLst>
          </p:cNvPr>
          <p:cNvSpPr>
            <a:spLocks noGrp="1"/>
          </p:cNvSpPr>
          <p:nvPr>
            <p:ph idx="1"/>
          </p:nvPr>
        </p:nvSpPr>
        <p:spPr>
          <a:xfrm>
            <a:off x="457200" y="1447801"/>
            <a:ext cx="8153400" cy="4388189"/>
          </a:xfrm>
        </p:spPr>
        <p:txBody>
          <a:bodyPr/>
          <a:lstStyle/>
          <a:p>
            <a:pPr fontAlgn="base">
              <a:lnSpc>
                <a:spcPct val="107000"/>
              </a:lnSpc>
              <a:spcAft>
                <a:spcPts val="600"/>
              </a:spcAft>
            </a:pPr>
            <a:r>
              <a:rPr lang="en-IN" altLang="en-US" sz="200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2000" b="1" u="sng"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000" b="1" u="sng"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000" b="1" u="sng" dirty="0" err="1">
                <a:latin typeface="Rockwell" panose="02060603020205020403" pitchFamily="18" charset="0"/>
                <a:ea typeface="Times New Roman" panose="02020603050405020304" pitchFamily="18" charset="0"/>
                <a:cs typeface="Courier New" panose="02070309020205020404" pitchFamily="49" charset="0"/>
              </a:rPr>
              <a:t>ObjectOutputStream</a:t>
            </a:r>
            <a:endParaRPr lang="en-IN" altLang="en-US" sz="2000" b="1" u="sng" dirty="0">
              <a:latin typeface="Rockwell" panose="02060603020205020403" pitchFamily="18" charset="0"/>
              <a:ea typeface="Times New Roman" panose="02020603050405020304" pitchFamily="18" charset="0"/>
              <a:cs typeface="Courier New" panose="02070309020205020404" pitchFamily="49" charset="0"/>
            </a:endParaRPr>
          </a:p>
          <a:p>
            <a:pPr fontAlgn="base">
              <a:lnSpc>
                <a:spcPct val="150000"/>
              </a:lnSpc>
              <a:spcBef>
                <a:spcPct val="0"/>
              </a:spcBef>
              <a:spcAft>
                <a:spcPct val="0"/>
              </a:spcAft>
            </a:pPr>
            <a:r>
              <a:rPr lang="en-US" altLang="en-US" sz="2000" dirty="0">
                <a:latin typeface="Rockwell" panose="02060603020205020403" pitchFamily="18" charset="0"/>
                <a:ea typeface="Times New Roman" panose="02020603050405020304" pitchFamily="18" charset="0"/>
                <a:cs typeface="Courier New" panose="02070309020205020404" pitchFamily="49" charset="0"/>
              </a:rPr>
              <a:t>The </a:t>
            </a: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US" altLang="en-US" sz="2000" dirty="0">
                <a:latin typeface="Rockwell" panose="02060603020205020403" pitchFamily="18" charset="0"/>
                <a:ea typeface="Times New Roman" panose="02020603050405020304" pitchFamily="18" charset="0"/>
                <a:cs typeface="Courier New" panose="02070309020205020404" pitchFamily="49" charset="0"/>
              </a:rPr>
              <a:t> is used to read the object written by using </a:t>
            </a: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US" altLang="en-US" sz="2000" dirty="0">
                <a:latin typeface="Rockwell" panose="02060603020205020403" pitchFamily="18" charset="0"/>
                <a:ea typeface="Times New Roman" panose="02020603050405020304" pitchFamily="18" charset="0"/>
                <a:cs typeface="Courier New" panose="02070309020205020404" pitchFamily="49" charset="0"/>
              </a:rPr>
              <a:t>. </a:t>
            </a:r>
          </a:p>
          <a:p>
            <a:pPr fontAlgn="base">
              <a:lnSpc>
                <a:spcPct val="150000"/>
              </a:lnSpc>
              <a:spcBef>
                <a:spcPct val="0"/>
              </a:spcBef>
              <a:spcAft>
                <a:spcPct val="0"/>
              </a:spcAft>
            </a:pPr>
            <a:r>
              <a:rPr lang="en-US" altLang="en-US" sz="2000" dirty="0">
                <a:latin typeface="Rockwell" panose="02060603020205020403" pitchFamily="18" charset="0"/>
                <a:ea typeface="Times New Roman" panose="02020603050405020304" pitchFamily="18" charset="0"/>
                <a:cs typeface="Courier New" panose="02070309020205020404" pitchFamily="49" charset="0"/>
              </a:rPr>
              <a:t>The </a:t>
            </a: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US" altLang="en-US" sz="2000" dirty="0">
                <a:latin typeface="Rockwell" panose="02060603020205020403" pitchFamily="18" charset="0"/>
                <a:ea typeface="Times New Roman" panose="02020603050405020304" pitchFamily="18" charset="0"/>
                <a:cs typeface="Courier New" panose="02070309020205020404" pitchFamily="49" charset="0"/>
              </a:rPr>
              <a:t> is used to write the object that can be read  by  using </a:t>
            </a:r>
          </a:p>
          <a:p>
            <a:pPr fontAlgn="base">
              <a:lnSpc>
                <a:spcPct val="150000"/>
              </a:lnSpc>
              <a:spcBef>
                <a:spcPct val="0"/>
              </a:spcBef>
              <a:spcAft>
                <a:spcPct val="0"/>
              </a:spcAft>
            </a:pPr>
            <a:r>
              <a:rPr lang="en-US" altLang="en-US" sz="2000" b="1"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US" altLang="en-US" sz="2000" b="1" dirty="0">
                <a:latin typeface="Rockwell" panose="02060603020205020403" pitchFamily="18" charset="0"/>
                <a:ea typeface="Times New Roman" panose="02020603050405020304" pitchFamily="18" charset="0"/>
                <a:cs typeface="Courier New" panose="02070309020205020404" pitchFamily="49" charset="0"/>
              </a:rPr>
              <a:t>.</a:t>
            </a:r>
          </a:p>
          <a:p>
            <a:pPr fontAlgn="base">
              <a:spcAft>
                <a:spcPts val="600"/>
              </a:spcAft>
            </a:pPr>
            <a:r>
              <a:rPr lang="en-IN" altLang="en-US" sz="2000" b="1" dirty="0">
                <a:solidFill>
                  <a:srgbClr val="CC3300"/>
                </a:solidFill>
                <a:latin typeface="Rockwell" panose="02060603020205020403" pitchFamily="18" charset="0"/>
                <a:ea typeface="Times New Roman" panose="02020603050405020304" pitchFamily="18" charset="0"/>
                <a:cs typeface="Calibri" panose="020F0502020204030204" pitchFamily="34" charset="0"/>
              </a:rPr>
              <a:t>Serialization</a:t>
            </a:r>
            <a:r>
              <a:rPr lang="en-IN" altLang="en-US" sz="2000" b="1" dirty="0">
                <a:solidFill>
                  <a:srgbClr val="4A4A4A"/>
                </a:solidFill>
                <a:latin typeface="Rockwell" panose="02060603020205020403" pitchFamily="18" charset="0"/>
                <a:ea typeface="Times New Roman" panose="02020603050405020304" pitchFamily="18" charset="0"/>
                <a:cs typeface="Calibri" panose="020F0502020204030204" pitchFamily="34" charset="0"/>
              </a:rPr>
              <a:t> </a:t>
            </a:r>
            <a:r>
              <a:rPr lang="en-IN" altLang="en-US" sz="2000" dirty="0">
                <a:solidFill>
                  <a:srgbClr val="4A4A4A"/>
                </a:solidFill>
                <a:latin typeface="Rockwell" panose="02060603020205020403" pitchFamily="18" charset="0"/>
                <a:ea typeface="Times New Roman" panose="02020603050405020304" pitchFamily="18" charset="0"/>
                <a:cs typeface="Calibri" panose="020F0502020204030204" pitchFamily="34" charset="0"/>
              </a:rPr>
              <a:t>is an important concept that deals with the conversion of objects into a byte stream to transport the java objects from one Java Virtual Machine to the other and recreate them to the original form.</a:t>
            </a:r>
            <a:endParaRPr lang="en-IN" altLang="en-US" sz="200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CDB93805-7E2A-4726-96D0-6E0027E12627}"/>
              </a:ext>
            </a:extLst>
          </p:cNvPr>
          <p:cNvSpPr>
            <a:spLocks noGrp="1"/>
          </p:cNvSpPr>
          <p:nvPr>
            <p:ph sz="quarter" idx="10"/>
          </p:nvPr>
        </p:nvSpPr>
        <p:spPr/>
        <p:txBody>
          <a:bodyPr rtlCol="0"/>
          <a:lstStyle/>
          <a:p>
            <a:pPr>
              <a:defRPr/>
            </a:pPr>
            <a:r>
              <a:rPr lang="en-IN" altLang="en-US" sz="2800" b="0"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800" b="0"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800" b="0" dirty="0" err="1">
                <a:latin typeface="Rockwell" panose="02060603020205020403" pitchFamily="18" charset="0"/>
                <a:ea typeface="Times New Roman" panose="02020603050405020304" pitchFamily="18" charset="0"/>
                <a:cs typeface="Courier New" panose="02070309020205020404" pitchFamily="49" charset="0"/>
              </a:rPr>
              <a:t>ObjectOutputStream</a:t>
            </a:r>
            <a:endParaRPr lang="en-US" b="0" dirty="0"/>
          </a:p>
        </p:txBody>
      </p:sp>
    </p:spTree>
    <p:extLst>
      <p:ext uri="{BB962C8B-B14F-4D97-AF65-F5344CB8AC3E}">
        <p14:creationId xmlns:p14="http://schemas.microsoft.com/office/powerpoint/2010/main" val="4810982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Content Placeholder 2">
            <a:extLst>
              <a:ext uri="{FF2B5EF4-FFF2-40B4-BE49-F238E27FC236}">
                <a16:creationId xmlns:a16="http://schemas.microsoft.com/office/drawing/2014/main" id="{9B2D6DCE-E878-4BA4-83ED-7FD759AAD049}"/>
              </a:ext>
            </a:extLst>
          </p:cNvPr>
          <p:cNvSpPr>
            <a:spLocks noGrp="1"/>
          </p:cNvSpPr>
          <p:nvPr>
            <p:ph idx="1"/>
          </p:nvPr>
        </p:nvSpPr>
        <p:spPr>
          <a:xfrm>
            <a:off x="1371600" y="1885951"/>
            <a:ext cx="6172200" cy="4606517"/>
          </a:xfrm>
        </p:spPr>
        <p:txBody>
          <a:bodyPr/>
          <a:lstStyle/>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import java.io.*; </a:t>
            </a:r>
            <a:endParaRPr lang="en-IN" altLang="en-US" sz="1650" dirty="0">
              <a:latin typeface="Rockwell" panose="02060603020205020403" pitchFamily="18"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class Demo implements</a:t>
            </a:r>
            <a:r>
              <a:rPr lang="en-IN" altLang="en-US" sz="1650" dirty="0">
                <a:latin typeface="Rockwell" panose="02060603020205020403" pitchFamily="18" charset="0"/>
                <a:ea typeface="Calibri" panose="020F0502020204030204" pitchFamily="34" charset="0"/>
                <a:cs typeface="Times New Roman" panose="02020603050405020304" pitchFamily="18" charset="0"/>
              </a:rPr>
              <a:t> </a:t>
            </a:r>
            <a:r>
              <a:rPr lang="en-IN" altLang="en-US" sz="1650" dirty="0">
                <a:latin typeface="Rockwell" panose="02060603020205020403" pitchFamily="18" charset="0"/>
                <a:cs typeface="Times New Roman" panose="02020603050405020304" pitchFamily="18" charset="0"/>
              </a:rPr>
              <a:t>Serializable </a:t>
            </a:r>
            <a:endParaRPr lang="en-IN" altLang="en-US" sz="1650" dirty="0">
              <a:latin typeface="Rockwell" panose="02060603020205020403" pitchFamily="18"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int a; </a:t>
            </a:r>
            <a:endParaRPr lang="en-IN" altLang="en-US" sz="1650" dirty="0">
              <a:latin typeface="Rockwell" panose="02060603020205020403" pitchFamily="18"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String b; </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public Demo(int a, String b)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this.a</a:t>
            </a:r>
            <a:r>
              <a:rPr lang="en-IN" altLang="en-US" sz="1650" dirty="0">
                <a:latin typeface="Rockwell" panose="02060603020205020403" pitchFamily="18" charset="0"/>
                <a:cs typeface="Times New Roman" panose="02020603050405020304" pitchFamily="18" charset="0"/>
              </a:rPr>
              <a:t> = a;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this.b</a:t>
            </a:r>
            <a:r>
              <a:rPr lang="en-IN" altLang="en-US" sz="1650" dirty="0">
                <a:latin typeface="Rockwell" panose="02060603020205020403" pitchFamily="18" charset="0"/>
                <a:cs typeface="Times New Roman" panose="02020603050405020304" pitchFamily="18" charset="0"/>
              </a:rPr>
              <a:t> = b;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Calibri" panose="020F0502020204030204" pitchFamily="34" charset="0"/>
              </a:rPr>
              <a:t>}</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endParaRPr lang="en-IN" altLang="en-US" sz="1650" dirty="0">
              <a:latin typeface="Rockwell" panose="02060603020205020403" pitchFamily="18" charset="0"/>
              <a:cs typeface="Calibri" panose="020F0502020204030204" pitchFamily="34" charset="0"/>
            </a:endParaRPr>
          </a:p>
          <a:p>
            <a:pPr fontAlgn="base">
              <a:lnSpc>
                <a:spcPct val="107000"/>
              </a:lnSpc>
              <a:spcAft>
                <a:spcPts val="600"/>
              </a:spcAft>
            </a:pPr>
            <a:r>
              <a:rPr lang="en-IN" altLang="en-US" sz="1350" dirty="0">
                <a:latin typeface="Rockwell" panose="02060603020205020403" pitchFamily="18" charset="0"/>
                <a:cs typeface="Times New Roman" panose="02020603050405020304" pitchFamily="18" charset="0"/>
              </a:rPr>
              <a:t>    </a:t>
            </a:r>
            <a:endParaRPr lang="en-US" altLang="en-US" sz="1650" dirty="0">
              <a:latin typeface="Rockwell" panose="02060603020205020403" pitchFamily="18" charset="0"/>
            </a:endParaRPr>
          </a:p>
        </p:txBody>
      </p:sp>
      <p:sp>
        <p:nvSpPr>
          <p:cNvPr id="4" name="Content Placeholder 3">
            <a:extLst>
              <a:ext uri="{FF2B5EF4-FFF2-40B4-BE49-F238E27FC236}">
                <a16:creationId xmlns:a16="http://schemas.microsoft.com/office/drawing/2014/main" id="{97D162AE-E16B-4A91-B06A-5CB8E9B66531}"/>
              </a:ext>
            </a:extLst>
          </p:cNvPr>
          <p:cNvSpPr>
            <a:spLocks noGrp="1"/>
          </p:cNvSpPr>
          <p:nvPr>
            <p:ph sz="quarter" idx="10"/>
          </p:nvPr>
        </p:nvSpPr>
        <p:spPr/>
        <p:txBody>
          <a:bodyPr rtlCol="0"/>
          <a:lstStyle/>
          <a:p>
            <a:pPr>
              <a:defRPr/>
            </a:pP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 Example</a:t>
            </a:r>
            <a:endParaRPr lang="en-US" b="0" dirty="0"/>
          </a:p>
        </p:txBody>
      </p:sp>
    </p:spTree>
    <p:extLst>
      <p:ext uri="{BB962C8B-B14F-4D97-AF65-F5344CB8AC3E}">
        <p14:creationId xmlns:p14="http://schemas.microsoft.com/office/powerpoint/2010/main" val="3936745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Content Placeholder 2">
            <a:extLst>
              <a:ext uri="{FF2B5EF4-FFF2-40B4-BE49-F238E27FC236}">
                <a16:creationId xmlns:a16="http://schemas.microsoft.com/office/drawing/2014/main" id="{D02918AE-E7C1-45DC-851F-16CCDE21FE1E}"/>
              </a:ext>
            </a:extLst>
          </p:cNvPr>
          <p:cNvSpPr>
            <a:spLocks noGrp="1"/>
          </p:cNvSpPr>
          <p:nvPr>
            <p:ph idx="1"/>
          </p:nvPr>
        </p:nvSpPr>
        <p:spPr>
          <a:xfrm>
            <a:off x="1066800" y="1447800"/>
            <a:ext cx="6172200" cy="6262740"/>
          </a:xfrm>
        </p:spPr>
        <p:txBody>
          <a:bodyPr/>
          <a:lstStyle/>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class Test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public static</a:t>
            </a:r>
            <a:r>
              <a:rPr lang="en-IN" altLang="en-US" sz="1650" dirty="0">
                <a:latin typeface="Rockwell" panose="02060603020205020403" pitchFamily="18" charset="0"/>
                <a:cs typeface="Times New Roman" panose="02020603050405020304" pitchFamily="18" charset="0"/>
              </a:rPr>
              <a:t> void main(String[] </a:t>
            </a:r>
            <a:r>
              <a:rPr lang="en-IN" altLang="en-US" sz="1650" dirty="0" err="1">
                <a:latin typeface="Rockwell" panose="02060603020205020403" pitchFamily="18" charset="0"/>
                <a:cs typeface="Times New Roman" panose="02020603050405020304" pitchFamily="18" charset="0"/>
              </a:rPr>
              <a:t>args</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Demo object = new Demo(100, “Sachin");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FileOutputStream</a:t>
            </a:r>
            <a:r>
              <a:rPr lang="en-IN" altLang="en-US" sz="1650" dirty="0">
                <a:latin typeface="Rockwell" panose="02060603020205020403" pitchFamily="18" charset="0"/>
                <a:cs typeface="Times New Roman" panose="02020603050405020304" pitchFamily="18" charset="0"/>
              </a:rPr>
              <a:t> file = new </a:t>
            </a:r>
            <a:r>
              <a:rPr lang="en-IN" altLang="en-US" sz="1650" dirty="0" err="1">
                <a:latin typeface="Rockwell" panose="02060603020205020403" pitchFamily="18" charset="0"/>
                <a:cs typeface="Times New Roman" panose="02020603050405020304" pitchFamily="18" charset="0"/>
              </a:rPr>
              <a:t>FileOutputStream</a:t>
            </a:r>
            <a:r>
              <a:rPr lang="en-IN" altLang="en-US" sz="1650" dirty="0">
                <a:latin typeface="Rockwell" panose="02060603020205020403" pitchFamily="18" charset="0"/>
                <a:cs typeface="Times New Roman" panose="02020603050405020304" pitchFamily="18" charset="0"/>
              </a:rPr>
              <a:t>(“</a:t>
            </a:r>
            <a:r>
              <a:rPr lang="en-IN" altLang="en-US" sz="1650" dirty="0" err="1">
                <a:latin typeface="Rockwell" panose="02060603020205020403" pitchFamily="18" charset="0"/>
                <a:cs typeface="Times New Roman" panose="02020603050405020304" pitchFamily="18" charset="0"/>
              </a:rPr>
              <a:t>MyFile</a:t>
            </a:r>
            <a:r>
              <a:rPr lang="en-IN" altLang="en-US" sz="1650" dirty="0">
                <a:latin typeface="Rockwell" panose="02060603020205020403" pitchFamily="18" charset="0"/>
                <a:cs typeface="Times New Roman" panose="02020603050405020304" pitchFamily="18" charset="0"/>
              </a:rPr>
              <a:t>”);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ObjectOutputStream</a:t>
            </a:r>
            <a:r>
              <a:rPr lang="en-IN" altLang="en-US" sz="1650" dirty="0">
                <a:latin typeface="Rockwell" panose="02060603020205020403" pitchFamily="18" charset="0"/>
                <a:cs typeface="Times New Roman" panose="02020603050405020304" pitchFamily="18" charset="0"/>
              </a:rPr>
              <a:t> out = new</a:t>
            </a: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				 </a:t>
            </a:r>
            <a:r>
              <a:rPr lang="en-IN" altLang="en-US" sz="1650" dirty="0" err="1">
                <a:latin typeface="Rockwell" panose="02060603020205020403" pitchFamily="18" charset="0"/>
                <a:cs typeface="Times New Roman" panose="02020603050405020304" pitchFamily="18" charset="0"/>
              </a:rPr>
              <a:t>ObjectOutputStream</a:t>
            </a:r>
            <a:r>
              <a:rPr lang="en-IN" altLang="en-US" sz="1650" dirty="0">
                <a:latin typeface="Rockwell" panose="02060603020205020403" pitchFamily="18" charset="0"/>
                <a:cs typeface="Times New Roman" panose="02020603050405020304" pitchFamily="18" charset="0"/>
              </a:rPr>
              <a:t>(file); </a:t>
            </a:r>
          </a:p>
          <a:p>
            <a:pPr fontAlgn="base">
              <a:lnSpc>
                <a:spcPct val="107000"/>
              </a:lnSpc>
              <a:spcAft>
                <a:spcPts val="600"/>
              </a:spcAft>
            </a:pP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out.writeObject</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(object);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out.close</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file.close</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err="1">
                <a:latin typeface="Rockwell" panose="02060603020205020403" pitchFamily="18" charset="0"/>
                <a:ea typeface="Times New Roman" panose="02020603050405020304" pitchFamily="18" charset="0"/>
                <a:cs typeface="Courier New" panose="02070309020205020404" pitchFamily="49" charset="0"/>
              </a:rPr>
              <a:t>System.out.println</a:t>
            </a:r>
            <a:r>
              <a:rPr lang="en-IN" altLang="en-US" sz="1650" dirty="0">
                <a:latin typeface="Rockwell" panose="02060603020205020403" pitchFamily="18" charset="0"/>
                <a:ea typeface="Times New Roman" panose="02020603050405020304" pitchFamily="18" charset="0"/>
                <a:cs typeface="Courier New" panose="02070309020205020404" pitchFamily="49" charset="0"/>
              </a:rPr>
              <a:t>("Object has been serialized"); </a:t>
            </a:r>
            <a:endParaRPr lang="en-IN" altLang="en-US" sz="1650" dirty="0">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600"/>
              </a:spcAft>
            </a:pPr>
            <a:r>
              <a:rPr lang="en-IN" altLang="en-US" sz="1650" dirty="0">
                <a:latin typeface="Rockwell" panose="02060603020205020403" pitchFamily="18" charset="0"/>
                <a:ea typeface="Times New Roman" panose="02020603050405020304" pitchFamily="18" charset="0"/>
                <a:cs typeface="Courier New" panose="02070309020205020404" pitchFamily="49" charset="0"/>
              </a:rPr>
              <a:t> </a:t>
            </a:r>
            <a:r>
              <a:rPr lang="en-IN" altLang="en-US" sz="1650" dirty="0">
                <a:latin typeface="Rockwell" panose="02060603020205020403" pitchFamily="18" charset="0"/>
                <a:cs typeface="Times New Roman" panose="02020603050405020304" pitchFamily="18" charset="0"/>
              </a:rPr>
              <a:t>        } </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r>
              <a:rPr lang="en-IN" altLang="en-US" sz="1650" dirty="0">
                <a:latin typeface="Rockwell" panose="02060603020205020403" pitchFamily="18" charset="0"/>
                <a:cs typeface="Times New Roman" panose="02020603050405020304" pitchFamily="18" charset="0"/>
              </a:rPr>
              <a:t>}</a:t>
            </a: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endParaRPr lang="en-IN" altLang="en-US" sz="1650" dirty="0">
              <a:latin typeface="Calibri" panose="020F0502020204030204" pitchFamily="34" charset="0"/>
              <a:cs typeface="Calibri" panose="020F0502020204030204" pitchFamily="34" charset="0"/>
            </a:endParaRPr>
          </a:p>
          <a:p>
            <a:pPr fontAlgn="base">
              <a:lnSpc>
                <a:spcPct val="107000"/>
              </a:lnSpc>
              <a:spcAft>
                <a:spcPts val="600"/>
              </a:spcAft>
            </a:pPr>
            <a:endParaRPr lang="en-IN" altLang="en-US" sz="1650" dirty="0">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65ED643E-F630-476A-9504-CFEA2146EFE7}"/>
              </a:ext>
            </a:extLst>
          </p:cNvPr>
          <p:cNvSpPr>
            <a:spLocks noGrp="1"/>
          </p:cNvSpPr>
          <p:nvPr>
            <p:ph sz="quarter" idx="10"/>
          </p:nvPr>
        </p:nvSpPr>
        <p:spPr/>
        <p:txBody>
          <a:bodyPr rtlCol="0"/>
          <a:lstStyle/>
          <a:p>
            <a:pPr>
              <a:defRPr/>
            </a:pP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ObjectInputStream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and </a:t>
            </a:r>
            <a:r>
              <a:rPr lang="en-IN" altLang="en-US" sz="2400" b="0" dirty="0" err="1">
                <a:latin typeface="Rockwell" panose="02060603020205020403" pitchFamily="18" charset="0"/>
                <a:ea typeface="Times New Roman" panose="02020603050405020304" pitchFamily="18" charset="0"/>
                <a:cs typeface="Courier New" panose="02070309020205020404" pitchFamily="49" charset="0"/>
              </a:rPr>
              <a:t>ObjectOutputStream</a:t>
            </a:r>
            <a:r>
              <a:rPr lang="en-IN" altLang="en-US" sz="2400" b="0" dirty="0">
                <a:latin typeface="Rockwell" panose="02060603020205020403" pitchFamily="18" charset="0"/>
                <a:ea typeface="Times New Roman" panose="02020603050405020304" pitchFamily="18" charset="0"/>
                <a:cs typeface="Courier New" panose="02070309020205020404" pitchFamily="49" charset="0"/>
              </a:rPr>
              <a:t> - Example</a:t>
            </a:r>
            <a:endParaRPr lang="en-US" b="0" dirty="0"/>
          </a:p>
        </p:txBody>
      </p:sp>
    </p:spTree>
    <p:extLst>
      <p:ext uri="{BB962C8B-B14F-4D97-AF65-F5344CB8AC3E}">
        <p14:creationId xmlns:p14="http://schemas.microsoft.com/office/powerpoint/2010/main" val="4052514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Line 1"/>
          <p:cNvSpPr>
            <a:spLocks noChangeShapeType="1"/>
          </p:cNvSpPr>
          <p:nvPr/>
        </p:nvSpPr>
        <p:spPr bwMode="auto">
          <a:xfrm>
            <a:off x="603250" y="784225"/>
            <a:ext cx="7964488" cy="0"/>
          </a:xfrm>
          <a:prstGeom prst="line">
            <a:avLst/>
          </a:prstGeom>
          <a:noFill/>
          <a:ln w="5472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en-IN" sz="2177">
              <a:solidFill>
                <a:srgbClr val="000000"/>
              </a:solidFill>
            </a:endParaRPr>
          </a:p>
        </p:txBody>
      </p:sp>
      <p:sp>
        <p:nvSpPr>
          <p:cNvPr id="36866" name="Text Box 2"/>
          <p:cNvSpPr txBox="1">
            <a:spLocks noChangeArrowheads="1"/>
          </p:cNvSpPr>
          <p:nvPr/>
        </p:nvSpPr>
        <p:spPr bwMode="auto">
          <a:xfrm>
            <a:off x="2420938" y="331788"/>
            <a:ext cx="4427537"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Lst>
              <a:defRPr sz="2400">
                <a:solidFill>
                  <a:schemeClr val="tx1"/>
                </a:solidFill>
                <a:latin typeface="Times New Roman" panose="02020603050405020304" pitchFamily="18" charset="0"/>
              </a:defRPr>
            </a:lvl9pPr>
          </a:lstStyle>
          <a:p>
            <a:pPr algn="ctr">
              <a:buSzPct val="85000"/>
              <a:defRPr/>
            </a:pPr>
            <a:r>
              <a:rPr lang="en-GB" sz="2540">
                <a:solidFill>
                  <a:srgbClr val="000000"/>
                </a:solidFill>
                <a:latin typeface="Helvetica" panose="020B0604020202020204" pitchFamily="34" charset="0"/>
              </a:rPr>
              <a:t>Example - Serialize an Object</a:t>
            </a:r>
          </a:p>
        </p:txBody>
      </p:sp>
      <p:sp>
        <p:nvSpPr>
          <p:cNvPr id="36867" name="AutoShape 3"/>
          <p:cNvSpPr>
            <a:spLocks noChangeArrowheads="1"/>
          </p:cNvSpPr>
          <p:nvPr/>
        </p:nvSpPr>
        <p:spPr bwMode="auto">
          <a:xfrm>
            <a:off x="620713" y="896938"/>
            <a:ext cx="7888287" cy="5516562"/>
          </a:xfrm>
          <a:prstGeom prst="roundRect">
            <a:avLst>
              <a:gd name="adj" fmla="val 23"/>
            </a:avLst>
          </a:prstGeom>
          <a:solidFill>
            <a:srgbClr val="FFFFCC"/>
          </a:solidFill>
          <a:ln w="9360">
            <a:solidFill>
              <a:srgbClr val="000000"/>
            </a:solidFill>
            <a:round/>
            <a:headEnd/>
            <a:tailEnd/>
          </a:ln>
        </p:spPr>
        <p:txBody>
          <a:bodyPr wrap="none" anchor="ctr"/>
          <a:lstStyle/>
          <a:p>
            <a:pPr>
              <a:defRPr/>
            </a:pPr>
            <a:endParaRPr lang="en-IN" sz="2177">
              <a:solidFill>
                <a:srgbClr val="000000"/>
              </a:solidFill>
            </a:endParaRPr>
          </a:p>
        </p:txBody>
      </p:sp>
      <p:sp>
        <p:nvSpPr>
          <p:cNvPr id="36868" name="Text Box 4"/>
          <p:cNvSpPr txBox="1">
            <a:spLocks noChangeArrowheads="1"/>
          </p:cNvSpPr>
          <p:nvPr/>
        </p:nvSpPr>
        <p:spPr bwMode="auto">
          <a:xfrm>
            <a:off x="766763" y="984250"/>
            <a:ext cx="7664450"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09550" indent="-2095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spcBef>
                <a:spcPts val="239"/>
              </a:spcBef>
              <a:buClr>
                <a:srgbClr val="000000"/>
              </a:buClr>
              <a:buSzPct val="168000"/>
              <a:defRPr/>
            </a:pPr>
            <a:r>
              <a:rPr lang="en-GB" sz="1270" dirty="0">
                <a:solidFill>
                  <a:srgbClr val="000000"/>
                </a:solidFill>
                <a:latin typeface="Courier" charset="0"/>
              </a:rPr>
              <a:t>import java.io.*;</a:t>
            </a:r>
          </a:p>
          <a:p>
            <a:pPr>
              <a:spcBef>
                <a:spcPts val="239"/>
              </a:spcBef>
              <a:buClr>
                <a:srgbClr val="000000"/>
              </a:buClr>
              <a:buSzPct val="168000"/>
              <a:defRPr/>
            </a:pPr>
            <a:endParaRPr lang="en-GB" sz="1270" dirty="0">
              <a:solidFill>
                <a:srgbClr val="000000"/>
              </a:solidFill>
              <a:latin typeface="Courier" charset="0"/>
            </a:endParaRPr>
          </a:p>
          <a:p>
            <a:pPr>
              <a:spcBef>
                <a:spcPts val="239"/>
              </a:spcBef>
              <a:buClr>
                <a:srgbClr val="000000"/>
              </a:buClr>
              <a:buSzPct val="168000"/>
              <a:defRPr/>
            </a:pPr>
            <a:r>
              <a:rPr lang="en-GB" sz="1270" dirty="0">
                <a:solidFill>
                  <a:srgbClr val="000000"/>
                </a:solidFill>
                <a:latin typeface="Courier" charset="0"/>
              </a:rPr>
              <a:t>public class Test1</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public void </a:t>
            </a:r>
            <a:r>
              <a:rPr lang="en-GB" sz="1270" dirty="0" err="1">
                <a:solidFill>
                  <a:srgbClr val="000000"/>
                </a:solidFill>
                <a:latin typeface="Courier" charset="0"/>
              </a:rPr>
              <a:t>saveObject</a:t>
            </a:r>
            <a:r>
              <a:rPr lang="en-GB" sz="1270" dirty="0">
                <a:solidFill>
                  <a:srgbClr val="000000"/>
                </a:solidFill>
                <a:latin typeface="Courier" charset="0"/>
              </a:rPr>
              <a:t>(String </a:t>
            </a:r>
            <a:r>
              <a:rPr lang="en-GB" sz="1270" dirty="0" err="1">
                <a:solidFill>
                  <a:srgbClr val="000000"/>
                </a:solidFill>
                <a:latin typeface="Courier" charset="0"/>
              </a:rPr>
              <a:t>outputFilename</a:t>
            </a:r>
            <a:r>
              <a:rPr lang="en-GB" sz="1270" dirty="0">
                <a:solidFill>
                  <a:srgbClr val="000000"/>
                </a:solidFill>
                <a:latin typeface="Courier" charset="0"/>
              </a:rPr>
              <a:t>, Object </a:t>
            </a:r>
            <a:r>
              <a:rPr lang="en-GB" sz="1270" dirty="0" err="1">
                <a:solidFill>
                  <a:srgbClr val="000000"/>
                </a:solidFill>
                <a:latin typeface="Courier" charset="0"/>
              </a:rPr>
              <a:t>anObject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try</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FileOutputStream</a:t>
            </a:r>
            <a:r>
              <a:rPr lang="en-GB" sz="1270" dirty="0">
                <a:solidFill>
                  <a:srgbClr val="000000"/>
                </a:solidFill>
                <a:latin typeface="Courier" charset="0"/>
              </a:rPr>
              <a:t> </a:t>
            </a:r>
            <a:r>
              <a:rPr lang="en-GB" sz="1270" dirty="0" err="1">
                <a:solidFill>
                  <a:srgbClr val="000000"/>
                </a:solidFill>
                <a:latin typeface="Courier" charset="0"/>
              </a:rPr>
              <a:t>fpout</a:t>
            </a:r>
            <a:r>
              <a:rPr lang="en-GB" sz="1270" dirty="0">
                <a:solidFill>
                  <a:srgbClr val="000000"/>
                </a:solidFill>
                <a:latin typeface="Courier" charset="0"/>
              </a:rPr>
              <a:t> = new </a:t>
            </a:r>
            <a:r>
              <a:rPr lang="en-GB" sz="1270" dirty="0" err="1">
                <a:solidFill>
                  <a:srgbClr val="000000"/>
                </a:solidFill>
                <a:latin typeface="Courier" charset="0"/>
              </a:rPr>
              <a:t>FileOutputStream</a:t>
            </a:r>
            <a:r>
              <a:rPr lang="en-GB" sz="1270" dirty="0">
                <a:solidFill>
                  <a:srgbClr val="000000"/>
                </a:solidFill>
                <a:latin typeface="Courier" charset="0"/>
              </a:rPr>
              <a:t>(</a:t>
            </a:r>
            <a:r>
              <a:rPr lang="en-GB" sz="1270" dirty="0" err="1">
                <a:solidFill>
                  <a:srgbClr val="000000"/>
                </a:solidFill>
                <a:latin typeface="Courier" charset="0"/>
              </a:rPr>
              <a:t>outputFilename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ObjectOutputStream</a:t>
            </a:r>
            <a:r>
              <a:rPr lang="en-GB" sz="1270" dirty="0">
                <a:solidFill>
                  <a:srgbClr val="000000"/>
                </a:solidFill>
                <a:latin typeface="Courier" charset="0"/>
              </a:rPr>
              <a:t> </a:t>
            </a:r>
            <a:r>
              <a:rPr lang="en-GB" sz="1270" dirty="0" err="1">
                <a:solidFill>
                  <a:srgbClr val="000000"/>
                </a:solidFill>
                <a:latin typeface="Courier" charset="0"/>
              </a:rPr>
              <a:t>obOut</a:t>
            </a:r>
            <a:r>
              <a:rPr lang="en-GB" sz="1270" dirty="0">
                <a:solidFill>
                  <a:srgbClr val="000000"/>
                </a:solidFill>
                <a:latin typeface="Courier" charset="0"/>
              </a:rPr>
              <a:t> = new </a:t>
            </a:r>
            <a:r>
              <a:rPr lang="en-GB" sz="1270" dirty="0" err="1">
                <a:solidFill>
                  <a:srgbClr val="000000"/>
                </a:solidFill>
                <a:latin typeface="Courier" charset="0"/>
              </a:rPr>
              <a:t>ObjectOutputStream</a:t>
            </a:r>
            <a:r>
              <a:rPr lang="en-GB" sz="1270" dirty="0">
                <a:solidFill>
                  <a:srgbClr val="000000"/>
                </a:solidFill>
                <a:latin typeface="Courier" charset="0"/>
              </a:rPr>
              <a:t>(</a:t>
            </a:r>
            <a:r>
              <a:rPr lang="en-GB" sz="1270" dirty="0" err="1">
                <a:solidFill>
                  <a:srgbClr val="000000"/>
                </a:solidFill>
                <a:latin typeface="Courier" charset="0"/>
              </a:rPr>
              <a:t>fpout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obOut.writeObject</a:t>
            </a:r>
            <a:r>
              <a:rPr lang="en-GB" sz="1270" dirty="0">
                <a:solidFill>
                  <a:srgbClr val="000000"/>
                </a:solidFill>
                <a:latin typeface="Courier" charset="0"/>
              </a:rPr>
              <a:t>(</a:t>
            </a:r>
            <a:r>
              <a:rPr lang="en-GB" sz="1270" dirty="0" err="1">
                <a:solidFill>
                  <a:srgbClr val="000000"/>
                </a:solidFill>
                <a:latin typeface="Courier" charset="0"/>
              </a:rPr>
              <a:t>anObject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obOut.flush</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obOut.close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catch (</a:t>
            </a:r>
            <a:r>
              <a:rPr lang="en-GB" sz="1270" dirty="0" err="1">
                <a:solidFill>
                  <a:srgbClr val="000000"/>
                </a:solidFill>
                <a:latin typeface="Courier" charset="0"/>
              </a:rPr>
              <a:t>IOException</a:t>
            </a:r>
            <a:r>
              <a:rPr lang="en-GB" sz="1270" dirty="0">
                <a:solidFill>
                  <a:srgbClr val="000000"/>
                </a:solidFill>
                <a:latin typeface="Courier" charset="0"/>
              </a:rPr>
              <a:t>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System.out.println</a:t>
            </a:r>
            <a:r>
              <a:rPr lang="en-GB" sz="1270" dirty="0">
                <a:solidFill>
                  <a:srgbClr val="000000"/>
                </a:solidFill>
                <a:latin typeface="Courier" charset="0"/>
              </a:rPr>
              <a:t>("Error:" +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endParaRPr lang="en-GB" sz="1270" dirty="0">
              <a:solidFill>
                <a:srgbClr val="000000"/>
              </a:solidFill>
              <a:latin typeface="Courier" charset="0"/>
            </a:endParaRPr>
          </a:p>
        </p:txBody>
      </p:sp>
    </p:spTree>
    <p:extLst>
      <p:ext uri="{BB962C8B-B14F-4D97-AF65-F5344CB8AC3E}">
        <p14:creationId xmlns:p14="http://schemas.microsoft.com/office/powerpoint/2010/main" val="3062953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Line 1"/>
          <p:cNvSpPr>
            <a:spLocks noChangeShapeType="1"/>
          </p:cNvSpPr>
          <p:nvPr/>
        </p:nvSpPr>
        <p:spPr bwMode="auto">
          <a:xfrm>
            <a:off x="654050" y="784225"/>
            <a:ext cx="7964488" cy="0"/>
          </a:xfrm>
          <a:prstGeom prst="line">
            <a:avLst/>
          </a:prstGeom>
          <a:noFill/>
          <a:ln w="5472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en-IN" sz="2177">
              <a:solidFill>
                <a:srgbClr val="000000"/>
              </a:solidFill>
            </a:endParaRPr>
          </a:p>
        </p:txBody>
      </p:sp>
      <p:sp>
        <p:nvSpPr>
          <p:cNvPr id="37890" name="Text Box 2"/>
          <p:cNvSpPr txBox="1">
            <a:spLocks noChangeArrowheads="1"/>
          </p:cNvSpPr>
          <p:nvPr/>
        </p:nvSpPr>
        <p:spPr bwMode="auto">
          <a:xfrm>
            <a:off x="1876425" y="323850"/>
            <a:ext cx="5989638"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9pPr>
          </a:lstStyle>
          <a:p>
            <a:pPr algn="ctr">
              <a:buSzPct val="85000"/>
              <a:defRPr/>
            </a:pPr>
            <a:r>
              <a:rPr lang="en-GB" sz="2540">
                <a:solidFill>
                  <a:srgbClr val="000000"/>
                </a:solidFill>
                <a:latin typeface="Helvetica" panose="020B0604020202020204" pitchFamily="34" charset="0"/>
              </a:rPr>
              <a:t>Example - Read in a Serialized Object</a:t>
            </a:r>
          </a:p>
        </p:txBody>
      </p:sp>
      <p:sp>
        <p:nvSpPr>
          <p:cNvPr id="37891" name="AutoShape 3"/>
          <p:cNvSpPr>
            <a:spLocks noChangeArrowheads="1"/>
          </p:cNvSpPr>
          <p:nvPr/>
        </p:nvSpPr>
        <p:spPr bwMode="auto">
          <a:xfrm>
            <a:off x="671513" y="896938"/>
            <a:ext cx="7888287" cy="5516562"/>
          </a:xfrm>
          <a:prstGeom prst="roundRect">
            <a:avLst>
              <a:gd name="adj" fmla="val 23"/>
            </a:avLst>
          </a:prstGeom>
          <a:solidFill>
            <a:srgbClr val="FFFFCC"/>
          </a:solidFill>
          <a:ln w="9360">
            <a:solidFill>
              <a:srgbClr val="000000"/>
            </a:solidFill>
            <a:round/>
            <a:headEnd/>
            <a:tailEnd/>
          </a:ln>
        </p:spPr>
        <p:txBody>
          <a:bodyPr wrap="none" anchor="ctr"/>
          <a:lstStyle/>
          <a:p>
            <a:pPr>
              <a:defRPr/>
            </a:pPr>
            <a:endParaRPr lang="en-IN" sz="2177">
              <a:solidFill>
                <a:srgbClr val="000000"/>
              </a:solidFill>
            </a:endParaRPr>
          </a:p>
        </p:txBody>
      </p:sp>
      <p:sp>
        <p:nvSpPr>
          <p:cNvPr id="37892" name="Text Box 4"/>
          <p:cNvSpPr txBox="1">
            <a:spLocks noChangeArrowheads="1"/>
          </p:cNvSpPr>
          <p:nvPr/>
        </p:nvSpPr>
        <p:spPr bwMode="auto">
          <a:xfrm>
            <a:off x="817563" y="984250"/>
            <a:ext cx="7664450"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09550" indent="-2095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spcBef>
                <a:spcPts val="239"/>
              </a:spcBef>
              <a:buClr>
                <a:srgbClr val="000000"/>
              </a:buClr>
              <a:buSzPct val="168000"/>
              <a:defRPr/>
            </a:pPr>
            <a:r>
              <a:rPr lang="en-GB" sz="1270" dirty="0">
                <a:solidFill>
                  <a:srgbClr val="000000"/>
                </a:solidFill>
                <a:latin typeface="Courier" charset="0"/>
              </a:rPr>
              <a:t>import java.io.*;</a:t>
            </a:r>
          </a:p>
          <a:p>
            <a:pPr>
              <a:spcBef>
                <a:spcPts val="239"/>
              </a:spcBef>
              <a:buClr>
                <a:srgbClr val="000000"/>
              </a:buClr>
              <a:buSzPct val="168000"/>
              <a:defRPr/>
            </a:pPr>
            <a:endParaRPr lang="en-GB" sz="1270" dirty="0">
              <a:solidFill>
                <a:srgbClr val="000000"/>
              </a:solidFill>
              <a:latin typeface="Courier" charset="0"/>
            </a:endParaRPr>
          </a:p>
          <a:p>
            <a:pPr>
              <a:spcBef>
                <a:spcPts val="239"/>
              </a:spcBef>
              <a:buClr>
                <a:srgbClr val="000000"/>
              </a:buClr>
              <a:buSzPct val="168000"/>
              <a:defRPr/>
            </a:pPr>
            <a:r>
              <a:rPr lang="en-GB" sz="1270" dirty="0">
                <a:solidFill>
                  <a:srgbClr val="000000"/>
                </a:solidFill>
                <a:latin typeface="Courier" charset="0"/>
              </a:rPr>
              <a:t>public class Test2</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public Object </a:t>
            </a:r>
            <a:r>
              <a:rPr lang="en-GB" sz="1270" dirty="0" err="1">
                <a:solidFill>
                  <a:srgbClr val="000000"/>
                </a:solidFill>
                <a:latin typeface="Courier" charset="0"/>
              </a:rPr>
              <a:t>readObject</a:t>
            </a:r>
            <a:r>
              <a:rPr lang="en-GB" sz="1270" dirty="0">
                <a:solidFill>
                  <a:srgbClr val="000000"/>
                </a:solidFill>
                <a:latin typeface="Courier" charset="0"/>
              </a:rPr>
              <a:t>(String </a:t>
            </a:r>
            <a:r>
              <a:rPr lang="en-GB" sz="1270" dirty="0" err="1">
                <a:solidFill>
                  <a:srgbClr val="000000"/>
                </a:solidFill>
                <a:latin typeface="Courier" charset="0"/>
              </a:rPr>
              <a:t>inputFilename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try</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FileInputStream</a:t>
            </a:r>
            <a:r>
              <a:rPr lang="en-GB" sz="1270" dirty="0">
                <a:solidFill>
                  <a:srgbClr val="000000"/>
                </a:solidFill>
                <a:latin typeface="Courier" charset="0"/>
              </a:rPr>
              <a:t> </a:t>
            </a:r>
            <a:r>
              <a:rPr lang="en-GB" sz="1270" dirty="0" err="1">
                <a:solidFill>
                  <a:srgbClr val="000000"/>
                </a:solidFill>
                <a:latin typeface="Courier" charset="0"/>
              </a:rPr>
              <a:t>fpin</a:t>
            </a:r>
            <a:r>
              <a:rPr lang="en-GB" sz="1270" dirty="0">
                <a:solidFill>
                  <a:srgbClr val="000000"/>
                </a:solidFill>
                <a:latin typeface="Courier" charset="0"/>
              </a:rPr>
              <a:t> = new </a:t>
            </a:r>
            <a:r>
              <a:rPr lang="en-GB" sz="1270" dirty="0" err="1">
                <a:solidFill>
                  <a:srgbClr val="000000"/>
                </a:solidFill>
                <a:latin typeface="Courier" charset="0"/>
              </a:rPr>
              <a:t>FileInputStream</a:t>
            </a:r>
            <a:r>
              <a:rPr lang="en-GB" sz="1270" dirty="0">
                <a:solidFill>
                  <a:srgbClr val="000000"/>
                </a:solidFill>
                <a:latin typeface="Courier" charset="0"/>
              </a:rPr>
              <a:t>(</a:t>
            </a:r>
            <a:r>
              <a:rPr lang="en-GB" sz="1270" dirty="0" err="1">
                <a:solidFill>
                  <a:srgbClr val="000000"/>
                </a:solidFill>
                <a:latin typeface="Courier" charset="0"/>
              </a:rPr>
              <a:t>inputFilename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ObjectInputStream</a:t>
            </a:r>
            <a:r>
              <a:rPr lang="en-GB" sz="1270" dirty="0">
                <a:solidFill>
                  <a:srgbClr val="000000"/>
                </a:solidFill>
                <a:latin typeface="Courier" charset="0"/>
              </a:rPr>
              <a:t> </a:t>
            </a:r>
            <a:r>
              <a:rPr lang="en-GB" sz="1270" dirty="0" err="1">
                <a:solidFill>
                  <a:srgbClr val="000000"/>
                </a:solidFill>
                <a:latin typeface="Courier" charset="0"/>
              </a:rPr>
              <a:t>obIn</a:t>
            </a:r>
            <a:r>
              <a:rPr lang="en-GB" sz="1270" dirty="0">
                <a:solidFill>
                  <a:srgbClr val="000000"/>
                </a:solidFill>
                <a:latin typeface="Courier" charset="0"/>
              </a:rPr>
              <a:t> = new </a:t>
            </a:r>
            <a:r>
              <a:rPr lang="en-GB" sz="1270" dirty="0" err="1">
                <a:solidFill>
                  <a:srgbClr val="000000"/>
                </a:solidFill>
                <a:latin typeface="Courier" charset="0"/>
              </a:rPr>
              <a:t>ObjectInputStream</a:t>
            </a:r>
            <a:r>
              <a:rPr lang="en-GB" sz="1270" dirty="0">
                <a:solidFill>
                  <a:srgbClr val="000000"/>
                </a:solidFill>
                <a:latin typeface="Courier" charset="0"/>
              </a:rPr>
              <a:t>(</a:t>
            </a:r>
            <a:r>
              <a:rPr lang="en-GB" sz="1270" dirty="0" err="1">
                <a:solidFill>
                  <a:srgbClr val="000000"/>
                </a:solidFill>
                <a:latin typeface="Courier" charset="0"/>
              </a:rPr>
              <a:t>fpin</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Object </a:t>
            </a:r>
            <a:r>
              <a:rPr lang="en-GB" sz="1270" dirty="0" err="1">
                <a:solidFill>
                  <a:srgbClr val="000000"/>
                </a:solidFill>
                <a:latin typeface="Courier" charset="0"/>
              </a:rPr>
              <a:t>anObject</a:t>
            </a:r>
            <a:r>
              <a:rPr lang="en-GB" sz="1270" dirty="0">
                <a:solidFill>
                  <a:srgbClr val="000000"/>
                </a:solidFill>
                <a:latin typeface="Courier" charset="0"/>
              </a:rPr>
              <a:t> = </a:t>
            </a:r>
            <a:r>
              <a:rPr lang="en-GB" sz="1270" dirty="0" err="1">
                <a:solidFill>
                  <a:srgbClr val="000000"/>
                </a:solidFill>
                <a:latin typeface="Courier" charset="0"/>
              </a:rPr>
              <a:t>obIn.readObject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obIn.close</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return </a:t>
            </a:r>
            <a:r>
              <a:rPr lang="en-GB" sz="1270" dirty="0" err="1">
                <a:solidFill>
                  <a:srgbClr val="000000"/>
                </a:solidFill>
                <a:latin typeface="Courier" charset="0"/>
              </a:rPr>
              <a:t>anObject</a:t>
            </a: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catch (</a:t>
            </a:r>
            <a:r>
              <a:rPr lang="en-GB" sz="1270" dirty="0" err="1">
                <a:solidFill>
                  <a:srgbClr val="000000"/>
                </a:solidFill>
                <a:latin typeface="Courier" charset="0"/>
              </a:rPr>
              <a:t>IOException</a:t>
            </a:r>
            <a:r>
              <a:rPr lang="en-GB" sz="1270" dirty="0">
                <a:solidFill>
                  <a:srgbClr val="000000"/>
                </a:solidFill>
                <a:latin typeface="Courier" charset="0"/>
              </a:rPr>
              <a:t>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r>
              <a:rPr lang="en-GB" sz="1270" dirty="0" err="1">
                <a:solidFill>
                  <a:srgbClr val="000000"/>
                </a:solidFill>
                <a:latin typeface="Courier" charset="0"/>
              </a:rPr>
              <a:t>System.out.println</a:t>
            </a:r>
            <a:r>
              <a:rPr lang="en-GB" sz="1270" dirty="0">
                <a:solidFill>
                  <a:srgbClr val="000000"/>
                </a:solidFill>
                <a:latin typeface="Courier" charset="0"/>
              </a:rPr>
              <a:t>("Error:" + x);</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r>
              <a:rPr lang="en-GB" sz="1270" dirty="0">
                <a:solidFill>
                  <a:srgbClr val="000000"/>
                </a:solidFill>
                <a:latin typeface="Courier" charset="0"/>
              </a:rPr>
              <a:t>}</a:t>
            </a:r>
          </a:p>
          <a:p>
            <a:pPr>
              <a:spcBef>
                <a:spcPts val="239"/>
              </a:spcBef>
              <a:buClr>
                <a:srgbClr val="000000"/>
              </a:buClr>
              <a:buSzPct val="168000"/>
              <a:defRPr/>
            </a:pPr>
            <a:r>
              <a:rPr lang="en-GB" sz="1270" dirty="0">
                <a:solidFill>
                  <a:srgbClr val="000000"/>
                </a:solidFill>
                <a:latin typeface="Courier" charset="0"/>
              </a:rPr>
              <a:t>			</a:t>
            </a:r>
          </a:p>
          <a:p>
            <a:pPr>
              <a:spcBef>
                <a:spcPts val="239"/>
              </a:spcBef>
              <a:buClr>
                <a:srgbClr val="000000"/>
              </a:buClr>
              <a:buSzPct val="168000"/>
              <a:defRPr/>
            </a:pPr>
            <a:endParaRPr lang="en-GB" sz="1270" dirty="0">
              <a:solidFill>
                <a:srgbClr val="000000"/>
              </a:solidFill>
              <a:latin typeface="Courier" charset="0"/>
            </a:endParaRPr>
          </a:p>
        </p:txBody>
      </p:sp>
    </p:spTree>
    <p:extLst>
      <p:ext uri="{BB962C8B-B14F-4D97-AF65-F5344CB8AC3E}">
        <p14:creationId xmlns:p14="http://schemas.microsoft.com/office/powerpoint/2010/main" val="2752229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Line 1"/>
          <p:cNvSpPr>
            <a:spLocks noChangeShapeType="1"/>
          </p:cNvSpPr>
          <p:nvPr/>
        </p:nvSpPr>
        <p:spPr bwMode="auto">
          <a:xfrm>
            <a:off x="492125" y="869950"/>
            <a:ext cx="7964488" cy="0"/>
          </a:xfrm>
          <a:prstGeom prst="line">
            <a:avLst/>
          </a:prstGeom>
          <a:noFill/>
          <a:ln w="5472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en-IN" sz="2177">
              <a:solidFill>
                <a:srgbClr val="000000"/>
              </a:solidFill>
            </a:endParaRPr>
          </a:p>
        </p:txBody>
      </p:sp>
      <p:sp>
        <p:nvSpPr>
          <p:cNvPr id="40962" name="Text Box 2"/>
          <p:cNvSpPr txBox="1">
            <a:spLocks noChangeArrowheads="1"/>
          </p:cNvSpPr>
          <p:nvPr/>
        </p:nvSpPr>
        <p:spPr bwMode="auto">
          <a:xfrm>
            <a:off x="454025" y="1752600"/>
            <a:ext cx="8002588" cy="452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15900" indent="-2159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1pPr>
            <a:lvl2pPr marL="431800" indent="-2159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chemeClr val="tx1"/>
                </a:solidFill>
                <a:latin typeface="Times New Roman" panose="02020603050405020304" pitchFamily="18" charset="0"/>
              </a:defRPr>
            </a:lvl9pPr>
          </a:lstStyle>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Java IO provides a class which is an abstract representation of a file or directory within the file system.</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The File class has 2 constructors:</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lvl="1">
              <a:buClr>
                <a:srgbClr val="000000"/>
              </a:buClr>
              <a:buSzPct val="85000"/>
              <a:buFont typeface="Times New Roman" panose="02020603050405020304" pitchFamily="18" charset="0"/>
              <a:buNone/>
              <a:defRPr/>
            </a:pPr>
            <a:r>
              <a:rPr lang="en-GB" sz="1814" dirty="0">
                <a:solidFill>
                  <a:srgbClr val="000000"/>
                </a:solidFill>
                <a:latin typeface="Courier" charset="0"/>
              </a:rPr>
              <a:t>File(String </a:t>
            </a:r>
            <a:r>
              <a:rPr lang="en-GB" sz="1814" dirty="0" err="1">
                <a:solidFill>
                  <a:srgbClr val="000000"/>
                </a:solidFill>
                <a:latin typeface="Courier" charset="0"/>
              </a:rPr>
              <a:t>pathName</a:t>
            </a:r>
            <a:r>
              <a:rPr lang="en-GB" sz="1814" dirty="0">
                <a:solidFill>
                  <a:srgbClr val="000000"/>
                </a:solidFill>
                <a:latin typeface="Courier" charset="0"/>
              </a:rPr>
              <a:t>)</a:t>
            </a:r>
          </a:p>
          <a:p>
            <a:pPr lvl="1">
              <a:buClr>
                <a:srgbClr val="000000"/>
              </a:buClr>
              <a:buSzPct val="85000"/>
              <a:buFont typeface="Times New Roman" panose="02020603050405020304" pitchFamily="18" charset="0"/>
              <a:buNone/>
              <a:defRPr/>
            </a:pPr>
            <a:r>
              <a:rPr lang="en-GB" sz="1814" dirty="0">
                <a:solidFill>
                  <a:srgbClr val="000000"/>
                </a:solidFill>
                <a:latin typeface="Courier" charset="0"/>
              </a:rPr>
              <a:t>File(File parent, String child)</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The File class provides several query methods:</a:t>
            </a:r>
          </a:p>
          <a:p>
            <a:pPr lvl="1">
              <a:buClr>
                <a:srgbClr val="000000"/>
              </a:buClr>
              <a:buSzPct val="85000"/>
              <a:buFont typeface="Times New Roman" panose="02020603050405020304" pitchFamily="18" charset="0"/>
              <a:buBlip>
                <a:blip r:embed="rId3"/>
              </a:buBlip>
              <a:defRPr/>
            </a:pPr>
            <a:r>
              <a:rPr lang="en-GB" sz="1814" dirty="0" err="1">
                <a:solidFill>
                  <a:srgbClr val="000000"/>
                </a:solidFill>
                <a:latin typeface="Helvetica" panose="020B0604020202020204" pitchFamily="34" charset="0"/>
              </a:rPr>
              <a:t>canRead</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canWrite</a:t>
            </a:r>
            <a:r>
              <a:rPr lang="en-GB" sz="1814" dirty="0">
                <a:solidFill>
                  <a:srgbClr val="000000"/>
                </a:solidFill>
                <a:latin typeface="Helvetica" panose="020B0604020202020204" pitchFamily="34" charset="0"/>
              </a:rPr>
              <a:t>(), exists(), </a:t>
            </a:r>
            <a:r>
              <a:rPr lang="en-GB" sz="1814" dirty="0" err="1">
                <a:solidFill>
                  <a:srgbClr val="000000"/>
                </a:solidFill>
                <a:latin typeface="Helvetica" panose="020B0604020202020204" pitchFamily="34" charset="0"/>
              </a:rPr>
              <a:t>getAbsolutePath</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getName</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getParent</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getPath</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isAbsolute</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isDirectory</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isHidden</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lastModified</a:t>
            </a:r>
            <a:r>
              <a:rPr lang="en-GB" sz="1814" dirty="0">
                <a:solidFill>
                  <a:srgbClr val="000000"/>
                </a:solidFill>
                <a:latin typeface="Helvetica" panose="020B0604020202020204" pitchFamily="34" charset="0"/>
              </a:rPr>
              <a:t>(), length(), and list()</a:t>
            </a:r>
          </a:p>
          <a:p>
            <a:pPr>
              <a:buClr>
                <a:srgbClr val="000000"/>
              </a:buClr>
              <a:buSzPct val="343000"/>
              <a:buFont typeface="Times New Roman" panose="02020603050405020304" pitchFamily="18" charset="0"/>
              <a:buNone/>
              <a:defRPr/>
            </a:pPr>
            <a:endParaRPr lang="en-GB" sz="907" dirty="0">
              <a:solidFill>
                <a:srgbClr val="000000"/>
              </a:solidFill>
              <a:latin typeface="Helvetica" panose="020B0604020202020204" pitchFamily="34" charset="0"/>
            </a:endParaRPr>
          </a:p>
          <a:p>
            <a:pPr>
              <a:buClr>
                <a:srgbClr val="000000"/>
              </a:buClr>
              <a:buSzPct val="59000"/>
              <a:buFont typeface="Times New Roman" panose="02020603050405020304" pitchFamily="18" charset="0"/>
              <a:buBlip>
                <a:blip r:embed="rId3"/>
              </a:buBlip>
              <a:defRPr/>
            </a:pPr>
            <a:r>
              <a:rPr lang="en-GB" sz="2177" dirty="0">
                <a:solidFill>
                  <a:srgbClr val="000000"/>
                </a:solidFill>
                <a:latin typeface="Helvetica" panose="020B0604020202020204" pitchFamily="34" charset="0"/>
              </a:rPr>
              <a:t>The File class also provides several methods which act on the file system:</a:t>
            </a:r>
          </a:p>
          <a:p>
            <a:pPr lvl="1">
              <a:buClr>
                <a:srgbClr val="000000"/>
              </a:buClr>
              <a:buSzPct val="85000"/>
              <a:buFont typeface="Times New Roman" panose="02020603050405020304" pitchFamily="18" charset="0"/>
              <a:buBlip>
                <a:blip r:embed="rId3"/>
              </a:buBlip>
              <a:defRPr/>
            </a:pPr>
            <a:r>
              <a:rPr lang="en-GB" sz="1814" dirty="0" err="1">
                <a:solidFill>
                  <a:srgbClr val="000000"/>
                </a:solidFill>
                <a:latin typeface="Helvetica" panose="020B0604020202020204" pitchFamily="34" charset="0"/>
              </a:rPr>
              <a:t>createTempFile</a:t>
            </a:r>
            <a:r>
              <a:rPr lang="en-GB" sz="1814" dirty="0">
                <a:solidFill>
                  <a:srgbClr val="000000"/>
                </a:solidFill>
                <a:latin typeface="Helvetica" panose="020B0604020202020204" pitchFamily="34" charset="0"/>
              </a:rPr>
              <a:t>(), delete(), </a:t>
            </a:r>
            <a:r>
              <a:rPr lang="en-GB" sz="1814" dirty="0" err="1">
                <a:solidFill>
                  <a:srgbClr val="000000"/>
                </a:solidFill>
                <a:latin typeface="Helvetica" panose="020B0604020202020204" pitchFamily="34" charset="0"/>
              </a:rPr>
              <a:t>deleteOnExit</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mkdir</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mkdirs</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renameTo</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setLastModified</a:t>
            </a:r>
            <a:r>
              <a:rPr lang="en-GB" sz="1814" dirty="0">
                <a:solidFill>
                  <a:srgbClr val="000000"/>
                </a:solidFill>
                <a:latin typeface="Helvetica" panose="020B0604020202020204" pitchFamily="34" charset="0"/>
              </a:rPr>
              <a:t>(), </a:t>
            </a:r>
            <a:r>
              <a:rPr lang="en-GB" sz="1814" dirty="0" err="1">
                <a:solidFill>
                  <a:srgbClr val="000000"/>
                </a:solidFill>
                <a:latin typeface="Helvetica" panose="020B0604020202020204" pitchFamily="34" charset="0"/>
              </a:rPr>
              <a:t>setReadOnly</a:t>
            </a:r>
            <a:r>
              <a:rPr lang="en-GB" sz="1814" dirty="0">
                <a:solidFill>
                  <a:srgbClr val="000000"/>
                </a:solidFill>
                <a:latin typeface="Helvetica" panose="020B0604020202020204" pitchFamily="34" charset="0"/>
              </a:rPr>
              <a:t>()</a:t>
            </a:r>
          </a:p>
        </p:txBody>
      </p:sp>
      <p:sp>
        <p:nvSpPr>
          <p:cNvPr id="40963" name="Text Box 3"/>
          <p:cNvSpPr txBox="1">
            <a:spLocks noChangeArrowheads="1"/>
          </p:cNvSpPr>
          <p:nvPr/>
        </p:nvSpPr>
        <p:spPr bwMode="auto">
          <a:xfrm>
            <a:off x="3429000" y="403225"/>
            <a:ext cx="3624263"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tabLst>
                <a:tab pos="723900" algn="l"/>
                <a:tab pos="1447800" algn="l"/>
                <a:tab pos="2171700" algn="l"/>
                <a:tab pos="2895600" algn="l"/>
                <a:tab pos="3619500" algn="l"/>
              </a:tabLst>
              <a:defRPr sz="2400">
                <a:solidFill>
                  <a:schemeClr val="tx1"/>
                </a:solidFill>
                <a:latin typeface="Times New Roman" panose="02020603050405020304" pitchFamily="18" charset="0"/>
              </a:defRPr>
            </a:lvl1pPr>
            <a:lvl2pPr>
              <a:tabLst>
                <a:tab pos="723900" algn="l"/>
                <a:tab pos="1447800" algn="l"/>
                <a:tab pos="2171700" algn="l"/>
                <a:tab pos="2895600" algn="l"/>
                <a:tab pos="3619500" algn="l"/>
              </a:tabLst>
              <a:defRPr sz="2400">
                <a:solidFill>
                  <a:schemeClr val="tx1"/>
                </a:solidFill>
                <a:latin typeface="Times New Roman" panose="02020603050405020304" pitchFamily="18" charset="0"/>
              </a:defRPr>
            </a:lvl2pPr>
            <a:lvl3pPr>
              <a:tabLst>
                <a:tab pos="723900" algn="l"/>
                <a:tab pos="1447800" algn="l"/>
                <a:tab pos="2171700" algn="l"/>
                <a:tab pos="2895600" algn="l"/>
                <a:tab pos="3619500" algn="l"/>
              </a:tabLst>
              <a:defRPr sz="2400">
                <a:solidFill>
                  <a:schemeClr val="tx1"/>
                </a:solidFill>
                <a:latin typeface="Times New Roman" panose="02020603050405020304" pitchFamily="18" charset="0"/>
              </a:defRPr>
            </a:lvl3pPr>
            <a:lvl4pPr>
              <a:tabLst>
                <a:tab pos="723900" algn="l"/>
                <a:tab pos="1447800" algn="l"/>
                <a:tab pos="2171700" algn="l"/>
                <a:tab pos="2895600" algn="l"/>
                <a:tab pos="3619500" algn="l"/>
              </a:tabLst>
              <a:defRPr sz="2400">
                <a:solidFill>
                  <a:schemeClr val="tx1"/>
                </a:solidFill>
                <a:latin typeface="Times New Roman" panose="02020603050405020304" pitchFamily="18" charset="0"/>
              </a:defRPr>
            </a:lvl4pPr>
            <a:lvl5pPr>
              <a:tabLst>
                <a:tab pos="723900" algn="l"/>
                <a:tab pos="1447800" algn="l"/>
                <a:tab pos="2171700" algn="l"/>
                <a:tab pos="2895600" algn="l"/>
                <a:tab pos="3619500" algn="l"/>
              </a:tabLst>
              <a:defRPr sz="2400">
                <a:solidFill>
                  <a:schemeClr val="tx1"/>
                </a:solidFill>
                <a:latin typeface="Times New Roman" panose="02020603050405020304" pitchFamily="18" charset="0"/>
              </a:defRPr>
            </a:lvl5pPr>
            <a:lvl6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6pPr>
            <a:lvl7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7pPr>
            <a:lvl8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8pPr>
            <a:lvl9pPr eaLnBrk="0" fontAlgn="base" hangingPunct="0">
              <a:spcBef>
                <a:spcPct val="0"/>
              </a:spcBef>
              <a:spcAft>
                <a:spcPct val="0"/>
              </a:spcAft>
              <a:tabLst>
                <a:tab pos="723900" algn="l"/>
                <a:tab pos="1447800" algn="l"/>
                <a:tab pos="2171700" algn="l"/>
                <a:tab pos="2895600" algn="l"/>
                <a:tab pos="3619500" algn="l"/>
              </a:tabLst>
              <a:defRPr sz="2400">
                <a:solidFill>
                  <a:schemeClr val="tx1"/>
                </a:solidFill>
                <a:latin typeface="Times New Roman" panose="02020603050405020304" pitchFamily="18" charset="0"/>
              </a:defRPr>
            </a:lvl9pPr>
          </a:lstStyle>
          <a:p>
            <a:pPr algn="ctr">
              <a:buSzPct val="85000"/>
              <a:defRPr/>
            </a:pPr>
            <a:r>
              <a:rPr lang="en-GB" sz="2540">
                <a:solidFill>
                  <a:srgbClr val="000000"/>
                </a:solidFill>
                <a:latin typeface="Helvetica" panose="020B0604020202020204" pitchFamily="34" charset="0"/>
              </a:rPr>
              <a:t>The File Class</a:t>
            </a:r>
          </a:p>
        </p:txBody>
      </p:sp>
    </p:spTree>
    <p:extLst>
      <p:ext uri="{BB962C8B-B14F-4D97-AF65-F5344CB8AC3E}">
        <p14:creationId xmlns:p14="http://schemas.microsoft.com/office/powerpoint/2010/main" val="3205984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File operations</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76250" y="1616869"/>
            <a:ext cx="7753350" cy="4152900"/>
          </a:xfrm>
          <a:prstGeom prst="rect">
            <a:avLst/>
          </a:prstGeom>
        </p:spPr>
      </p:pic>
    </p:spTree>
    <p:extLst>
      <p:ext uri="{BB962C8B-B14F-4D97-AF65-F5344CB8AC3E}">
        <p14:creationId xmlns:p14="http://schemas.microsoft.com/office/powerpoint/2010/main" val="1968701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File operations – Rename a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457200" y="1676400"/>
            <a:ext cx="8043451" cy="4191000"/>
          </a:xfrm>
          <a:prstGeom prst="rect">
            <a:avLst/>
          </a:prstGeom>
        </p:spPr>
      </p:pic>
    </p:spTree>
    <p:extLst>
      <p:ext uri="{BB962C8B-B14F-4D97-AF65-F5344CB8AC3E}">
        <p14:creationId xmlns:p14="http://schemas.microsoft.com/office/powerpoint/2010/main" val="172516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File operations – Delete a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457200" y="1752600"/>
            <a:ext cx="7564582" cy="3962400"/>
          </a:xfrm>
          <a:prstGeom prst="rect">
            <a:avLst/>
          </a:prstGeom>
        </p:spPr>
      </p:pic>
    </p:spTree>
    <p:extLst>
      <p:ext uri="{BB962C8B-B14F-4D97-AF65-F5344CB8AC3E}">
        <p14:creationId xmlns:p14="http://schemas.microsoft.com/office/powerpoint/2010/main" val="791018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685800" y="457200"/>
            <a:ext cx="7772400" cy="1143000"/>
          </a:xfrm>
        </p:spPr>
        <p:txBody>
          <a:bodyPr/>
          <a:lstStyle/>
          <a:p>
            <a:r>
              <a:rPr lang="en-US" altLang="en-US"/>
              <a:t>Binary Versus Text Files</a:t>
            </a:r>
          </a:p>
        </p:txBody>
      </p:sp>
      <p:sp>
        <p:nvSpPr>
          <p:cNvPr id="272387" name="Rectangle 3"/>
          <p:cNvSpPr>
            <a:spLocks noGrp="1" noChangeArrowheads="1"/>
          </p:cNvSpPr>
          <p:nvPr>
            <p:ph type="body" idx="1"/>
          </p:nvPr>
        </p:nvSpPr>
        <p:spPr>
          <a:xfrm>
            <a:off x="381000" y="1524000"/>
            <a:ext cx="8305800" cy="4953000"/>
          </a:xfrm>
        </p:spPr>
        <p:txBody>
          <a:bodyPr/>
          <a:lstStyle/>
          <a:p>
            <a:pPr>
              <a:lnSpc>
                <a:spcPct val="90000"/>
              </a:lnSpc>
            </a:pPr>
            <a:r>
              <a:rPr lang="en-US" altLang="en-US" sz="2000" i="1" dirty="0"/>
              <a:t>All</a:t>
            </a:r>
            <a:r>
              <a:rPr lang="en-US" altLang="en-US" sz="2000" dirty="0"/>
              <a:t> data and programs are ultimately just zeros and ones</a:t>
            </a:r>
          </a:p>
          <a:p>
            <a:pPr lvl="1">
              <a:lnSpc>
                <a:spcPct val="90000"/>
              </a:lnSpc>
            </a:pPr>
            <a:r>
              <a:rPr lang="en-US" altLang="en-US" sz="2000" dirty="0"/>
              <a:t>each digit can have one of two values, hence </a:t>
            </a:r>
            <a:r>
              <a:rPr lang="en-US" altLang="en-US" sz="2000" i="1" dirty="0"/>
              <a:t>binary</a:t>
            </a:r>
          </a:p>
          <a:p>
            <a:pPr lvl="1">
              <a:lnSpc>
                <a:spcPct val="90000"/>
              </a:lnSpc>
            </a:pPr>
            <a:r>
              <a:rPr lang="en-US" altLang="en-US" sz="2000" i="1" dirty="0"/>
              <a:t>bit</a:t>
            </a:r>
            <a:r>
              <a:rPr lang="en-US" altLang="en-US" sz="2000" dirty="0"/>
              <a:t> is one binary digit</a:t>
            </a:r>
          </a:p>
          <a:p>
            <a:pPr lvl="1">
              <a:lnSpc>
                <a:spcPct val="90000"/>
              </a:lnSpc>
            </a:pPr>
            <a:r>
              <a:rPr lang="en-US" altLang="en-US" sz="2000" i="1" dirty="0"/>
              <a:t>byte</a:t>
            </a:r>
            <a:r>
              <a:rPr lang="en-US" altLang="en-US" sz="2000" dirty="0"/>
              <a:t> is a group of eight bits</a:t>
            </a:r>
          </a:p>
          <a:p>
            <a:pPr>
              <a:lnSpc>
                <a:spcPct val="90000"/>
              </a:lnSpc>
            </a:pPr>
            <a:r>
              <a:rPr lang="en-US" altLang="en-US" sz="2000" i="1" dirty="0">
                <a:solidFill>
                  <a:srgbClr val="FF3300"/>
                </a:solidFill>
              </a:rPr>
              <a:t>Text files</a:t>
            </a:r>
            <a:r>
              <a:rPr lang="en-US" altLang="en-US" sz="2000" dirty="0"/>
              <a:t>: the bits represent printable characters</a:t>
            </a:r>
          </a:p>
          <a:p>
            <a:pPr lvl="1">
              <a:lnSpc>
                <a:spcPct val="90000"/>
              </a:lnSpc>
            </a:pPr>
            <a:r>
              <a:rPr lang="en-US" altLang="en-US" sz="2000" dirty="0"/>
              <a:t>one byte per character for ASCII, the most common code</a:t>
            </a:r>
          </a:p>
          <a:p>
            <a:pPr lvl="1">
              <a:lnSpc>
                <a:spcPct val="90000"/>
              </a:lnSpc>
            </a:pPr>
            <a:r>
              <a:rPr lang="en-US" altLang="en-US" sz="2000" dirty="0"/>
              <a:t>for example, Java source files are text files</a:t>
            </a:r>
          </a:p>
          <a:p>
            <a:pPr lvl="1">
              <a:lnSpc>
                <a:spcPct val="90000"/>
              </a:lnSpc>
            </a:pPr>
            <a:r>
              <a:rPr lang="en-US" altLang="en-US" sz="2000" dirty="0"/>
              <a:t>so is any file created with a "text editor"</a:t>
            </a:r>
          </a:p>
          <a:p>
            <a:pPr>
              <a:lnSpc>
                <a:spcPct val="90000"/>
              </a:lnSpc>
            </a:pPr>
            <a:r>
              <a:rPr lang="en-US" altLang="en-US" sz="2000" i="1" dirty="0">
                <a:solidFill>
                  <a:srgbClr val="FF3300"/>
                </a:solidFill>
              </a:rPr>
              <a:t>Binary files</a:t>
            </a:r>
            <a:r>
              <a:rPr lang="en-US" altLang="en-US" sz="2000" dirty="0"/>
              <a:t>: the bits represent other types of encoded information, such as executable instructions or numeric data</a:t>
            </a:r>
          </a:p>
          <a:p>
            <a:pPr lvl="1">
              <a:lnSpc>
                <a:spcPct val="90000"/>
              </a:lnSpc>
            </a:pPr>
            <a:r>
              <a:rPr lang="en-US" altLang="en-US" sz="2000" dirty="0"/>
              <a:t>these files are easily read by the computer but not humans</a:t>
            </a:r>
          </a:p>
          <a:p>
            <a:pPr lvl="1">
              <a:lnSpc>
                <a:spcPct val="90000"/>
              </a:lnSpc>
            </a:pPr>
            <a:r>
              <a:rPr lang="en-US" altLang="en-US" sz="2000" dirty="0"/>
              <a:t>they are </a:t>
            </a:r>
            <a:r>
              <a:rPr lang="en-US" altLang="en-US" sz="2000" i="1" dirty="0"/>
              <a:t>not</a:t>
            </a:r>
            <a:r>
              <a:rPr lang="en-US" altLang="en-US" sz="2000" dirty="0"/>
              <a:t> "printable" files</a:t>
            </a:r>
          </a:p>
          <a:p>
            <a:pPr lvl="2">
              <a:lnSpc>
                <a:spcPct val="90000"/>
              </a:lnSpc>
            </a:pPr>
            <a:r>
              <a:rPr lang="en-US" altLang="en-US" sz="2000" dirty="0"/>
              <a:t>actually, you </a:t>
            </a:r>
            <a:r>
              <a:rPr lang="en-US" altLang="en-US" sz="2000" i="1" dirty="0"/>
              <a:t>can</a:t>
            </a:r>
            <a:r>
              <a:rPr lang="en-US" altLang="en-US" sz="2000" dirty="0"/>
              <a:t> print them, but they will be unintelligible</a:t>
            </a:r>
          </a:p>
          <a:p>
            <a:pPr lvl="2">
              <a:lnSpc>
                <a:spcPct val="90000"/>
              </a:lnSpc>
            </a:pPr>
            <a:r>
              <a:rPr lang="en-US" altLang="en-US" sz="2000" dirty="0"/>
              <a:t>"printable" means "easily readable by humans when printed"</a:t>
            </a:r>
          </a:p>
        </p:txBody>
      </p:sp>
    </p:spTree>
    <p:extLst>
      <p:ext uri="{BB962C8B-B14F-4D97-AF65-F5344CB8AC3E}">
        <p14:creationId xmlns:p14="http://schemas.microsoft.com/office/powerpoint/2010/main" val="12825494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762000" y="304800"/>
            <a:ext cx="7772400" cy="1143000"/>
          </a:xfrm>
        </p:spPr>
        <p:txBody>
          <a:bodyPr/>
          <a:lstStyle/>
          <a:p>
            <a:r>
              <a:rPr lang="en-US" altLang="en-US"/>
              <a:t>Java: Text Versus Binary Files</a:t>
            </a:r>
          </a:p>
        </p:txBody>
      </p:sp>
      <p:sp>
        <p:nvSpPr>
          <p:cNvPr id="274435" name="Rectangle 3"/>
          <p:cNvSpPr>
            <a:spLocks noGrp="1" noChangeArrowheads="1"/>
          </p:cNvSpPr>
          <p:nvPr>
            <p:ph type="body" idx="1"/>
          </p:nvPr>
        </p:nvSpPr>
        <p:spPr>
          <a:xfrm>
            <a:off x="685800" y="1600200"/>
            <a:ext cx="8077200" cy="3124200"/>
          </a:xfrm>
        </p:spPr>
        <p:txBody>
          <a:bodyPr/>
          <a:lstStyle/>
          <a:p>
            <a:r>
              <a:rPr lang="en-US" altLang="en-US" sz="2000"/>
              <a:t>Text files are more readable by humans</a:t>
            </a:r>
          </a:p>
          <a:p>
            <a:r>
              <a:rPr lang="en-US" altLang="en-US" sz="2000"/>
              <a:t>Binary files are more efficient</a:t>
            </a:r>
          </a:p>
          <a:p>
            <a:pPr lvl="1"/>
            <a:r>
              <a:rPr lang="en-US" altLang="en-US" sz="2000"/>
              <a:t>computers read and write binary files more easily than text</a:t>
            </a:r>
          </a:p>
          <a:p>
            <a:r>
              <a:rPr lang="en-US" altLang="en-US" sz="2000"/>
              <a:t>Java binary files are portable</a:t>
            </a:r>
          </a:p>
          <a:p>
            <a:pPr lvl="1"/>
            <a:r>
              <a:rPr lang="en-US" altLang="en-US" sz="2000"/>
              <a:t>they can be used by Java on different machines</a:t>
            </a:r>
          </a:p>
          <a:p>
            <a:pPr lvl="1"/>
            <a:r>
              <a:rPr lang="en-US" altLang="en-US" sz="2000"/>
              <a:t>Reading and writing binary files is normally done by a program</a:t>
            </a:r>
          </a:p>
          <a:p>
            <a:pPr lvl="1"/>
            <a:r>
              <a:rPr lang="en-US" altLang="en-US" sz="2000"/>
              <a:t>text files are used only to communicate with humans</a:t>
            </a:r>
          </a:p>
        </p:txBody>
      </p:sp>
      <p:sp>
        <p:nvSpPr>
          <p:cNvPr id="274436" name="Rectangle 4"/>
          <p:cNvSpPr>
            <a:spLocks noChangeArrowheads="1"/>
          </p:cNvSpPr>
          <p:nvPr/>
        </p:nvSpPr>
        <p:spPr bwMode="auto">
          <a:xfrm>
            <a:off x="990600" y="4343400"/>
            <a:ext cx="3352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u="sng">
                <a:solidFill>
                  <a:srgbClr val="000000"/>
                </a:solidFill>
              </a:rPr>
              <a:t>Java Text Files</a:t>
            </a:r>
            <a:endParaRPr lang="en-US" altLang="en-US" sz="2000">
              <a:solidFill>
                <a:srgbClr val="000000"/>
              </a:solidFill>
            </a:endParaRPr>
          </a:p>
          <a:p>
            <a:r>
              <a:rPr lang="en-US" altLang="en-US" sz="2000">
                <a:solidFill>
                  <a:srgbClr val="000000"/>
                </a:solidFill>
              </a:rPr>
              <a:t>Source files</a:t>
            </a:r>
          </a:p>
          <a:p>
            <a:r>
              <a:rPr lang="en-US" altLang="en-US" sz="2000">
                <a:solidFill>
                  <a:srgbClr val="000000"/>
                </a:solidFill>
              </a:rPr>
              <a:t>Occasionally input files</a:t>
            </a:r>
          </a:p>
          <a:p>
            <a:r>
              <a:rPr lang="en-US" altLang="en-US" sz="2000">
                <a:solidFill>
                  <a:srgbClr val="000000"/>
                </a:solidFill>
              </a:rPr>
              <a:t>Occasionally output files</a:t>
            </a:r>
            <a:endParaRPr lang="en-US" altLang="en-US" sz="2000" u="sng">
              <a:solidFill>
                <a:srgbClr val="000000"/>
              </a:solidFill>
            </a:endParaRPr>
          </a:p>
        </p:txBody>
      </p:sp>
      <p:sp>
        <p:nvSpPr>
          <p:cNvPr id="274437" name="Rectangle 5"/>
          <p:cNvSpPr>
            <a:spLocks noChangeArrowheads="1"/>
          </p:cNvSpPr>
          <p:nvPr/>
        </p:nvSpPr>
        <p:spPr bwMode="auto">
          <a:xfrm>
            <a:off x="4572000" y="4343400"/>
            <a:ext cx="35814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pPr>
            <a:r>
              <a:rPr lang="en-US" altLang="en-US" sz="2000" u="sng">
                <a:solidFill>
                  <a:srgbClr val="000000"/>
                </a:solidFill>
              </a:rPr>
              <a:t>Java Binary Files</a:t>
            </a:r>
            <a:endParaRPr lang="en-US" altLang="en-US" sz="2000">
              <a:solidFill>
                <a:srgbClr val="000000"/>
              </a:solidFill>
            </a:endParaRPr>
          </a:p>
          <a:p>
            <a:r>
              <a:rPr lang="en-US" altLang="en-US" sz="2000">
                <a:solidFill>
                  <a:srgbClr val="000000"/>
                </a:solidFill>
              </a:rPr>
              <a:t>Executable files (created by compiling source files)</a:t>
            </a:r>
          </a:p>
          <a:p>
            <a:r>
              <a:rPr lang="en-US" altLang="en-US" sz="2000">
                <a:solidFill>
                  <a:srgbClr val="000000"/>
                </a:solidFill>
              </a:rPr>
              <a:t>Usually input files</a:t>
            </a:r>
          </a:p>
          <a:p>
            <a:r>
              <a:rPr lang="en-US" altLang="en-US" sz="2000">
                <a:solidFill>
                  <a:srgbClr val="000000"/>
                </a:solidFill>
              </a:rPr>
              <a:t>Usually output files</a:t>
            </a:r>
            <a:endParaRPr lang="en-US" altLang="en-US" sz="2000" u="sng">
              <a:solidFill>
                <a:srgbClr val="000000"/>
              </a:solidFill>
            </a:endParaRPr>
          </a:p>
        </p:txBody>
      </p:sp>
    </p:spTree>
    <p:extLst>
      <p:ext uri="{BB962C8B-B14F-4D97-AF65-F5344CB8AC3E}">
        <p14:creationId xmlns:p14="http://schemas.microsoft.com/office/powerpoint/2010/main" val="3111068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Example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457200" y="1524000"/>
            <a:ext cx="7543800" cy="4648200"/>
          </a:xfrm>
          <a:prstGeom prst="rect">
            <a:avLst/>
          </a:prstGeom>
        </p:spPr>
      </p:pic>
    </p:spTree>
    <p:extLst>
      <p:ext uri="{BB962C8B-B14F-4D97-AF65-F5344CB8AC3E}">
        <p14:creationId xmlns:p14="http://schemas.microsoft.com/office/powerpoint/2010/main" val="31793065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To read a line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304800" y="1399749"/>
            <a:ext cx="7696200" cy="5458251"/>
          </a:xfrm>
          <a:prstGeom prst="rect">
            <a:avLst/>
          </a:prstGeom>
        </p:spPr>
      </p:pic>
    </p:spTree>
    <p:extLst>
      <p:ext uri="{BB962C8B-B14F-4D97-AF65-F5344CB8AC3E}">
        <p14:creationId xmlns:p14="http://schemas.microsoft.com/office/powerpoint/2010/main" val="119583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To read from console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457200" y="1524000"/>
            <a:ext cx="7620000" cy="5085489"/>
          </a:xfrm>
          <a:prstGeom prst="rect">
            <a:avLst/>
          </a:prstGeom>
        </p:spPr>
      </p:pic>
    </p:spTree>
    <p:extLst>
      <p:ext uri="{BB962C8B-B14F-4D97-AF65-F5344CB8AC3E}">
        <p14:creationId xmlns:p14="http://schemas.microsoft.com/office/powerpoint/2010/main" val="2988450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Random Access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152400" y="1600200"/>
            <a:ext cx="8001000" cy="4704876"/>
          </a:xfrm>
          <a:prstGeom prst="rect">
            <a:avLst/>
          </a:prstGeom>
        </p:spPr>
      </p:pic>
    </p:spTree>
    <p:extLst>
      <p:ext uri="{BB962C8B-B14F-4D97-AF65-F5344CB8AC3E}">
        <p14:creationId xmlns:p14="http://schemas.microsoft.com/office/powerpoint/2010/main" val="35266277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US" altLang="en-US" dirty="0">
                <a:latin typeface="Arial" panose="020B0604020202020204" pitchFamily="34" charset="0"/>
              </a:rPr>
              <a:t>Random Access File</a:t>
            </a:r>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228600" y="1371600"/>
            <a:ext cx="8001000" cy="5235074"/>
          </a:xfrm>
          <a:prstGeom prst="rect">
            <a:avLst/>
          </a:prstGeom>
        </p:spPr>
      </p:pic>
    </p:spTree>
    <p:extLst>
      <p:ext uri="{BB962C8B-B14F-4D97-AF65-F5344CB8AC3E}">
        <p14:creationId xmlns:p14="http://schemas.microsoft.com/office/powerpoint/2010/main" val="194034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228600" y="341249"/>
            <a:ext cx="6002130" cy="677108"/>
          </a:xfrm>
        </p:spPr>
        <p:txBody>
          <a:bodyPr wrap="square">
            <a:spAutoFit/>
          </a:bodyPr>
          <a:lstStyle/>
          <a:p>
            <a:r>
              <a:rPr lang="en-IN" dirty="0" err="1"/>
              <a:t>BufferedReader</a:t>
            </a:r>
            <a:endParaRPr lang="en-IN" dirty="0"/>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228600" y="1219200"/>
            <a:ext cx="8077200" cy="5415442"/>
          </a:xfrm>
          <a:prstGeom prst="rect">
            <a:avLst/>
          </a:prstGeom>
        </p:spPr>
      </p:pic>
    </p:spTree>
    <p:extLst>
      <p:ext uri="{BB962C8B-B14F-4D97-AF65-F5344CB8AC3E}">
        <p14:creationId xmlns:p14="http://schemas.microsoft.com/office/powerpoint/2010/main" val="23809888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228600" y="341249"/>
            <a:ext cx="7696200" cy="677108"/>
          </a:xfrm>
        </p:spPr>
        <p:txBody>
          <a:bodyPr wrap="square">
            <a:spAutoFit/>
          </a:bodyPr>
          <a:lstStyle/>
          <a:p>
            <a:r>
              <a:rPr lang="en-IN" dirty="0"/>
              <a:t>File reader &amp; </a:t>
            </a:r>
            <a:r>
              <a:rPr lang="en-IN" dirty="0" err="1"/>
              <a:t>BufferedReader</a:t>
            </a:r>
            <a:endParaRPr lang="en-IN" dirty="0"/>
          </a:p>
        </p:txBody>
      </p:sp>
      <p:sp>
        <p:nvSpPr>
          <p:cNvPr id="265219" name="Rectangle 3"/>
          <p:cNvSpPr>
            <a:spLocks noGrp="1" noChangeArrowheads="1"/>
          </p:cNvSpPr>
          <p:nvPr>
            <p:ph type="body" idx="1"/>
          </p:nvPr>
        </p:nvSpPr>
        <p:spPr>
          <a:xfrm>
            <a:off x="685800" y="1981200"/>
            <a:ext cx="7772400" cy="430887"/>
          </a:xfrm>
        </p:spPr>
        <p:txBody>
          <a:bodyPr>
            <a:spAutoFit/>
          </a:bodyPr>
          <a:lstStyle/>
          <a:p>
            <a:endParaRPr lang="en-US" altLang="en-US" sz="2800" dirty="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4225636" y="1752600"/>
            <a:ext cx="4204855" cy="3077878"/>
          </a:xfrm>
          <a:prstGeom prst="rect">
            <a:avLst/>
          </a:prstGeom>
        </p:spPr>
      </p:pic>
      <p:pic>
        <p:nvPicPr>
          <p:cNvPr id="3" name="Picture 2"/>
          <p:cNvPicPr>
            <a:picLocks noChangeAspect="1"/>
          </p:cNvPicPr>
          <p:nvPr/>
        </p:nvPicPr>
        <p:blipFill>
          <a:blip r:embed="rId3"/>
          <a:stretch>
            <a:fillRect/>
          </a:stretch>
        </p:blipFill>
        <p:spPr>
          <a:xfrm>
            <a:off x="228600" y="1752600"/>
            <a:ext cx="3762375" cy="2286000"/>
          </a:xfrm>
          <a:prstGeom prst="rect">
            <a:avLst/>
          </a:prstGeom>
        </p:spPr>
      </p:pic>
    </p:spTree>
    <p:extLst>
      <p:ext uri="{BB962C8B-B14F-4D97-AF65-F5344CB8AC3E}">
        <p14:creationId xmlns:p14="http://schemas.microsoft.com/office/powerpoint/2010/main" val="10345810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IN" dirty="0" err="1"/>
              <a:t>DataOutputStream</a:t>
            </a:r>
            <a:endParaRPr lang="en-IN" dirty="0"/>
          </a:p>
        </p:txBody>
      </p:sp>
      <p:sp>
        <p:nvSpPr>
          <p:cNvPr id="265219" name="Rectangle 3"/>
          <p:cNvSpPr>
            <a:spLocks noGrp="1" noChangeArrowheads="1"/>
          </p:cNvSpPr>
          <p:nvPr>
            <p:ph type="body" idx="1"/>
          </p:nvPr>
        </p:nvSpPr>
        <p:spPr>
          <a:xfrm>
            <a:off x="685800" y="1981200"/>
            <a:ext cx="7772400" cy="3424238"/>
          </a:xfrm>
        </p:spPr>
        <p:txBody>
          <a:bodyPr>
            <a:spAutoFit/>
          </a:bodyPr>
          <a:lstStyle/>
          <a:p>
            <a:r>
              <a:rPr lang="en-US" altLang="en-US" sz="2800">
                <a:latin typeface="Arial" panose="020B0604020202020204" pitchFamily="34" charset="0"/>
              </a:rPr>
              <a:t>become familiar with the concept of an I/O stream</a:t>
            </a:r>
          </a:p>
          <a:p>
            <a:r>
              <a:rPr lang="en-US" altLang="en-US" sz="2800">
                <a:latin typeface="Arial" panose="020B0604020202020204" pitchFamily="34" charset="0"/>
              </a:rPr>
              <a:t>understand the difference between binary files and text files</a:t>
            </a:r>
          </a:p>
          <a:p>
            <a:r>
              <a:rPr lang="en-US" altLang="en-US" sz="2800">
                <a:latin typeface="Arial" panose="020B0604020202020204" pitchFamily="34" charset="0"/>
              </a:rPr>
              <a:t>learn how to save data in a file</a:t>
            </a:r>
          </a:p>
          <a:p>
            <a:r>
              <a:rPr lang="en-US" altLang="en-US" sz="2800">
                <a:latin typeface="Arial" panose="020B0604020202020204" pitchFamily="34" charset="0"/>
              </a:rPr>
              <a:t>learn how to read data from a file</a:t>
            </a:r>
          </a:p>
          <a:p>
            <a:endParaRPr lang="en-US" altLang="en-US" sz="2800">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304800" y="1600200"/>
            <a:ext cx="7924800" cy="4535091"/>
          </a:xfrm>
          <a:prstGeom prst="rect">
            <a:avLst/>
          </a:prstGeom>
        </p:spPr>
      </p:pic>
    </p:spTree>
    <p:extLst>
      <p:ext uri="{BB962C8B-B14F-4D97-AF65-F5344CB8AC3E}">
        <p14:creationId xmlns:p14="http://schemas.microsoft.com/office/powerpoint/2010/main" val="1842030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577561" y="381000"/>
            <a:ext cx="7772400" cy="677108"/>
          </a:xfrm>
        </p:spPr>
        <p:txBody>
          <a:bodyPr>
            <a:spAutoFit/>
          </a:bodyPr>
          <a:lstStyle/>
          <a:p>
            <a:r>
              <a:rPr lang="en-IN" dirty="0" err="1"/>
              <a:t>DataInputStream</a:t>
            </a:r>
            <a:endParaRPr lang="en-IN" dirty="0"/>
          </a:p>
        </p:txBody>
      </p:sp>
      <p:sp>
        <p:nvSpPr>
          <p:cNvPr id="265219" name="Rectangle 3"/>
          <p:cNvSpPr>
            <a:spLocks noGrp="1" noChangeArrowheads="1"/>
          </p:cNvSpPr>
          <p:nvPr>
            <p:ph type="body" idx="1"/>
          </p:nvPr>
        </p:nvSpPr>
        <p:spPr>
          <a:xfrm>
            <a:off x="685800" y="1981200"/>
            <a:ext cx="7772400" cy="430887"/>
          </a:xfrm>
        </p:spPr>
        <p:txBody>
          <a:bodyPr>
            <a:spAutoFit/>
          </a:bodyPr>
          <a:lstStyle/>
          <a:p>
            <a:endParaRPr lang="en-US" altLang="en-US" sz="2800" dirty="0">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381000" y="1371600"/>
            <a:ext cx="4533900" cy="4924425"/>
          </a:xfrm>
          <a:prstGeom prst="rect">
            <a:avLst/>
          </a:prstGeom>
        </p:spPr>
      </p:pic>
    </p:spTree>
    <p:extLst>
      <p:ext uri="{BB962C8B-B14F-4D97-AF65-F5344CB8AC3E}">
        <p14:creationId xmlns:p14="http://schemas.microsoft.com/office/powerpoint/2010/main" val="697172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3263</TotalTime>
  <Words>3711</Words>
  <Application>Microsoft Office PowerPoint</Application>
  <PresentationFormat>On-screen Show (4:3)</PresentationFormat>
  <Paragraphs>451</Paragraphs>
  <Slides>47</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47</vt:i4>
      </vt:variant>
    </vt:vector>
  </HeadingPairs>
  <TitlesOfParts>
    <vt:vector size="56" baseType="lpstr">
      <vt:lpstr>Arial</vt:lpstr>
      <vt:lpstr>Calibri</vt:lpstr>
      <vt:lpstr>Courier</vt:lpstr>
      <vt:lpstr>Helvetica</vt:lpstr>
      <vt:lpstr>Rockwell</vt:lpstr>
      <vt:lpstr>Times New Roman</vt:lpstr>
      <vt:lpstr>Verdana</vt:lpstr>
      <vt:lpstr>Office Theme</vt:lpstr>
      <vt:lpstr>1_Office Theme</vt:lpstr>
      <vt:lpstr>Object Oriented Programming  and Design</vt:lpstr>
      <vt:lpstr>Streams</vt:lpstr>
      <vt:lpstr>Files and Streams</vt:lpstr>
      <vt:lpstr>Streams</vt:lpstr>
      <vt:lpstr>Byte Streams</vt:lpstr>
      <vt:lpstr>Byte Streams</vt:lpstr>
      <vt:lpstr>PowerPoint Presentation</vt:lpstr>
      <vt:lpstr>PowerPoint Presentation</vt:lpstr>
      <vt:lpstr>PowerPoint Presentation</vt:lpstr>
      <vt:lpstr>PowerPoint Presentation</vt:lpstr>
      <vt:lpstr>PowerPoint Presentation</vt:lpstr>
      <vt:lpstr>Character Streams</vt:lpstr>
      <vt:lpstr>Character Streams</vt:lpstr>
      <vt:lpstr>Character Streams</vt:lpstr>
      <vt:lpstr>Character Streams</vt:lpstr>
      <vt:lpstr>Buffering</vt:lpstr>
      <vt:lpstr>Input/Output File Streams</vt:lpstr>
      <vt:lpstr>PowerPoint Presentation</vt:lpstr>
      <vt:lpstr>PowerPoint Presentation</vt:lpstr>
      <vt:lpstr>The Data Byte Streams</vt:lpstr>
      <vt:lpstr>The Data Byte Streams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File operations</vt:lpstr>
      <vt:lpstr>File operations – Rename a file</vt:lpstr>
      <vt:lpstr>File operations – Delete a file</vt:lpstr>
      <vt:lpstr>Binary Versus Text Files</vt:lpstr>
      <vt:lpstr>Java: Text Versus Binary Files</vt:lpstr>
      <vt:lpstr>Example</vt:lpstr>
      <vt:lpstr>To read a line</vt:lpstr>
      <vt:lpstr>To read from console</vt:lpstr>
      <vt:lpstr>Random Access File</vt:lpstr>
      <vt:lpstr>Random Access File</vt:lpstr>
      <vt:lpstr>BufferedReader</vt:lpstr>
      <vt:lpstr>File reader &amp; BufferedReader</vt:lpstr>
      <vt:lpstr>DataOutputStream</vt:lpstr>
      <vt:lpstr>DataInputStream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Foundations for Data Science</dc:title>
  <dc:creator>HP</dc:creator>
  <cp:lastModifiedBy>Ramya M</cp:lastModifiedBy>
  <cp:revision>220</cp:revision>
  <dcterms:created xsi:type="dcterms:W3CDTF">2019-10-04T17:45:54Z</dcterms:created>
  <dcterms:modified xsi:type="dcterms:W3CDTF">2025-11-28T09:56:38Z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2018-11-30T00:00:00Z</vt:filetime>
  </property>
  <property fmtid="{D5CDD505-2E9C-101B-9397-08002B2CF9AE}" pid="3" name="Creator">
    <vt:lpwstr>Microsoft® PowerPoint® 2010</vt:lpwstr>
  </property>
  <property fmtid="{D5CDD505-2E9C-101B-9397-08002B2CF9AE}" pid="4" name="LastSaved">
    <vt:filetime>2019-10-04T00:00:00Z</vt:filetime>
  </property>
</Properties>
</file>